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 id="2147483712" r:id="rId5"/>
  </p:sldMasterIdLst>
  <p:notesMasterIdLst>
    <p:notesMasterId r:id="rId61"/>
  </p:notesMasterIdLst>
  <p:sldIdLst>
    <p:sldId id="2147483090" r:id="rId6"/>
    <p:sldId id="257" r:id="rId7"/>
    <p:sldId id="258" r:id="rId8"/>
    <p:sldId id="259" r:id="rId9"/>
    <p:sldId id="260" r:id="rId10"/>
    <p:sldId id="2147483093" r:id="rId11"/>
    <p:sldId id="2147483115" r:id="rId12"/>
    <p:sldId id="262" r:id="rId13"/>
    <p:sldId id="256" r:id="rId14"/>
    <p:sldId id="263" r:id="rId15"/>
    <p:sldId id="264" r:id="rId16"/>
    <p:sldId id="2147483092" r:id="rId17"/>
    <p:sldId id="2147483123" r:id="rId18"/>
    <p:sldId id="2147483114" r:id="rId19"/>
    <p:sldId id="2147483113" r:id="rId20"/>
    <p:sldId id="2147483124" r:id="rId21"/>
    <p:sldId id="267" r:id="rId22"/>
    <p:sldId id="2147483116" r:id="rId23"/>
    <p:sldId id="2147483117" r:id="rId24"/>
    <p:sldId id="270" r:id="rId25"/>
    <p:sldId id="2147483108" r:id="rId26"/>
    <p:sldId id="2147483109" r:id="rId27"/>
    <p:sldId id="2147483110" r:id="rId28"/>
    <p:sldId id="2147483111" r:id="rId29"/>
    <p:sldId id="2147483112" r:id="rId30"/>
    <p:sldId id="2147483118" r:id="rId31"/>
    <p:sldId id="2147483106" r:id="rId32"/>
    <p:sldId id="274" r:id="rId33"/>
    <p:sldId id="276" r:id="rId34"/>
    <p:sldId id="2147483119" r:id="rId35"/>
    <p:sldId id="278" r:id="rId36"/>
    <p:sldId id="279" r:id="rId37"/>
    <p:sldId id="2147483120" r:id="rId38"/>
    <p:sldId id="281" r:id="rId39"/>
    <p:sldId id="282" r:id="rId40"/>
    <p:sldId id="283" r:id="rId41"/>
    <p:sldId id="284" r:id="rId42"/>
    <p:sldId id="285" r:id="rId43"/>
    <p:sldId id="286" r:id="rId44"/>
    <p:sldId id="2147483121" r:id="rId45"/>
    <p:sldId id="2147483094" r:id="rId46"/>
    <p:sldId id="2147483125" r:id="rId47"/>
    <p:sldId id="2147483095" r:id="rId48"/>
    <p:sldId id="2147483126" r:id="rId49"/>
    <p:sldId id="2147483096" r:id="rId50"/>
    <p:sldId id="2147483127" r:id="rId51"/>
    <p:sldId id="2147483097" r:id="rId52"/>
    <p:sldId id="2147483128" r:id="rId53"/>
    <p:sldId id="2147483098" r:id="rId54"/>
    <p:sldId id="2147483129" r:id="rId55"/>
    <p:sldId id="2147483101" r:id="rId56"/>
    <p:sldId id="2147483099" r:id="rId57"/>
    <p:sldId id="2147483102" r:id="rId58"/>
    <p:sldId id="2147483100" r:id="rId59"/>
    <p:sldId id="2147483122" r:id="rId60"/>
  </p:sldIdLst>
  <p:sldSz cx="12193588" cy="6858000"/>
  <p:notesSz cx="5143500" cy="9144000"/>
  <p:defaultTex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D73322-AA25-A2CA-2D09-69AFDB67B5E2}" name="Abhiraj Suresh" initials="AS" userId="S::abhiraj.suresh@fractal.ai::6cb8fc20-3ef5-4d70-bfe2-f6e48d973cac" providerId="AD"/>
  <p188:author id="{01594540-E384-FD8E-BB17-90393F739A0D}" name="Ashish Jangid" initials="" userId="S::ashish.jangid@fractal.ai::078e982b-b8ad-4674-908a-9f497f689f2f" providerId="AD"/>
  <p188:author id="{F8134791-4D57-4F2B-B524-14D82D720DBE}" name="Ashish Jangid" initials="AJ" userId="S::ashish.jangid@analyticsvidhya.com::fe2e9051-9e40-4477-a8b5-3eedc35e5b3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C4C3"/>
    <a:srgbClr val="F5F5F5"/>
    <a:srgbClr val="FFF2F2"/>
    <a:srgbClr val="FFDDDA"/>
    <a:srgbClr val="ECFEF6"/>
    <a:srgbClr val="ECFD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227DA-BB2F-A042-9649-77D4373841B5}" v="338" dt="2026-06-26T07:03:16.1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67"/>
    <p:restoredTop sz="94699"/>
  </p:normalViewPr>
  <p:slideViewPr>
    <p:cSldViewPr snapToGrid="0">
      <p:cViewPr varScale="1">
        <p:scale>
          <a:sx n="115" d="100"/>
          <a:sy n="115"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68"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6/11/relationships/changesInfo" Target="changesInfos/changesInfo1.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Jangid" userId="078e982b-b8ad-4674-908a-9f497f689f2f" providerId="ADAL" clId="{D15AD703-94E9-573B-8323-06CB560AB883}"/>
    <pc:docChg chg="undo custSel addSld delSld modSld sldOrd">
      <pc:chgData name="Ashish Jangid" userId="078e982b-b8ad-4674-908a-9f497f689f2f" providerId="ADAL" clId="{D15AD703-94E9-573B-8323-06CB560AB883}" dt="2026-06-26T07:04:30.470" v="1497" actId="478"/>
      <pc:docMkLst>
        <pc:docMk/>
      </pc:docMkLst>
      <pc:sldChg chg="modSp mod modNotesTx">
        <pc:chgData name="Ashish Jangid" userId="078e982b-b8ad-4674-908a-9f497f689f2f" providerId="ADAL" clId="{D15AD703-94E9-573B-8323-06CB560AB883}" dt="2026-06-22T08:06:26.520" v="218" actId="20577"/>
        <pc:sldMkLst>
          <pc:docMk/>
          <pc:sldMk cId="0" sldId="256"/>
        </pc:sldMkLst>
        <pc:spChg chg="mod">
          <ac:chgData name="Ashish Jangid" userId="078e982b-b8ad-4674-908a-9f497f689f2f" providerId="ADAL" clId="{D15AD703-94E9-573B-8323-06CB560AB883}" dt="2026-06-22T07:51:16.589" v="162" actId="20577"/>
          <ac:spMkLst>
            <pc:docMk/>
            <pc:sldMk cId="0" sldId="256"/>
            <ac:spMk id="2" creationId="{00000000-0000-0000-0000-000000000000}"/>
          </ac:spMkLst>
        </pc:spChg>
        <pc:spChg chg="mod">
          <ac:chgData name="Ashish Jangid" userId="078e982b-b8ad-4674-908a-9f497f689f2f" providerId="ADAL" clId="{D15AD703-94E9-573B-8323-06CB560AB883}" dt="2026-06-22T07:46:57.402" v="23" actId="1076"/>
          <ac:spMkLst>
            <pc:docMk/>
            <pc:sldMk cId="0" sldId="256"/>
            <ac:spMk id="35" creationId="{F7FE22B6-BC98-032D-493A-6C0A74D782EB}"/>
          </ac:spMkLst>
        </pc:spChg>
      </pc:sldChg>
      <pc:sldChg chg="modNotesTx">
        <pc:chgData name="Ashish Jangid" userId="078e982b-b8ad-4674-908a-9f497f689f2f" providerId="ADAL" clId="{D15AD703-94E9-573B-8323-06CB560AB883}" dt="2026-06-22T08:02:49.436" v="201" actId="20577"/>
        <pc:sldMkLst>
          <pc:docMk/>
          <pc:sldMk cId="0" sldId="257"/>
        </pc:sldMkLst>
      </pc:sldChg>
      <pc:sldChg chg="modSp mod modNotesTx">
        <pc:chgData name="Ashish Jangid" userId="078e982b-b8ad-4674-908a-9f497f689f2f" providerId="ADAL" clId="{D15AD703-94E9-573B-8323-06CB560AB883}" dt="2026-06-22T11:20:37.199" v="613" actId="14100"/>
        <pc:sldMkLst>
          <pc:docMk/>
          <pc:sldMk cId="0" sldId="258"/>
        </pc:sldMkLst>
      </pc:sldChg>
      <pc:sldChg chg="modNotesTx">
        <pc:chgData name="Ashish Jangid" userId="078e982b-b8ad-4674-908a-9f497f689f2f" providerId="ADAL" clId="{D15AD703-94E9-573B-8323-06CB560AB883}" dt="2026-06-22T08:04:38.580" v="207" actId="313"/>
        <pc:sldMkLst>
          <pc:docMk/>
          <pc:sldMk cId="0" sldId="259"/>
        </pc:sldMkLst>
      </pc:sldChg>
      <pc:sldChg chg="mod modShow">
        <pc:chgData name="Ashish Jangid" userId="078e982b-b8ad-4674-908a-9f497f689f2f" providerId="ADAL" clId="{D15AD703-94E9-573B-8323-06CB560AB883}" dt="2026-06-22T12:55:49.856" v="924" actId="729"/>
        <pc:sldMkLst>
          <pc:docMk/>
          <pc:sldMk cId="0" sldId="260"/>
        </pc:sldMkLst>
      </pc:sldChg>
      <pc:sldChg chg="addSp delSp modSp mod modNotesTx">
        <pc:chgData name="Ashish Jangid" userId="078e982b-b8ad-4674-908a-9f497f689f2f" providerId="ADAL" clId="{D15AD703-94E9-573B-8323-06CB560AB883}" dt="2026-06-22T08:06:02.847" v="215" actId="313"/>
        <pc:sldMkLst>
          <pc:docMk/>
          <pc:sldMk cId="0" sldId="262"/>
        </pc:sldMkLst>
        <pc:spChg chg="mod">
          <ac:chgData name="Ashish Jangid" userId="078e982b-b8ad-4674-908a-9f497f689f2f" providerId="ADAL" clId="{D15AD703-94E9-573B-8323-06CB560AB883}" dt="2026-06-22T07:49:21.829" v="72" actId="164"/>
          <ac:spMkLst>
            <pc:docMk/>
            <pc:sldMk cId="0" sldId="262"/>
            <ac:spMk id="3" creationId="{00000000-0000-0000-0000-000000000000}"/>
          </ac:spMkLst>
        </pc:spChg>
        <pc:spChg chg="mod">
          <ac:chgData name="Ashish Jangid" userId="078e982b-b8ad-4674-908a-9f497f689f2f" providerId="ADAL" clId="{D15AD703-94E9-573B-8323-06CB560AB883}" dt="2026-06-22T07:49:21.829" v="72" actId="164"/>
          <ac:spMkLst>
            <pc:docMk/>
            <pc:sldMk cId="0" sldId="262"/>
            <ac:spMk id="4" creationId="{00000000-0000-0000-0000-000000000000}"/>
          </ac:spMkLst>
        </pc:spChg>
        <pc:spChg chg="mod">
          <ac:chgData name="Ashish Jangid" userId="078e982b-b8ad-4674-908a-9f497f689f2f" providerId="ADAL" clId="{D15AD703-94E9-573B-8323-06CB560AB883}" dt="2026-06-22T07:49:21.829" v="72" actId="164"/>
          <ac:spMkLst>
            <pc:docMk/>
            <pc:sldMk cId="0" sldId="262"/>
            <ac:spMk id="5" creationId="{00000000-0000-0000-0000-000000000000}"/>
          </ac:spMkLst>
        </pc:spChg>
        <pc:spChg chg="mod">
          <ac:chgData name="Ashish Jangid" userId="078e982b-b8ad-4674-908a-9f497f689f2f" providerId="ADAL" clId="{D15AD703-94E9-573B-8323-06CB560AB883}" dt="2026-06-22T07:49:25.568" v="73" actId="164"/>
          <ac:spMkLst>
            <pc:docMk/>
            <pc:sldMk cId="0" sldId="262"/>
            <ac:spMk id="6" creationId="{00000000-0000-0000-0000-000000000000}"/>
          </ac:spMkLst>
        </pc:spChg>
        <pc:spChg chg="mod">
          <ac:chgData name="Ashish Jangid" userId="078e982b-b8ad-4674-908a-9f497f689f2f" providerId="ADAL" clId="{D15AD703-94E9-573B-8323-06CB560AB883}" dt="2026-06-22T07:49:25.568" v="73" actId="164"/>
          <ac:spMkLst>
            <pc:docMk/>
            <pc:sldMk cId="0" sldId="262"/>
            <ac:spMk id="7" creationId="{00000000-0000-0000-0000-000000000000}"/>
          </ac:spMkLst>
        </pc:spChg>
        <pc:spChg chg="mod">
          <ac:chgData name="Ashish Jangid" userId="078e982b-b8ad-4674-908a-9f497f689f2f" providerId="ADAL" clId="{D15AD703-94E9-573B-8323-06CB560AB883}" dt="2026-06-22T07:49:25.568" v="73" actId="164"/>
          <ac:spMkLst>
            <pc:docMk/>
            <pc:sldMk cId="0" sldId="262"/>
            <ac:spMk id="8" creationId="{00000000-0000-0000-0000-000000000000}"/>
          </ac:spMkLst>
        </pc:spChg>
        <pc:spChg chg="mod">
          <ac:chgData name="Ashish Jangid" userId="078e982b-b8ad-4674-908a-9f497f689f2f" providerId="ADAL" clId="{D15AD703-94E9-573B-8323-06CB560AB883}" dt="2026-06-22T07:49:30.328" v="74" actId="164"/>
          <ac:spMkLst>
            <pc:docMk/>
            <pc:sldMk cId="0" sldId="262"/>
            <ac:spMk id="9" creationId="{00000000-0000-0000-0000-000000000000}"/>
          </ac:spMkLst>
        </pc:spChg>
        <pc:spChg chg="mod">
          <ac:chgData name="Ashish Jangid" userId="078e982b-b8ad-4674-908a-9f497f689f2f" providerId="ADAL" clId="{D15AD703-94E9-573B-8323-06CB560AB883}" dt="2026-06-22T07:49:30.328" v="74" actId="164"/>
          <ac:spMkLst>
            <pc:docMk/>
            <pc:sldMk cId="0" sldId="262"/>
            <ac:spMk id="10" creationId="{00000000-0000-0000-0000-000000000000}"/>
          </ac:spMkLst>
        </pc:spChg>
        <pc:spChg chg="mod">
          <ac:chgData name="Ashish Jangid" userId="078e982b-b8ad-4674-908a-9f497f689f2f" providerId="ADAL" clId="{D15AD703-94E9-573B-8323-06CB560AB883}" dt="2026-06-22T07:49:30.328" v="74" actId="164"/>
          <ac:spMkLst>
            <pc:docMk/>
            <pc:sldMk cId="0" sldId="262"/>
            <ac:spMk id="11" creationId="{00000000-0000-0000-0000-000000000000}"/>
          </ac:spMkLst>
        </pc:spChg>
        <pc:spChg chg="mod">
          <ac:chgData name="Ashish Jangid" userId="078e982b-b8ad-4674-908a-9f497f689f2f" providerId="ADAL" clId="{D15AD703-94E9-573B-8323-06CB560AB883}" dt="2026-06-22T07:49:34.104" v="75" actId="164"/>
          <ac:spMkLst>
            <pc:docMk/>
            <pc:sldMk cId="0" sldId="262"/>
            <ac:spMk id="12" creationId="{00000000-0000-0000-0000-000000000000}"/>
          </ac:spMkLst>
        </pc:spChg>
        <pc:spChg chg="mod">
          <ac:chgData name="Ashish Jangid" userId="078e982b-b8ad-4674-908a-9f497f689f2f" providerId="ADAL" clId="{D15AD703-94E9-573B-8323-06CB560AB883}" dt="2026-06-22T07:49:34.104" v="75" actId="164"/>
          <ac:spMkLst>
            <pc:docMk/>
            <pc:sldMk cId="0" sldId="262"/>
            <ac:spMk id="13" creationId="{00000000-0000-0000-0000-000000000000}"/>
          </ac:spMkLst>
        </pc:spChg>
        <pc:spChg chg="mod">
          <ac:chgData name="Ashish Jangid" userId="078e982b-b8ad-4674-908a-9f497f689f2f" providerId="ADAL" clId="{D15AD703-94E9-573B-8323-06CB560AB883}" dt="2026-06-22T07:49:34.104" v="75" actId="164"/>
          <ac:spMkLst>
            <pc:docMk/>
            <pc:sldMk cId="0" sldId="262"/>
            <ac:spMk id="14" creationId="{00000000-0000-0000-0000-000000000000}"/>
          </ac:spMkLst>
        </pc:spChg>
      </pc:sldChg>
      <pc:sldChg chg="modNotesTx">
        <pc:chgData name="Ashish Jangid" userId="078e982b-b8ad-4674-908a-9f497f689f2f" providerId="ADAL" clId="{D15AD703-94E9-573B-8323-06CB560AB883}" dt="2026-06-22T08:08:35.786" v="222" actId="20577"/>
        <pc:sldMkLst>
          <pc:docMk/>
          <pc:sldMk cId="0" sldId="263"/>
        </pc:sldMkLst>
      </pc:sldChg>
      <pc:sldChg chg="modNotesTx">
        <pc:chgData name="Ashish Jangid" userId="078e982b-b8ad-4674-908a-9f497f689f2f" providerId="ADAL" clId="{D15AD703-94E9-573B-8323-06CB560AB883}" dt="2026-06-22T08:08:52.810" v="225" actId="313"/>
        <pc:sldMkLst>
          <pc:docMk/>
          <pc:sldMk cId="0" sldId="264"/>
        </pc:sldMkLst>
      </pc:sldChg>
      <pc:sldChg chg="delSp modSp mod modNotesTx">
        <pc:chgData name="Ashish Jangid" userId="078e982b-b8ad-4674-908a-9f497f689f2f" providerId="ADAL" clId="{D15AD703-94E9-573B-8323-06CB560AB883}" dt="2026-06-22T08:12:36.616" v="414" actId="113"/>
        <pc:sldMkLst>
          <pc:docMk/>
          <pc:sldMk cId="0" sldId="267"/>
        </pc:sldMkLst>
        <pc:spChg chg="mod">
          <ac:chgData name="Ashish Jangid" userId="078e982b-b8ad-4674-908a-9f497f689f2f" providerId="ADAL" clId="{D15AD703-94E9-573B-8323-06CB560AB883}" dt="2026-06-22T07:44:24.701" v="7" actId="14100"/>
          <ac:spMkLst>
            <pc:docMk/>
            <pc:sldMk cId="0" sldId="267"/>
            <ac:spMk id="23" creationId="{00000000-0000-0000-0000-000000000000}"/>
          </ac:spMkLst>
        </pc:spChg>
      </pc:sldChg>
      <pc:sldChg chg="modSp mod modNotesTx">
        <pc:chgData name="Ashish Jangid" userId="078e982b-b8ad-4674-908a-9f497f689f2f" providerId="ADAL" clId="{D15AD703-94E9-573B-8323-06CB560AB883}" dt="2026-06-22T12:32:27.367" v="661" actId="1035"/>
        <pc:sldMkLst>
          <pc:docMk/>
          <pc:sldMk cId="0" sldId="270"/>
        </pc:sldMkLst>
        <pc:spChg chg="mod">
          <ac:chgData name="Ashish Jangid" userId="078e982b-b8ad-4674-908a-9f497f689f2f" providerId="ADAL" clId="{D15AD703-94E9-573B-8323-06CB560AB883}" dt="2026-06-22T12:32:20.701" v="644" actId="14100"/>
          <ac:spMkLst>
            <pc:docMk/>
            <pc:sldMk cId="0" sldId="270"/>
            <ac:spMk id="4"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5"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6" creationId="{00000000-0000-0000-0000-000000000000}"/>
          </ac:spMkLst>
        </pc:spChg>
        <pc:spChg chg="mod">
          <ac:chgData name="Ashish Jangid" userId="078e982b-b8ad-4674-908a-9f497f689f2f" providerId="ADAL" clId="{D15AD703-94E9-573B-8323-06CB560AB883}" dt="2026-06-22T12:32:13.205" v="643" actId="14100"/>
          <ac:spMkLst>
            <pc:docMk/>
            <pc:sldMk cId="0" sldId="270"/>
            <ac:spMk id="8" creationId="{00000000-0000-0000-0000-000000000000}"/>
          </ac:spMkLst>
        </pc:spChg>
        <pc:spChg chg="mod">
          <ac:chgData name="Ashish Jangid" userId="078e982b-b8ad-4674-908a-9f497f689f2f" providerId="ADAL" clId="{D15AD703-94E9-573B-8323-06CB560AB883}" dt="2026-06-22T12:32:20.701" v="644" actId="14100"/>
          <ac:spMkLst>
            <pc:docMk/>
            <pc:sldMk cId="0" sldId="270"/>
            <ac:spMk id="10"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11" creationId="{00000000-0000-0000-0000-000000000000}"/>
          </ac:spMkLst>
        </pc:spChg>
        <pc:spChg chg="mod">
          <ac:chgData name="Ashish Jangid" userId="078e982b-b8ad-4674-908a-9f497f689f2f" providerId="ADAL" clId="{D15AD703-94E9-573B-8323-06CB560AB883}" dt="2026-06-22T12:32:13.205" v="643" actId="14100"/>
          <ac:spMkLst>
            <pc:docMk/>
            <pc:sldMk cId="0" sldId="270"/>
            <ac:spMk id="14"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15" creationId="{00000000-0000-0000-0000-000000000000}"/>
          </ac:spMkLst>
        </pc:spChg>
        <pc:spChg chg="mod">
          <ac:chgData name="Ashish Jangid" userId="078e982b-b8ad-4674-908a-9f497f689f2f" providerId="ADAL" clId="{D15AD703-94E9-573B-8323-06CB560AB883}" dt="2026-06-22T12:32:20.701" v="644" actId="14100"/>
          <ac:spMkLst>
            <pc:docMk/>
            <pc:sldMk cId="0" sldId="270"/>
            <ac:spMk id="16"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18"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19" creationId="{00000000-0000-0000-0000-000000000000}"/>
          </ac:spMkLst>
        </pc:spChg>
        <pc:spChg chg="mod">
          <ac:chgData name="Ashish Jangid" userId="078e982b-b8ad-4674-908a-9f497f689f2f" providerId="ADAL" clId="{D15AD703-94E9-573B-8323-06CB560AB883}" dt="2026-06-22T12:32:13.205" v="643" actId="14100"/>
          <ac:spMkLst>
            <pc:docMk/>
            <pc:sldMk cId="0" sldId="270"/>
            <ac:spMk id="20" creationId="{00000000-0000-0000-0000-000000000000}"/>
          </ac:spMkLst>
        </pc:spChg>
        <pc:spChg chg="mod">
          <ac:chgData name="Ashish Jangid" userId="078e982b-b8ad-4674-908a-9f497f689f2f" providerId="ADAL" clId="{D15AD703-94E9-573B-8323-06CB560AB883}" dt="2026-06-22T12:32:20.701" v="644" actId="14100"/>
          <ac:spMkLst>
            <pc:docMk/>
            <pc:sldMk cId="0" sldId="270"/>
            <ac:spMk id="22"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26"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27"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28" creationId="{00000000-0000-0000-0000-000000000000}"/>
          </ac:spMkLst>
        </pc:spChg>
        <pc:spChg chg="mod">
          <ac:chgData name="Ashish Jangid" userId="078e982b-b8ad-4674-908a-9f497f689f2f" providerId="ADAL" clId="{D15AD703-94E9-573B-8323-06CB560AB883}" dt="2026-06-22T12:32:27.367" v="661" actId="1035"/>
          <ac:spMkLst>
            <pc:docMk/>
            <pc:sldMk cId="0" sldId="270"/>
            <ac:spMk id="31" creationId="{00000000-0000-0000-0000-000000000000}"/>
          </ac:spMkLst>
        </pc:spChg>
        <pc:spChg chg="mod">
          <ac:chgData name="Ashish Jangid" userId="078e982b-b8ad-4674-908a-9f497f689f2f" providerId="ADAL" clId="{D15AD703-94E9-573B-8323-06CB560AB883}" dt="2026-06-22T12:32:13.205" v="643" actId="14100"/>
          <ac:spMkLst>
            <pc:docMk/>
            <pc:sldMk cId="0" sldId="270"/>
            <ac:spMk id="32" creationId="{00000000-0000-0000-0000-000000000000}"/>
          </ac:spMkLst>
        </pc:spChg>
      </pc:sldChg>
      <pc:sldChg chg="modSp mod modNotesTx">
        <pc:chgData name="Ashish Jangid" userId="078e982b-b8ad-4674-908a-9f497f689f2f" providerId="ADAL" clId="{D15AD703-94E9-573B-8323-06CB560AB883}" dt="2026-06-22T12:40:04.506" v="918" actId="1036"/>
        <pc:sldMkLst>
          <pc:docMk/>
          <pc:sldMk cId="0" sldId="274"/>
        </pc:sldMkLst>
        <pc:spChg chg="mod">
          <ac:chgData name="Ashish Jangid" userId="078e982b-b8ad-4674-908a-9f497f689f2f" providerId="ADAL" clId="{D15AD703-94E9-573B-8323-06CB560AB883}" dt="2026-06-22T12:39:58.515" v="900" actId="14100"/>
          <ac:spMkLst>
            <pc:docMk/>
            <pc:sldMk cId="0" sldId="274"/>
            <ac:spMk id="4"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6"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8"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9"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10" creationId="{00000000-0000-0000-0000-000000000000}"/>
          </ac:spMkLst>
        </pc:spChg>
        <pc:spChg chg="mod">
          <ac:chgData name="Ashish Jangid" userId="078e982b-b8ad-4674-908a-9f497f689f2f" providerId="ADAL" clId="{D15AD703-94E9-573B-8323-06CB560AB883}" dt="2026-06-22T12:39:58.515" v="900" actId="14100"/>
          <ac:spMkLst>
            <pc:docMk/>
            <pc:sldMk cId="0" sldId="274"/>
            <ac:spMk id="11"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12"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14"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15" creationId="{00000000-0000-0000-0000-000000000000}"/>
          </ac:spMkLst>
        </pc:spChg>
        <pc:spChg chg="mod">
          <ac:chgData name="Ashish Jangid" userId="078e982b-b8ad-4674-908a-9f497f689f2f" providerId="ADAL" clId="{D15AD703-94E9-573B-8323-06CB560AB883}" dt="2026-06-22T12:39:39.337" v="896" actId="1036"/>
          <ac:spMkLst>
            <pc:docMk/>
            <pc:sldMk cId="0" sldId="274"/>
            <ac:spMk id="16"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17" creationId="{00000000-0000-0000-0000-000000000000}"/>
          </ac:spMkLst>
        </pc:spChg>
        <pc:spChg chg="mod">
          <ac:chgData name="Ashish Jangid" userId="078e982b-b8ad-4674-908a-9f497f689f2f" providerId="ADAL" clId="{D15AD703-94E9-573B-8323-06CB560AB883}" dt="2026-06-22T12:39:58.515" v="900" actId="14100"/>
          <ac:spMkLst>
            <pc:docMk/>
            <pc:sldMk cId="0" sldId="274"/>
            <ac:spMk id="18"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21" creationId="{00000000-0000-0000-0000-000000000000}"/>
          </ac:spMkLst>
        </pc:spChg>
        <pc:spChg chg="mod">
          <ac:chgData name="Ashish Jangid" userId="078e982b-b8ad-4674-908a-9f497f689f2f" providerId="ADAL" clId="{D15AD703-94E9-573B-8323-06CB560AB883}" dt="2026-06-22T12:39:33.131" v="888" actId="1035"/>
          <ac:spMkLst>
            <pc:docMk/>
            <pc:sldMk cId="0" sldId="274"/>
            <ac:spMk id="22" creationId="{00000000-0000-0000-0000-000000000000}"/>
          </ac:spMkLst>
        </pc:spChg>
        <pc:spChg chg="mod">
          <ac:chgData name="Ashish Jangid" userId="078e982b-b8ad-4674-908a-9f497f689f2f" providerId="ADAL" clId="{D15AD703-94E9-573B-8323-06CB560AB883}" dt="2026-06-22T12:39:39.337" v="896" actId="1036"/>
          <ac:spMkLst>
            <pc:docMk/>
            <pc:sldMk cId="0" sldId="274"/>
            <ac:spMk id="23" creationId="{00000000-0000-0000-0000-000000000000}"/>
          </ac:spMkLst>
        </pc:spChg>
        <pc:spChg chg="mod">
          <ac:chgData name="Ashish Jangid" userId="078e982b-b8ad-4674-908a-9f497f689f2f" providerId="ADAL" clId="{D15AD703-94E9-573B-8323-06CB560AB883}" dt="2026-06-22T12:40:04.506" v="918" actId="1036"/>
          <ac:spMkLst>
            <pc:docMk/>
            <pc:sldMk cId="0" sldId="274"/>
            <ac:spMk id="24" creationId="{00000000-0000-0000-0000-000000000000}"/>
          </ac:spMkLst>
        </pc:spChg>
      </pc:sldChg>
      <pc:sldChg chg="delSp mod modNotesTx">
        <pc:chgData name="Ashish Jangid" userId="078e982b-b8ad-4674-908a-9f497f689f2f" providerId="ADAL" clId="{D15AD703-94E9-573B-8323-06CB560AB883}" dt="2026-06-22T08:14:56.029" v="433" actId="20577"/>
        <pc:sldMkLst>
          <pc:docMk/>
          <pc:sldMk cId="0" sldId="276"/>
        </pc:sldMkLst>
      </pc:sldChg>
      <pc:sldChg chg="modNotesTx">
        <pc:chgData name="Ashish Jangid" userId="078e982b-b8ad-4674-908a-9f497f689f2f" providerId="ADAL" clId="{D15AD703-94E9-573B-8323-06CB560AB883}" dt="2026-06-22T08:15:44.357" v="436" actId="313"/>
        <pc:sldMkLst>
          <pc:docMk/>
          <pc:sldMk cId="0" sldId="278"/>
        </pc:sldMkLst>
      </pc:sldChg>
      <pc:sldChg chg="modNotesTx">
        <pc:chgData name="Ashish Jangid" userId="078e982b-b8ad-4674-908a-9f497f689f2f" providerId="ADAL" clId="{D15AD703-94E9-573B-8323-06CB560AB883}" dt="2026-06-22T08:15:56.181" v="439" actId="313"/>
        <pc:sldMkLst>
          <pc:docMk/>
          <pc:sldMk cId="0" sldId="279"/>
        </pc:sldMkLst>
      </pc:sldChg>
      <pc:sldChg chg="modNotesTx">
        <pc:chgData name="Ashish Jangid" userId="078e982b-b8ad-4674-908a-9f497f689f2f" providerId="ADAL" clId="{D15AD703-94E9-573B-8323-06CB560AB883}" dt="2026-06-22T08:16:21.765" v="444" actId="313"/>
        <pc:sldMkLst>
          <pc:docMk/>
          <pc:sldMk cId="0" sldId="281"/>
        </pc:sldMkLst>
      </pc:sldChg>
      <pc:sldChg chg="modNotesTx">
        <pc:chgData name="Ashish Jangid" userId="078e982b-b8ad-4674-908a-9f497f689f2f" providerId="ADAL" clId="{D15AD703-94E9-573B-8323-06CB560AB883}" dt="2026-06-22T08:16:36.684" v="446" actId="20577"/>
        <pc:sldMkLst>
          <pc:docMk/>
          <pc:sldMk cId="0" sldId="282"/>
        </pc:sldMkLst>
      </pc:sldChg>
      <pc:sldChg chg="addSp modSp mod modNotesTx">
        <pc:chgData name="Ashish Jangid" userId="078e982b-b8ad-4674-908a-9f497f689f2f" providerId="ADAL" clId="{D15AD703-94E9-573B-8323-06CB560AB883}" dt="2026-06-22T12:57:51.494" v="937" actId="1035"/>
        <pc:sldMkLst>
          <pc:docMk/>
          <pc:sldMk cId="0" sldId="283"/>
        </pc:sldMkLst>
        <pc:spChg chg="mod">
          <ac:chgData name="Ashish Jangid" userId="078e982b-b8ad-4674-908a-9f497f689f2f" providerId="ADAL" clId="{D15AD703-94E9-573B-8323-06CB560AB883}" dt="2026-06-22T12:57:41.427" v="927" actId="164"/>
          <ac:spMkLst>
            <pc:docMk/>
            <pc:sldMk cId="0" sldId="283"/>
            <ac:spMk id="9" creationId="{00000000-0000-0000-0000-000000000000}"/>
          </ac:spMkLst>
        </pc:spChg>
        <pc:spChg chg="mod">
          <ac:chgData name="Ashish Jangid" userId="078e982b-b8ad-4674-908a-9f497f689f2f" providerId="ADAL" clId="{D15AD703-94E9-573B-8323-06CB560AB883}" dt="2026-06-22T12:57:41.427" v="927" actId="164"/>
          <ac:spMkLst>
            <pc:docMk/>
            <pc:sldMk cId="0" sldId="283"/>
            <ac:spMk id="14" creationId="{00000000-0000-0000-0000-000000000000}"/>
          </ac:spMkLst>
        </pc:spChg>
        <pc:spChg chg="mod">
          <ac:chgData name="Ashish Jangid" userId="078e982b-b8ad-4674-908a-9f497f689f2f" providerId="ADAL" clId="{D15AD703-94E9-573B-8323-06CB560AB883}" dt="2026-06-22T12:57:41.427" v="927" actId="164"/>
          <ac:spMkLst>
            <pc:docMk/>
            <pc:sldMk cId="0" sldId="283"/>
            <ac:spMk id="18" creationId="{00000000-0000-0000-0000-000000000000}"/>
          </ac:spMkLst>
        </pc:spChg>
        <pc:spChg chg="mod">
          <ac:chgData name="Ashish Jangid" userId="078e982b-b8ad-4674-908a-9f497f689f2f" providerId="ADAL" clId="{D15AD703-94E9-573B-8323-06CB560AB883}" dt="2026-06-22T12:57:41.427" v="927" actId="164"/>
          <ac:spMkLst>
            <pc:docMk/>
            <pc:sldMk cId="0" sldId="283"/>
            <ac:spMk id="19" creationId="{00000000-0000-0000-0000-000000000000}"/>
          </ac:spMkLst>
        </pc:spChg>
        <pc:spChg chg="mod">
          <ac:chgData name="Ashish Jangid" userId="078e982b-b8ad-4674-908a-9f497f689f2f" providerId="ADAL" clId="{D15AD703-94E9-573B-8323-06CB560AB883}" dt="2026-06-22T12:57:41.427" v="927" actId="164"/>
          <ac:spMkLst>
            <pc:docMk/>
            <pc:sldMk cId="0" sldId="283"/>
            <ac:spMk id="24" creationId="{00000000-0000-0000-0000-000000000000}"/>
          </ac:spMkLst>
        </pc:spChg>
        <pc:spChg chg="mod">
          <ac:chgData name="Ashish Jangid" userId="078e982b-b8ad-4674-908a-9f497f689f2f" providerId="ADAL" clId="{D15AD703-94E9-573B-8323-06CB560AB883}" dt="2026-06-22T12:57:41.427" v="927" actId="164"/>
          <ac:spMkLst>
            <pc:docMk/>
            <pc:sldMk cId="0" sldId="283"/>
            <ac:spMk id="28" creationId="{00000000-0000-0000-0000-000000000000}"/>
          </ac:spMkLst>
        </pc:spChg>
        <pc:spChg chg="mod">
          <ac:chgData name="Ashish Jangid" userId="078e982b-b8ad-4674-908a-9f497f689f2f" providerId="ADAL" clId="{D15AD703-94E9-573B-8323-06CB560AB883}" dt="2026-06-22T12:57:41.427" v="927" actId="164"/>
          <ac:spMkLst>
            <pc:docMk/>
            <pc:sldMk cId="0" sldId="283"/>
            <ac:spMk id="30" creationId="{00000000-0000-0000-0000-000000000000}"/>
          </ac:spMkLst>
        </pc:spChg>
        <pc:spChg chg="mod">
          <ac:chgData name="Ashish Jangid" userId="078e982b-b8ad-4674-908a-9f497f689f2f" providerId="ADAL" clId="{D15AD703-94E9-573B-8323-06CB560AB883}" dt="2026-06-22T12:57:51.494" v="937" actId="1035"/>
          <ac:spMkLst>
            <pc:docMk/>
            <pc:sldMk cId="0" sldId="283"/>
            <ac:spMk id="32" creationId="{00000000-0000-0000-0000-000000000000}"/>
          </ac:spMkLst>
        </pc:spChg>
        <pc:spChg chg="mod">
          <ac:chgData name="Ashish Jangid" userId="078e982b-b8ad-4674-908a-9f497f689f2f" providerId="ADAL" clId="{D15AD703-94E9-573B-8323-06CB560AB883}" dt="2026-06-22T12:57:51.494" v="937" actId="1035"/>
          <ac:spMkLst>
            <pc:docMk/>
            <pc:sldMk cId="0" sldId="283"/>
            <ac:spMk id="33" creationId="{00000000-0000-0000-0000-000000000000}"/>
          </ac:spMkLst>
        </pc:spChg>
      </pc:sldChg>
      <pc:sldChg chg="modNotesTx">
        <pc:chgData name="Ashish Jangid" userId="078e982b-b8ad-4674-908a-9f497f689f2f" providerId="ADAL" clId="{D15AD703-94E9-573B-8323-06CB560AB883}" dt="2026-06-22T08:17:15.513" v="451" actId="313"/>
        <pc:sldMkLst>
          <pc:docMk/>
          <pc:sldMk cId="0" sldId="284"/>
        </pc:sldMkLst>
      </pc:sldChg>
      <pc:sldChg chg="modNotesTx">
        <pc:chgData name="Ashish Jangid" userId="078e982b-b8ad-4674-908a-9f497f689f2f" providerId="ADAL" clId="{D15AD703-94E9-573B-8323-06CB560AB883}" dt="2026-06-22T08:17:33.330" v="452" actId="20577"/>
        <pc:sldMkLst>
          <pc:docMk/>
          <pc:sldMk cId="0" sldId="285"/>
        </pc:sldMkLst>
      </pc:sldChg>
      <pc:sldChg chg="ord modNotesTx">
        <pc:chgData name="Ashish Jangid" userId="078e982b-b8ad-4674-908a-9f497f689f2f" providerId="ADAL" clId="{D15AD703-94E9-573B-8323-06CB560AB883}" dt="2026-06-22T08:17:48.371" v="454" actId="20577"/>
        <pc:sldMkLst>
          <pc:docMk/>
          <pc:sldMk cId="0" sldId="286"/>
        </pc:sldMkLst>
      </pc:sldChg>
      <pc:sldChg chg="addSp delSp modSp mod modNotesTx">
        <pc:chgData name="Ashish Jangid" userId="078e982b-b8ad-4674-908a-9f497f689f2f" providerId="ADAL" clId="{D15AD703-94E9-573B-8323-06CB560AB883}" dt="2026-06-25T07:49:11.885" v="1424" actId="12100"/>
        <pc:sldMkLst>
          <pc:docMk/>
          <pc:sldMk cId="1095523216" sldId="2147483092"/>
        </pc:sldMkLst>
        <pc:spChg chg="del">
          <ac:chgData name="Ashish Jangid" userId="078e982b-b8ad-4674-908a-9f497f689f2f" providerId="ADAL" clId="{D15AD703-94E9-573B-8323-06CB560AB883}" dt="2026-06-25T07:26:53.415" v="1000" actId="478"/>
          <ac:spMkLst>
            <pc:docMk/>
            <pc:sldMk cId="1095523216" sldId="2147483092"/>
            <ac:spMk id="2" creationId="{561549D5-2E99-0086-59FB-1859A24D5074}"/>
          </ac:spMkLst>
        </pc:spChg>
        <pc:spChg chg="mod">
          <ac:chgData name="Ashish Jangid" userId="078e982b-b8ad-4674-908a-9f497f689f2f" providerId="ADAL" clId="{D15AD703-94E9-573B-8323-06CB560AB883}" dt="2026-06-25T07:37:57.475" v="1080" actId="20577"/>
          <ac:spMkLst>
            <pc:docMk/>
            <pc:sldMk cId="1095523216" sldId="2147483092"/>
            <ac:spMk id="3" creationId="{75C6BDF8-7C4E-B9A2-F878-A7F679435668}"/>
          </ac:spMkLst>
        </pc:spChg>
        <pc:spChg chg="add del mod">
          <ac:chgData name="Ashish Jangid" userId="078e982b-b8ad-4674-908a-9f497f689f2f" providerId="ADAL" clId="{D15AD703-94E9-573B-8323-06CB560AB883}" dt="2026-06-25T07:26:57.475" v="1001" actId="478"/>
          <ac:spMkLst>
            <pc:docMk/>
            <pc:sldMk cId="1095523216" sldId="2147483092"/>
            <ac:spMk id="4" creationId="{1A88B0A2-A7FD-722E-D67A-F3A4A3198AFF}"/>
          </ac:spMkLst>
        </pc:spChg>
        <pc:spChg chg="add del mod topLvl">
          <ac:chgData name="Ashish Jangid" userId="078e982b-b8ad-4674-908a-9f497f689f2f" providerId="ADAL" clId="{D15AD703-94E9-573B-8323-06CB560AB883}" dt="2026-06-25T07:38:02.211" v="1081" actId="478"/>
          <ac:spMkLst>
            <pc:docMk/>
            <pc:sldMk cId="1095523216" sldId="2147483092"/>
            <ac:spMk id="5" creationId="{683C0EFC-EC3A-7143-C7EC-5B5F34A9D42A}"/>
          </ac:spMkLst>
        </pc:spChg>
        <pc:spChg chg="add del mod topLvl">
          <ac:chgData name="Ashish Jangid" userId="078e982b-b8ad-4674-908a-9f497f689f2f" providerId="ADAL" clId="{D15AD703-94E9-573B-8323-06CB560AB883}" dt="2026-06-25T07:38:02.211" v="1081" actId="478"/>
          <ac:spMkLst>
            <pc:docMk/>
            <pc:sldMk cId="1095523216" sldId="2147483092"/>
            <ac:spMk id="6" creationId="{B4A681C5-32ED-B12F-685C-9EC893859637}"/>
          </ac:spMkLst>
        </pc:spChg>
        <pc:spChg chg="add del mod topLvl">
          <ac:chgData name="Ashish Jangid" userId="078e982b-b8ad-4674-908a-9f497f689f2f" providerId="ADAL" clId="{D15AD703-94E9-573B-8323-06CB560AB883}" dt="2026-06-25T07:38:02.211" v="1081" actId="478"/>
          <ac:spMkLst>
            <pc:docMk/>
            <pc:sldMk cId="1095523216" sldId="2147483092"/>
            <ac:spMk id="7" creationId="{A9A61BFE-4CA7-05DB-D564-42C623E49775}"/>
          </ac:spMkLst>
        </pc:spChg>
        <pc:spChg chg="del mod topLvl">
          <ac:chgData name="Ashish Jangid" userId="078e982b-b8ad-4674-908a-9f497f689f2f" providerId="ADAL" clId="{D15AD703-94E9-573B-8323-06CB560AB883}" dt="2026-06-25T07:38:02.211" v="1081" actId="478"/>
          <ac:spMkLst>
            <pc:docMk/>
            <pc:sldMk cId="1095523216" sldId="2147483092"/>
            <ac:spMk id="10" creationId="{98F2CBC9-238D-E42A-08B4-970DDC89EE90}"/>
          </ac:spMkLst>
        </pc:spChg>
        <pc:spChg chg="del mod topLvl">
          <ac:chgData name="Ashish Jangid" userId="078e982b-b8ad-4674-908a-9f497f689f2f" providerId="ADAL" clId="{D15AD703-94E9-573B-8323-06CB560AB883}" dt="2026-06-25T07:38:02.211" v="1081" actId="478"/>
          <ac:spMkLst>
            <pc:docMk/>
            <pc:sldMk cId="1095523216" sldId="2147483092"/>
            <ac:spMk id="11" creationId="{AE713330-4124-466C-606B-4505801FA484}"/>
          </ac:spMkLst>
        </pc:spChg>
        <pc:spChg chg="del mod topLvl">
          <ac:chgData name="Ashish Jangid" userId="078e982b-b8ad-4674-908a-9f497f689f2f" providerId="ADAL" clId="{D15AD703-94E9-573B-8323-06CB560AB883}" dt="2026-06-25T07:38:02.211" v="1081" actId="478"/>
          <ac:spMkLst>
            <pc:docMk/>
            <pc:sldMk cId="1095523216" sldId="2147483092"/>
            <ac:spMk id="12" creationId="{024576DA-4854-66A6-2E85-B1C258EC6D8A}"/>
          </ac:spMkLst>
        </pc:spChg>
        <pc:spChg chg="del mod topLvl">
          <ac:chgData name="Ashish Jangid" userId="078e982b-b8ad-4674-908a-9f497f689f2f" providerId="ADAL" clId="{D15AD703-94E9-573B-8323-06CB560AB883}" dt="2026-06-25T07:38:02.211" v="1081" actId="478"/>
          <ac:spMkLst>
            <pc:docMk/>
            <pc:sldMk cId="1095523216" sldId="2147483092"/>
            <ac:spMk id="14" creationId="{9A3D789D-2FF9-5080-3776-20030A6DFA5F}"/>
          </ac:spMkLst>
        </pc:spChg>
        <pc:spChg chg="del mod topLvl">
          <ac:chgData name="Ashish Jangid" userId="078e982b-b8ad-4674-908a-9f497f689f2f" providerId="ADAL" clId="{D15AD703-94E9-573B-8323-06CB560AB883}" dt="2026-06-25T07:38:02.211" v="1081" actId="478"/>
          <ac:spMkLst>
            <pc:docMk/>
            <pc:sldMk cId="1095523216" sldId="2147483092"/>
            <ac:spMk id="15" creationId="{DE8E22BB-2EC1-E9FA-070E-E301B4B7E7DF}"/>
          </ac:spMkLst>
        </pc:spChg>
        <pc:spChg chg="del mod topLvl">
          <ac:chgData name="Ashish Jangid" userId="078e982b-b8ad-4674-908a-9f497f689f2f" providerId="ADAL" clId="{D15AD703-94E9-573B-8323-06CB560AB883}" dt="2026-06-25T07:38:02.211" v="1081" actId="478"/>
          <ac:spMkLst>
            <pc:docMk/>
            <pc:sldMk cId="1095523216" sldId="2147483092"/>
            <ac:spMk id="16" creationId="{8E3F25D2-1D2B-3C10-3DA7-20CB7288B255}"/>
          </ac:spMkLst>
        </pc:spChg>
        <pc:spChg chg="add del mod">
          <ac:chgData name="Ashish Jangid" userId="078e982b-b8ad-4674-908a-9f497f689f2f" providerId="ADAL" clId="{D15AD703-94E9-573B-8323-06CB560AB883}" dt="2026-06-25T07:38:02.211" v="1081" actId="478"/>
          <ac:spMkLst>
            <pc:docMk/>
            <pc:sldMk cId="1095523216" sldId="2147483092"/>
            <ac:spMk id="17" creationId="{58CB31D9-AE80-B7D0-F70A-7E38B5A859FB}"/>
          </ac:spMkLst>
        </pc:spChg>
        <pc:grpChg chg="add del mod">
          <ac:chgData name="Ashish Jangid" userId="078e982b-b8ad-4674-908a-9f497f689f2f" providerId="ADAL" clId="{D15AD703-94E9-573B-8323-06CB560AB883}" dt="2026-06-25T07:33:30.733" v="1022" actId="165"/>
          <ac:grpSpMkLst>
            <pc:docMk/>
            <pc:sldMk cId="1095523216" sldId="2147483092"/>
            <ac:grpSpMk id="8" creationId="{28158020-7A16-FEB0-A5C0-C57809F82D7D}"/>
          </ac:grpSpMkLst>
        </pc:grpChg>
        <pc:grpChg chg="add del mod">
          <ac:chgData name="Ashish Jangid" userId="078e982b-b8ad-4674-908a-9f497f689f2f" providerId="ADAL" clId="{D15AD703-94E9-573B-8323-06CB560AB883}" dt="2026-06-25T07:33:35.088" v="1023" actId="165"/>
          <ac:grpSpMkLst>
            <pc:docMk/>
            <pc:sldMk cId="1095523216" sldId="2147483092"/>
            <ac:grpSpMk id="9" creationId="{18325B81-684A-CA27-B2DD-D5F630322D32}"/>
          </ac:grpSpMkLst>
        </pc:grpChg>
        <pc:grpChg chg="add del mod">
          <ac:chgData name="Ashish Jangid" userId="078e982b-b8ad-4674-908a-9f497f689f2f" providerId="ADAL" clId="{D15AD703-94E9-573B-8323-06CB560AB883}" dt="2026-06-25T07:33:38.449" v="1024" actId="165"/>
          <ac:grpSpMkLst>
            <pc:docMk/>
            <pc:sldMk cId="1095523216" sldId="2147483092"/>
            <ac:grpSpMk id="13" creationId="{E30E3DB4-2BF6-6DD4-1A55-20F9A473115E}"/>
          </ac:grpSpMkLst>
        </pc:grpChg>
        <pc:graphicFrameChg chg="add mod modGraphic">
          <ac:chgData name="Ashish Jangid" userId="078e982b-b8ad-4674-908a-9f497f689f2f" providerId="ADAL" clId="{D15AD703-94E9-573B-8323-06CB560AB883}" dt="2026-06-25T07:49:11.885" v="1424" actId="12100"/>
          <ac:graphicFrameMkLst>
            <pc:docMk/>
            <pc:sldMk cId="1095523216" sldId="2147483092"/>
            <ac:graphicFrameMk id="18" creationId="{0C29CDC0-3C9C-FD17-D82C-55612EE1DAC5}"/>
          </ac:graphicFrameMkLst>
        </pc:graphicFrameChg>
      </pc:sldChg>
      <pc:sldChg chg="delSp modSp mod modNotesTx">
        <pc:chgData name="Ashish Jangid" userId="078e982b-b8ad-4674-908a-9f497f689f2f" providerId="ADAL" clId="{D15AD703-94E9-573B-8323-06CB560AB883}" dt="2026-06-22T13:09:31.191" v="996" actId="20577"/>
        <pc:sldMkLst>
          <pc:docMk/>
          <pc:sldMk cId="0" sldId="2147483093"/>
        </pc:sldMkLst>
        <pc:spChg chg="mod">
          <ac:chgData name="Ashish Jangid" userId="078e982b-b8ad-4674-908a-9f497f689f2f" providerId="ADAL" clId="{D15AD703-94E9-573B-8323-06CB560AB883}" dt="2026-06-22T13:09:31.191" v="996" actId="20577"/>
          <ac:spMkLst>
            <pc:docMk/>
            <pc:sldMk cId="0" sldId="2147483093"/>
            <ac:spMk id="4" creationId="{00000000-0000-0000-0000-000000000000}"/>
          </ac:spMkLst>
        </pc:spChg>
      </pc:sldChg>
      <pc:sldChg chg="delSp modSp mod">
        <pc:chgData name="Ashish Jangid" userId="078e982b-b8ad-4674-908a-9f497f689f2f" providerId="ADAL" clId="{D15AD703-94E9-573B-8323-06CB560AB883}" dt="2026-06-26T06:58:37.458" v="1442" actId="478"/>
        <pc:sldMkLst>
          <pc:docMk/>
          <pc:sldMk cId="0" sldId="2147483094"/>
        </pc:sldMkLst>
        <pc:spChg chg="mod">
          <ac:chgData name="Ashish Jangid" userId="078e982b-b8ad-4674-908a-9f497f689f2f" providerId="ADAL" clId="{D15AD703-94E9-573B-8323-06CB560AB883}" dt="2026-06-26T06:57:29.723" v="1435" actId="207"/>
          <ac:spMkLst>
            <pc:docMk/>
            <pc:sldMk cId="0" sldId="2147483094"/>
            <ac:spMk id="12" creationId="{00000000-0000-0000-0000-000000000000}"/>
          </ac:spMkLst>
        </pc:spChg>
        <pc:spChg chg="mod">
          <ac:chgData name="Ashish Jangid" userId="078e982b-b8ad-4674-908a-9f497f689f2f" providerId="ADAL" clId="{D15AD703-94E9-573B-8323-06CB560AB883}" dt="2026-06-26T06:58:30.021" v="1441" actId="207"/>
          <ac:spMkLst>
            <pc:docMk/>
            <pc:sldMk cId="0" sldId="2147483094"/>
            <ac:spMk id="13" creationId="{00000000-0000-0000-0000-000000000000}"/>
          </ac:spMkLst>
        </pc:spChg>
        <pc:spChg chg="mod">
          <ac:chgData name="Ashish Jangid" userId="078e982b-b8ad-4674-908a-9f497f689f2f" providerId="ADAL" clId="{D15AD703-94E9-573B-8323-06CB560AB883}" dt="2026-06-26T06:57:13.104" v="1433" actId="20577"/>
          <ac:spMkLst>
            <pc:docMk/>
            <pc:sldMk cId="0" sldId="2147483094"/>
            <ac:spMk id="14" creationId="{00000000-0000-0000-0000-000000000000}"/>
          </ac:spMkLst>
        </pc:spChg>
        <pc:spChg chg="mod">
          <ac:chgData name="Ashish Jangid" userId="078e982b-b8ad-4674-908a-9f497f689f2f" providerId="ADAL" clId="{D15AD703-94E9-573B-8323-06CB560AB883}" dt="2026-06-26T06:58:11.917" v="1440" actId="113"/>
          <ac:spMkLst>
            <pc:docMk/>
            <pc:sldMk cId="0" sldId="2147483094"/>
            <ac:spMk id="15" creationId="{00000000-0000-0000-0000-000000000000}"/>
          </ac:spMkLst>
        </pc:spChg>
        <pc:spChg chg="del">
          <ac:chgData name="Ashish Jangid" userId="078e982b-b8ad-4674-908a-9f497f689f2f" providerId="ADAL" clId="{D15AD703-94E9-573B-8323-06CB560AB883}" dt="2026-06-26T06:58:37.458" v="1442" actId="478"/>
          <ac:spMkLst>
            <pc:docMk/>
            <pc:sldMk cId="0" sldId="2147483094"/>
            <ac:spMk id="24" creationId="{00000000-0000-0000-0000-000000000000}"/>
          </ac:spMkLst>
        </pc:spChg>
        <pc:spChg chg="del">
          <ac:chgData name="Ashish Jangid" userId="078e982b-b8ad-4674-908a-9f497f689f2f" providerId="ADAL" clId="{D15AD703-94E9-573B-8323-06CB560AB883}" dt="2026-06-26T06:58:37.458" v="1442" actId="478"/>
          <ac:spMkLst>
            <pc:docMk/>
            <pc:sldMk cId="0" sldId="2147483094"/>
            <ac:spMk id="25" creationId="{00000000-0000-0000-0000-000000000000}"/>
          </ac:spMkLst>
        </pc:spChg>
        <pc:spChg chg="del">
          <ac:chgData name="Ashish Jangid" userId="078e982b-b8ad-4674-908a-9f497f689f2f" providerId="ADAL" clId="{D15AD703-94E9-573B-8323-06CB560AB883}" dt="2026-06-26T06:58:37.458" v="1442" actId="478"/>
          <ac:spMkLst>
            <pc:docMk/>
            <pc:sldMk cId="0" sldId="2147483094"/>
            <ac:spMk id="26" creationId="{00000000-0000-0000-0000-000000000000}"/>
          </ac:spMkLst>
        </pc:spChg>
      </pc:sldChg>
      <pc:sldChg chg="addSp delSp modSp mod">
        <pc:chgData name="Ashish Jangid" userId="078e982b-b8ad-4674-908a-9f497f689f2f" providerId="ADAL" clId="{D15AD703-94E9-573B-8323-06CB560AB883}" dt="2026-06-26T06:59:49.976" v="1454" actId="113"/>
        <pc:sldMkLst>
          <pc:docMk/>
          <pc:sldMk cId="0" sldId="2147483095"/>
        </pc:sldMkLst>
        <pc:spChg chg="add mod">
          <ac:chgData name="Ashish Jangid" userId="078e982b-b8ad-4674-908a-9f497f689f2f" providerId="ADAL" clId="{D15AD703-94E9-573B-8323-06CB560AB883}" dt="2026-06-26T06:59:23.052" v="1447" actId="1076"/>
          <ac:spMkLst>
            <pc:docMk/>
            <pc:sldMk cId="0" sldId="2147483095"/>
            <ac:spMk id="2" creationId="{00F1AA07-AB88-382D-6CC3-9C503DE05B11}"/>
          </ac:spMkLst>
        </pc:spChg>
        <pc:spChg chg="add mod">
          <ac:chgData name="Ashish Jangid" userId="078e982b-b8ad-4674-908a-9f497f689f2f" providerId="ADAL" clId="{D15AD703-94E9-573B-8323-06CB560AB883}" dt="2026-06-26T06:59:23.052" v="1447" actId="1076"/>
          <ac:spMkLst>
            <pc:docMk/>
            <pc:sldMk cId="0" sldId="2147483095"/>
            <ac:spMk id="3" creationId="{BDAA37D3-AF3C-7157-260B-A29A6FA87FBF}"/>
          </ac:spMkLst>
        </pc:spChg>
        <pc:spChg chg="add mod">
          <ac:chgData name="Ashish Jangid" userId="078e982b-b8ad-4674-908a-9f497f689f2f" providerId="ADAL" clId="{D15AD703-94E9-573B-8323-06CB560AB883}" dt="2026-06-26T06:59:26.215" v="1449" actId="20577"/>
          <ac:spMkLst>
            <pc:docMk/>
            <pc:sldMk cId="0" sldId="2147483095"/>
            <ac:spMk id="4" creationId="{8955C7CE-48A3-49D0-5837-A179D656BA49}"/>
          </ac:spMkLst>
        </pc:spChg>
        <pc:spChg chg="add mod">
          <ac:chgData name="Ashish Jangid" userId="078e982b-b8ad-4674-908a-9f497f689f2f" providerId="ADAL" clId="{D15AD703-94E9-573B-8323-06CB560AB883}" dt="2026-06-26T06:59:49.976" v="1454" actId="113"/>
          <ac:spMkLst>
            <pc:docMk/>
            <pc:sldMk cId="0" sldId="2147483095"/>
            <ac:spMk id="5" creationId="{AE2B4E35-8368-4766-FFAD-B48DC00CFE00}"/>
          </ac:spMkLst>
        </pc:spChg>
        <pc:spChg chg="del">
          <ac:chgData name="Ashish Jangid" userId="078e982b-b8ad-4674-908a-9f497f689f2f" providerId="ADAL" clId="{D15AD703-94E9-573B-8323-06CB560AB883}" dt="2026-06-26T06:59:07.308" v="1444" actId="478"/>
          <ac:spMkLst>
            <pc:docMk/>
            <pc:sldMk cId="0" sldId="2147483095"/>
            <ac:spMk id="16" creationId="{00000000-0000-0000-0000-000000000000}"/>
          </ac:spMkLst>
        </pc:spChg>
        <pc:spChg chg="del">
          <ac:chgData name="Ashish Jangid" userId="078e982b-b8ad-4674-908a-9f497f689f2f" providerId="ADAL" clId="{D15AD703-94E9-573B-8323-06CB560AB883}" dt="2026-06-26T06:59:07.308" v="1444" actId="478"/>
          <ac:spMkLst>
            <pc:docMk/>
            <pc:sldMk cId="0" sldId="2147483095"/>
            <ac:spMk id="17" creationId="{00000000-0000-0000-0000-000000000000}"/>
          </ac:spMkLst>
        </pc:spChg>
        <pc:spChg chg="del">
          <ac:chgData name="Ashish Jangid" userId="078e982b-b8ad-4674-908a-9f497f689f2f" providerId="ADAL" clId="{D15AD703-94E9-573B-8323-06CB560AB883}" dt="2026-06-26T06:59:07.308" v="1444" actId="478"/>
          <ac:spMkLst>
            <pc:docMk/>
            <pc:sldMk cId="0" sldId="2147483095"/>
            <ac:spMk id="18" creationId="{00000000-0000-0000-0000-000000000000}"/>
          </ac:spMkLst>
        </pc:spChg>
        <pc:spChg chg="del">
          <ac:chgData name="Ashish Jangid" userId="078e982b-b8ad-4674-908a-9f497f689f2f" providerId="ADAL" clId="{D15AD703-94E9-573B-8323-06CB560AB883}" dt="2026-06-26T06:59:07.308" v="1444" actId="478"/>
          <ac:spMkLst>
            <pc:docMk/>
            <pc:sldMk cId="0" sldId="2147483095"/>
            <ac:spMk id="19" creationId="{00000000-0000-0000-0000-000000000000}"/>
          </ac:spMkLst>
        </pc:spChg>
        <pc:spChg chg="del">
          <ac:chgData name="Ashish Jangid" userId="078e982b-b8ad-4674-908a-9f497f689f2f" providerId="ADAL" clId="{D15AD703-94E9-573B-8323-06CB560AB883}" dt="2026-06-26T06:59:11.981" v="1445" actId="478"/>
          <ac:spMkLst>
            <pc:docMk/>
            <pc:sldMk cId="0" sldId="2147483095"/>
            <ac:spMk id="24" creationId="{00000000-0000-0000-0000-000000000000}"/>
          </ac:spMkLst>
        </pc:spChg>
        <pc:spChg chg="del">
          <ac:chgData name="Ashish Jangid" userId="078e982b-b8ad-4674-908a-9f497f689f2f" providerId="ADAL" clId="{D15AD703-94E9-573B-8323-06CB560AB883}" dt="2026-06-26T06:59:11.981" v="1445" actId="478"/>
          <ac:spMkLst>
            <pc:docMk/>
            <pc:sldMk cId="0" sldId="2147483095"/>
            <ac:spMk id="25" creationId="{00000000-0000-0000-0000-000000000000}"/>
          </ac:spMkLst>
        </pc:spChg>
        <pc:spChg chg="del">
          <ac:chgData name="Ashish Jangid" userId="078e982b-b8ad-4674-908a-9f497f689f2f" providerId="ADAL" clId="{D15AD703-94E9-573B-8323-06CB560AB883}" dt="2026-06-26T06:59:11.981" v="1445" actId="478"/>
          <ac:spMkLst>
            <pc:docMk/>
            <pc:sldMk cId="0" sldId="2147483095"/>
            <ac:spMk id="26" creationId="{00000000-0000-0000-0000-000000000000}"/>
          </ac:spMkLst>
        </pc:spChg>
      </pc:sldChg>
      <pc:sldChg chg="delSp modSp mod">
        <pc:chgData name="Ashish Jangid" userId="078e982b-b8ad-4674-908a-9f497f689f2f" providerId="ADAL" clId="{D15AD703-94E9-573B-8323-06CB560AB883}" dt="2026-06-26T07:01:42.045" v="1472" actId="478"/>
        <pc:sldMkLst>
          <pc:docMk/>
          <pc:sldMk cId="0" sldId="2147483096"/>
        </pc:sldMkLst>
        <pc:spChg chg="mod">
          <ac:chgData name="Ashish Jangid" userId="078e982b-b8ad-4674-908a-9f497f689f2f" providerId="ADAL" clId="{D15AD703-94E9-573B-8323-06CB560AB883}" dt="2026-06-26T07:00:36.255" v="1458" actId="207"/>
          <ac:spMkLst>
            <pc:docMk/>
            <pc:sldMk cId="0" sldId="2147483096"/>
            <ac:spMk id="8" creationId="{00000000-0000-0000-0000-000000000000}"/>
          </ac:spMkLst>
        </pc:spChg>
        <pc:spChg chg="mod">
          <ac:chgData name="Ashish Jangid" userId="078e982b-b8ad-4674-908a-9f497f689f2f" providerId="ADAL" clId="{D15AD703-94E9-573B-8323-06CB560AB883}" dt="2026-06-26T07:00:47.016" v="1459" actId="207"/>
          <ac:spMkLst>
            <pc:docMk/>
            <pc:sldMk cId="0" sldId="2147483096"/>
            <ac:spMk id="9" creationId="{00000000-0000-0000-0000-000000000000}"/>
          </ac:spMkLst>
        </pc:spChg>
        <pc:spChg chg="mod">
          <ac:chgData name="Ashish Jangid" userId="078e982b-b8ad-4674-908a-9f497f689f2f" providerId="ADAL" clId="{D15AD703-94E9-573B-8323-06CB560AB883}" dt="2026-06-26T07:00:50.372" v="1461" actId="20577"/>
          <ac:spMkLst>
            <pc:docMk/>
            <pc:sldMk cId="0" sldId="2147483096"/>
            <ac:spMk id="10" creationId="{00000000-0000-0000-0000-000000000000}"/>
          </ac:spMkLst>
        </pc:spChg>
        <pc:spChg chg="mod">
          <ac:chgData name="Ashish Jangid" userId="078e982b-b8ad-4674-908a-9f497f689f2f" providerId="ADAL" clId="{D15AD703-94E9-573B-8323-06CB560AB883}" dt="2026-06-26T07:01:27.079" v="1468" actId="113"/>
          <ac:spMkLst>
            <pc:docMk/>
            <pc:sldMk cId="0" sldId="2147483096"/>
            <ac:spMk id="11" creationId="{00000000-0000-0000-0000-000000000000}"/>
          </ac:spMkLst>
        </pc:spChg>
        <pc:spChg chg="mod">
          <ac:chgData name="Ashish Jangid" userId="078e982b-b8ad-4674-908a-9f497f689f2f" providerId="ADAL" clId="{D15AD703-94E9-573B-8323-06CB560AB883}" dt="2026-06-26T07:00:36.255" v="1458" actId="207"/>
          <ac:spMkLst>
            <pc:docMk/>
            <pc:sldMk cId="0" sldId="2147483096"/>
            <ac:spMk id="12" creationId="{00000000-0000-0000-0000-000000000000}"/>
          </ac:spMkLst>
        </pc:spChg>
        <pc:spChg chg="mod">
          <ac:chgData name="Ashish Jangid" userId="078e982b-b8ad-4674-908a-9f497f689f2f" providerId="ADAL" clId="{D15AD703-94E9-573B-8323-06CB560AB883}" dt="2026-06-26T07:00:47.016" v="1459" actId="207"/>
          <ac:spMkLst>
            <pc:docMk/>
            <pc:sldMk cId="0" sldId="2147483096"/>
            <ac:spMk id="13" creationId="{00000000-0000-0000-0000-000000000000}"/>
          </ac:spMkLst>
        </pc:spChg>
        <pc:spChg chg="mod">
          <ac:chgData name="Ashish Jangid" userId="078e982b-b8ad-4674-908a-9f497f689f2f" providerId="ADAL" clId="{D15AD703-94E9-573B-8323-06CB560AB883}" dt="2026-06-26T07:00:53.466" v="1463" actId="20577"/>
          <ac:spMkLst>
            <pc:docMk/>
            <pc:sldMk cId="0" sldId="2147483096"/>
            <ac:spMk id="14" creationId="{00000000-0000-0000-0000-000000000000}"/>
          </ac:spMkLst>
        </pc:spChg>
        <pc:spChg chg="mod">
          <ac:chgData name="Ashish Jangid" userId="078e982b-b8ad-4674-908a-9f497f689f2f" providerId="ADAL" clId="{D15AD703-94E9-573B-8323-06CB560AB883}" dt="2026-06-26T07:01:31.771" v="1469" actId="113"/>
          <ac:spMkLst>
            <pc:docMk/>
            <pc:sldMk cId="0" sldId="2147483096"/>
            <ac:spMk id="15" creationId="{00000000-0000-0000-0000-000000000000}"/>
          </ac:spMkLst>
        </pc:spChg>
        <pc:spChg chg="mod">
          <ac:chgData name="Ashish Jangid" userId="078e982b-b8ad-4674-908a-9f497f689f2f" providerId="ADAL" clId="{D15AD703-94E9-573B-8323-06CB560AB883}" dt="2026-06-26T07:01:35.609" v="1470" actId="113"/>
          <ac:spMkLst>
            <pc:docMk/>
            <pc:sldMk cId="0" sldId="2147483096"/>
            <ac:spMk id="19" creationId="{00000000-0000-0000-0000-000000000000}"/>
          </ac:spMkLst>
        </pc:spChg>
        <pc:spChg chg="mod">
          <ac:chgData name="Ashish Jangid" userId="078e982b-b8ad-4674-908a-9f497f689f2f" providerId="ADAL" clId="{D15AD703-94E9-573B-8323-06CB560AB883}" dt="2026-06-26T07:00:36.255" v="1458" actId="207"/>
          <ac:spMkLst>
            <pc:docMk/>
            <pc:sldMk cId="0" sldId="2147483096"/>
            <ac:spMk id="20" creationId="{00000000-0000-0000-0000-000000000000}"/>
          </ac:spMkLst>
        </pc:spChg>
        <pc:spChg chg="mod">
          <ac:chgData name="Ashish Jangid" userId="078e982b-b8ad-4674-908a-9f497f689f2f" providerId="ADAL" clId="{D15AD703-94E9-573B-8323-06CB560AB883}" dt="2026-06-26T07:00:47.016" v="1459" actId="207"/>
          <ac:spMkLst>
            <pc:docMk/>
            <pc:sldMk cId="0" sldId="2147483096"/>
            <ac:spMk id="21" creationId="{00000000-0000-0000-0000-000000000000}"/>
          </ac:spMkLst>
        </pc:spChg>
        <pc:spChg chg="mod">
          <ac:chgData name="Ashish Jangid" userId="078e982b-b8ad-4674-908a-9f497f689f2f" providerId="ADAL" clId="{D15AD703-94E9-573B-8323-06CB560AB883}" dt="2026-06-26T07:00:56.395" v="1465" actId="20577"/>
          <ac:spMkLst>
            <pc:docMk/>
            <pc:sldMk cId="0" sldId="2147483096"/>
            <ac:spMk id="22" creationId="{00000000-0000-0000-0000-000000000000}"/>
          </ac:spMkLst>
        </pc:spChg>
        <pc:spChg chg="mod">
          <ac:chgData name="Ashish Jangid" userId="078e982b-b8ad-4674-908a-9f497f689f2f" providerId="ADAL" clId="{D15AD703-94E9-573B-8323-06CB560AB883}" dt="2026-06-26T07:01:38.871" v="1471" actId="113"/>
          <ac:spMkLst>
            <pc:docMk/>
            <pc:sldMk cId="0" sldId="2147483096"/>
            <ac:spMk id="23" creationId="{00000000-0000-0000-0000-000000000000}"/>
          </ac:spMkLst>
        </pc:spChg>
        <pc:spChg chg="del">
          <ac:chgData name="Ashish Jangid" userId="078e982b-b8ad-4674-908a-9f497f689f2f" providerId="ADAL" clId="{D15AD703-94E9-573B-8323-06CB560AB883}" dt="2026-06-26T07:01:42.045" v="1472" actId="478"/>
          <ac:spMkLst>
            <pc:docMk/>
            <pc:sldMk cId="0" sldId="2147483096"/>
            <ac:spMk id="24" creationId="{00000000-0000-0000-0000-000000000000}"/>
          </ac:spMkLst>
        </pc:spChg>
        <pc:spChg chg="del">
          <ac:chgData name="Ashish Jangid" userId="078e982b-b8ad-4674-908a-9f497f689f2f" providerId="ADAL" clId="{D15AD703-94E9-573B-8323-06CB560AB883}" dt="2026-06-26T07:01:42.045" v="1472" actId="478"/>
          <ac:spMkLst>
            <pc:docMk/>
            <pc:sldMk cId="0" sldId="2147483096"/>
            <ac:spMk id="25" creationId="{00000000-0000-0000-0000-000000000000}"/>
          </ac:spMkLst>
        </pc:spChg>
        <pc:spChg chg="del">
          <ac:chgData name="Ashish Jangid" userId="078e982b-b8ad-4674-908a-9f497f689f2f" providerId="ADAL" clId="{D15AD703-94E9-573B-8323-06CB560AB883}" dt="2026-06-26T07:01:42.045" v="1472" actId="478"/>
          <ac:spMkLst>
            <pc:docMk/>
            <pc:sldMk cId="0" sldId="2147483096"/>
            <ac:spMk id="26" creationId="{00000000-0000-0000-0000-000000000000}"/>
          </ac:spMkLst>
        </pc:spChg>
      </pc:sldChg>
      <pc:sldChg chg="addSp delSp modSp mod">
        <pc:chgData name="Ashish Jangid" userId="078e982b-b8ad-4674-908a-9f497f689f2f" providerId="ADAL" clId="{D15AD703-94E9-573B-8323-06CB560AB883}" dt="2026-06-26T07:02:46.358" v="1483" actId="113"/>
        <pc:sldMkLst>
          <pc:docMk/>
          <pc:sldMk cId="0" sldId="2147483097"/>
        </pc:sldMkLst>
        <pc:spChg chg="del">
          <ac:chgData name="Ashish Jangid" userId="078e982b-b8ad-4674-908a-9f497f689f2f" providerId="ADAL" clId="{D15AD703-94E9-573B-8323-06CB560AB883}" dt="2026-06-26T07:02:07.287" v="1474" actId="478"/>
          <ac:spMkLst>
            <pc:docMk/>
            <pc:sldMk cId="0" sldId="2147483097"/>
            <ac:spMk id="2" creationId="{5C123570-B88E-8C17-DE22-FC13EBCF2EC3}"/>
          </ac:spMkLst>
        </pc:spChg>
        <pc:spChg chg="add mod">
          <ac:chgData name="Ashish Jangid" userId="078e982b-b8ad-4674-908a-9f497f689f2f" providerId="ADAL" clId="{D15AD703-94E9-573B-8323-06CB560AB883}" dt="2026-06-26T07:02:20.161" v="1477" actId="1076"/>
          <ac:spMkLst>
            <pc:docMk/>
            <pc:sldMk cId="0" sldId="2147483097"/>
            <ac:spMk id="6" creationId="{D1A2CC2B-561E-EA92-90AB-48BB68A272EC}"/>
          </ac:spMkLst>
        </pc:spChg>
        <pc:spChg chg="add mod">
          <ac:chgData name="Ashish Jangid" userId="078e982b-b8ad-4674-908a-9f497f689f2f" providerId="ADAL" clId="{D15AD703-94E9-573B-8323-06CB560AB883}" dt="2026-06-26T07:02:20.161" v="1477" actId="1076"/>
          <ac:spMkLst>
            <pc:docMk/>
            <pc:sldMk cId="0" sldId="2147483097"/>
            <ac:spMk id="8" creationId="{12E65910-C8CE-AF38-1F67-BDCE5E7939D9}"/>
          </ac:spMkLst>
        </pc:spChg>
        <pc:spChg chg="add mod">
          <ac:chgData name="Ashish Jangid" userId="078e982b-b8ad-4674-908a-9f497f689f2f" providerId="ADAL" clId="{D15AD703-94E9-573B-8323-06CB560AB883}" dt="2026-06-26T07:02:23.483" v="1479" actId="20577"/>
          <ac:spMkLst>
            <pc:docMk/>
            <pc:sldMk cId="0" sldId="2147483097"/>
            <ac:spMk id="12" creationId="{FC718458-7D21-E51D-CEB4-66AA8ED5CB3D}"/>
          </ac:spMkLst>
        </pc:spChg>
        <pc:spChg chg="del">
          <ac:chgData name="Ashish Jangid" userId="078e982b-b8ad-4674-908a-9f497f689f2f" providerId="ADAL" clId="{D15AD703-94E9-573B-8323-06CB560AB883}" dt="2026-06-26T07:02:07.287" v="1474" actId="478"/>
          <ac:spMkLst>
            <pc:docMk/>
            <pc:sldMk cId="0" sldId="2147483097"/>
            <ac:spMk id="13" creationId="{00000000-0000-0000-0000-000000000000}"/>
          </ac:spMkLst>
        </pc:spChg>
        <pc:spChg chg="del">
          <ac:chgData name="Ashish Jangid" userId="078e982b-b8ad-4674-908a-9f497f689f2f" providerId="ADAL" clId="{D15AD703-94E9-573B-8323-06CB560AB883}" dt="2026-06-26T07:02:07.287" v="1474" actId="478"/>
          <ac:spMkLst>
            <pc:docMk/>
            <pc:sldMk cId="0" sldId="2147483097"/>
            <ac:spMk id="14" creationId="{00000000-0000-0000-0000-000000000000}"/>
          </ac:spMkLst>
        </pc:spChg>
        <pc:spChg chg="del">
          <ac:chgData name="Ashish Jangid" userId="078e982b-b8ad-4674-908a-9f497f689f2f" providerId="ADAL" clId="{D15AD703-94E9-573B-8323-06CB560AB883}" dt="2026-06-26T07:02:07.287" v="1474" actId="478"/>
          <ac:spMkLst>
            <pc:docMk/>
            <pc:sldMk cId="0" sldId="2147483097"/>
            <ac:spMk id="15" creationId="{00000000-0000-0000-0000-000000000000}"/>
          </ac:spMkLst>
        </pc:spChg>
        <pc:spChg chg="add mod">
          <ac:chgData name="Ashish Jangid" userId="078e982b-b8ad-4674-908a-9f497f689f2f" providerId="ADAL" clId="{D15AD703-94E9-573B-8323-06CB560AB883}" dt="2026-06-26T07:02:46.358" v="1483" actId="113"/>
          <ac:spMkLst>
            <pc:docMk/>
            <pc:sldMk cId="0" sldId="2147483097"/>
            <ac:spMk id="16" creationId="{EE63D46A-6DAF-3140-2AA4-3C3878153C44}"/>
          </ac:spMkLst>
        </pc:spChg>
        <pc:spChg chg="del">
          <ac:chgData name="Ashish Jangid" userId="078e982b-b8ad-4674-908a-9f497f689f2f" providerId="ADAL" clId="{D15AD703-94E9-573B-8323-06CB560AB883}" dt="2026-06-26T07:02:10.840" v="1475" actId="478"/>
          <ac:spMkLst>
            <pc:docMk/>
            <pc:sldMk cId="0" sldId="2147483097"/>
            <ac:spMk id="24" creationId="{5B505AA7-6A01-DA42-7098-EFB7CB4DEBC5}"/>
          </ac:spMkLst>
        </pc:spChg>
        <pc:spChg chg="del">
          <ac:chgData name="Ashish Jangid" userId="078e982b-b8ad-4674-908a-9f497f689f2f" providerId="ADAL" clId="{D15AD703-94E9-573B-8323-06CB560AB883}" dt="2026-06-26T07:02:10.840" v="1475" actId="478"/>
          <ac:spMkLst>
            <pc:docMk/>
            <pc:sldMk cId="0" sldId="2147483097"/>
            <ac:spMk id="26" creationId="{00000000-0000-0000-0000-000000000000}"/>
          </ac:spMkLst>
        </pc:spChg>
        <pc:spChg chg="del">
          <ac:chgData name="Ashish Jangid" userId="078e982b-b8ad-4674-908a-9f497f689f2f" providerId="ADAL" clId="{D15AD703-94E9-573B-8323-06CB560AB883}" dt="2026-06-26T07:02:10.840" v="1475" actId="478"/>
          <ac:spMkLst>
            <pc:docMk/>
            <pc:sldMk cId="0" sldId="2147483097"/>
            <ac:spMk id="27" creationId="{00000000-0000-0000-0000-000000000000}"/>
          </ac:spMkLst>
        </pc:spChg>
        <pc:spChg chg="del">
          <ac:chgData name="Ashish Jangid" userId="078e982b-b8ad-4674-908a-9f497f689f2f" providerId="ADAL" clId="{D15AD703-94E9-573B-8323-06CB560AB883}" dt="2026-06-26T07:02:10.840" v="1475" actId="478"/>
          <ac:spMkLst>
            <pc:docMk/>
            <pc:sldMk cId="0" sldId="2147483097"/>
            <ac:spMk id="28" creationId="{00000000-0000-0000-0000-000000000000}"/>
          </ac:spMkLst>
        </pc:spChg>
      </pc:sldChg>
      <pc:sldChg chg="addSp delSp modSp mod">
        <pc:chgData name="Ashish Jangid" userId="078e982b-b8ad-4674-908a-9f497f689f2f" providerId="ADAL" clId="{D15AD703-94E9-573B-8323-06CB560AB883}" dt="2026-06-26T07:03:50.127" v="1494" actId="113"/>
        <pc:sldMkLst>
          <pc:docMk/>
          <pc:sldMk cId="0" sldId="2147483098"/>
        </pc:sldMkLst>
        <pc:spChg chg="del">
          <ac:chgData name="Ashish Jangid" userId="078e982b-b8ad-4674-908a-9f497f689f2f" providerId="ADAL" clId="{D15AD703-94E9-573B-8323-06CB560AB883}" dt="2026-06-26T07:03:08.739" v="1485" actId="478"/>
          <ac:spMkLst>
            <pc:docMk/>
            <pc:sldMk cId="0" sldId="2147483098"/>
            <ac:spMk id="4" creationId="{C8BCFD8A-DBB9-F6BA-1574-FFEE7A8E5590}"/>
          </ac:spMkLst>
        </pc:spChg>
        <pc:spChg chg="add mod">
          <ac:chgData name="Ashish Jangid" userId="078e982b-b8ad-4674-908a-9f497f689f2f" providerId="ADAL" clId="{D15AD703-94E9-573B-8323-06CB560AB883}" dt="2026-06-26T07:03:20.073" v="1488" actId="1076"/>
          <ac:spMkLst>
            <pc:docMk/>
            <pc:sldMk cId="0" sldId="2147483098"/>
            <ac:spMk id="6" creationId="{06A046A7-86C5-EB1F-C8A5-65A1CA00326C}"/>
          </ac:spMkLst>
        </pc:spChg>
        <pc:spChg chg="add mod">
          <ac:chgData name="Ashish Jangid" userId="078e982b-b8ad-4674-908a-9f497f689f2f" providerId="ADAL" clId="{D15AD703-94E9-573B-8323-06CB560AB883}" dt="2026-06-26T07:03:20.073" v="1488" actId="1076"/>
          <ac:spMkLst>
            <pc:docMk/>
            <pc:sldMk cId="0" sldId="2147483098"/>
            <ac:spMk id="8" creationId="{97511AFA-6B21-15A2-93FC-16F3FF89BFC3}"/>
          </ac:spMkLst>
        </pc:spChg>
        <pc:spChg chg="add mod">
          <ac:chgData name="Ashish Jangid" userId="078e982b-b8ad-4674-908a-9f497f689f2f" providerId="ADAL" clId="{D15AD703-94E9-573B-8323-06CB560AB883}" dt="2026-06-26T07:03:23.152" v="1490" actId="20577"/>
          <ac:spMkLst>
            <pc:docMk/>
            <pc:sldMk cId="0" sldId="2147483098"/>
            <ac:spMk id="12" creationId="{A82AD1D2-956B-3981-760B-BAE182C7EF1D}"/>
          </ac:spMkLst>
        </pc:spChg>
        <pc:spChg chg="del">
          <ac:chgData name="Ashish Jangid" userId="078e982b-b8ad-4674-908a-9f497f689f2f" providerId="ADAL" clId="{D15AD703-94E9-573B-8323-06CB560AB883}" dt="2026-06-26T07:03:08.739" v="1485" actId="478"/>
          <ac:spMkLst>
            <pc:docMk/>
            <pc:sldMk cId="0" sldId="2147483098"/>
            <ac:spMk id="13" creationId="{00000000-0000-0000-0000-000000000000}"/>
          </ac:spMkLst>
        </pc:spChg>
        <pc:spChg chg="del">
          <ac:chgData name="Ashish Jangid" userId="078e982b-b8ad-4674-908a-9f497f689f2f" providerId="ADAL" clId="{D15AD703-94E9-573B-8323-06CB560AB883}" dt="2026-06-26T07:03:08.739" v="1485" actId="478"/>
          <ac:spMkLst>
            <pc:docMk/>
            <pc:sldMk cId="0" sldId="2147483098"/>
            <ac:spMk id="14" creationId="{00000000-0000-0000-0000-000000000000}"/>
          </ac:spMkLst>
        </pc:spChg>
        <pc:spChg chg="del">
          <ac:chgData name="Ashish Jangid" userId="078e982b-b8ad-4674-908a-9f497f689f2f" providerId="ADAL" clId="{D15AD703-94E9-573B-8323-06CB560AB883}" dt="2026-06-26T07:03:08.739" v="1485" actId="478"/>
          <ac:spMkLst>
            <pc:docMk/>
            <pc:sldMk cId="0" sldId="2147483098"/>
            <ac:spMk id="15" creationId="{00000000-0000-0000-0000-000000000000}"/>
          </ac:spMkLst>
        </pc:spChg>
        <pc:spChg chg="add mod">
          <ac:chgData name="Ashish Jangid" userId="078e982b-b8ad-4674-908a-9f497f689f2f" providerId="ADAL" clId="{D15AD703-94E9-573B-8323-06CB560AB883}" dt="2026-06-26T07:03:50.127" v="1494" actId="113"/>
          <ac:spMkLst>
            <pc:docMk/>
            <pc:sldMk cId="0" sldId="2147483098"/>
            <ac:spMk id="16" creationId="{D0075A0A-8513-1863-E8EF-035B0CC25779}"/>
          </ac:spMkLst>
        </pc:spChg>
        <pc:spChg chg="del">
          <ac:chgData name="Ashish Jangid" userId="078e982b-b8ad-4674-908a-9f497f689f2f" providerId="ADAL" clId="{D15AD703-94E9-573B-8323-06CB560AB883}" dt="2026-06-26T07:03:12.258" v="1486" actId="478"/>
          <ac:spMkLst>
            <pc:docMk/>
            <pc:sldMk cId="0" sldId="2147483098"/>
            <ac:spMk id="24" creationId="{00000000-0000-0000-0000-000000000000}"/>
          </ac:spMkLst>
        </pc:spChg>
        <pc:spChg chg="del">
          <ac:chgData name="Ashish Jangid" userId="078e982b-b8ad-4674-908a-9f497f689f2f" providerId="ADAL" clId="{D15AD703-94E9-573B-8323-06CB560AB883}" dt="2026-06-26T07:03:12.258" v="1486" actId="478"/>
          <ac:spMkLst>
            <pc:docMk/>
            <pc:sldMk cId="0" sldId="2147483098"/>
            <ac:spMk id="26" creationId="{00000000-0000-0000-0000-000000000000}"/>
          </ac:spMkLst>
        </pc:spChg>
        <pc:spChg chg="del">
          <ac:chgData name="Ashish Jangid" userId="078e982b-b8ad-4674-908a-9f497f689f2f" providerId="ADAL" clId="{D15AD703-94E9-573B-8323-06CB560AB883}" dt="2026-06-26T07:03:12.258" v="1486" actId="478"/>
          <ac:spMkLst>
            <pc:docMk/>
            <pc:sldMk cId="0" sldId="2147483098"/>
            <ac:spMk id="27" creationId="{00000000-0000-0000-0000-000000000000}"/>
          </ac:spMkLst>
        </pc:spChg>
        <pc:spChg chg="del">
          <ac:chgData name="Ashish Jangid" userId="078e982b-b8ad-4674-908a-9f497f689f2f" providerId="ADAL" clId="{D15AD703-94E9-573B-8323-06CB560AB883}" dt="2026-06-26T07:03:12.258" v="1486" actId="478"/>
          <ac:spMkLst>
            <pc:docMk/>
            <pc:sldMk cId="0" sldId="2147483098"/>
            <ac:spMk id="28" creationId="{00000000-0000-0000-0000-000000000000}"/>
          </ac:spMkLst>
        </pc:spChg>
      </pc:sldChg>
      <pc:sldChg chg="modSp mod">
        <pc:chgData name="Ashish Jangid" userId="078e982b-b8ad-4674-908a-9f497f689f2f" providerId="ADAL" clId="{D15AD703-94E9-573B-8323-06CB560AB883}" dt="2026-06-22T07:52:51.016" v="164" actId="1076"/>
        <pc:sldMkLst>
          <pc:docMk/>
          <pc:sldMk cId="0" sldId="2147483100"/>
        </pc:sldMkLst>
        <pc:spChg chg="mod">
          <ac:chgData name="Ashish Jangid" userId="078e982b-b8ad-4674-908a-9f497f689f2f" providerId="ADAL" clId="{D15AD703-94E9-573B-8323-06CB560AB883}" dt="2026-06-22T07:52:51.016" v="164" actId="1076"/>
          <ac:spMkLst>
            <pc:docMk/>
            <pc:sldMk cId="0" sldId="2147483100"/>
            <ac:spMk id="14" creationId="{00000000-0000-0000-0000-000000000000}"/>
          </ac:spMkLst>
        </pc:spChg>
      </pc:sldChg>
      <pc:sldChg chg="delSp mod">
        <pc:chgData name="Ashish Jangid" userId="078e982b-b8ad-4674-908a-9f497f689f2f" providerId="ADAL" clId="{D15AD703-94E9-573B-8323-06CB560AB883}" dt="2026-06-26T07:04:20.271" v="1496" actId="478"/>
        <pc:sldMkLst>
          <pc:docMk/>
          <pc:sldMk cId="2809885439" sldId="2147483101"/>
        </pc:sldMkLst>
        <pc:spChg chg="del">
          <ac:chgData name="Ashish Jangid" userId="078e982b-b8ad-4674-908a-9f497f689f2f" providerId="ADAL" clId="{D15AD703-94E9-573B-8323-06CB560AB883}" dt="2026-06-26T07:04:20.271" v="1496" actId="478"/>
          <ac:spMkLst>
            <pc:docMk/>
            <pc:sldMk cId="2809885439" sldId="2147483101"/>
            <ac:spMk id="2" creationId="{B135DB21-9730-3C93-3F89-9C51918FA425}"/>
          </ac:spMkLst>
        </pc:spChg>
        <pc:spChg chg="del">
          <ac:chgData name="Ashish Jangid" userId="078e982b-b8ad-4674-908a-9f497f689f2f" providerId="ADAL" clId="{D15AD703-94E9-573B-8323-06CB560AB883}" dt="2026-06-26T07:04:20.271" v="1496" actId="478"/>
          <ac:spMkLst>
            <pc:docMk/>
            <pc:sldMk cId="2809885439" sldId="2147483101"/>
            <ac:spMk id="3" creationId="{80F43918-6E63-0643-E72F-C8CFB1593981}"/>
          </ac:spMkLst>
        </pc:spChg>
        <pc:spChg chg="del">
          <ac:chgData name="Ashish Jangid" userId="078e982b-b8ad-4674-908a-9f497f689f2f" providerId="ADAL" clId="{D15AD703-94E9-573B-8323-06CB560AB883}" dt="2026-06-26T07:04:20.271" v="1496" actId="478"/>
          <ac:spMkLst>
            <pc:docMk/>
            <pc:sldMk cId="2809885439" sldId="2147483101"/>
            <ac:spMk id="4" creationId="{EEA5B134-5537-9BED-F2C7-912A554C296C}"/>
          </ac:spMkLst>
        </pc:spChg>
        <pc:spChg chg="del">
          <ac:chgData name="Ashish Jangid" userId="078e982b-b8ad-4674-908a-9f497f689f2f" providerId="ADAL" clId="{D15AD703-94E9-573B-8323-06CB560AB883}" dt="2026-06-26T07:04:20.271" v="1496" actId="478"/>
          <ac:spMkLst>
            <pc:docMk/>
            <pc:sldMk cId="2809885439" sldId="2147483101"/>
            <ac:spMk id="5" creationId="{29A6FD8D-4AA6-A97A-117D-689ABAFFC043}"/>
          </ac:spMkLst>
        </pc:spChg>
        <pc:spChg chg="del">
          <ac:chgData name="Ashish Jangid" userId="078e982b-b8ad-4674-908a-9f497f689f2f" providerId="ADAL" clId="{D15AD703-94E9-573B-8323-06CB560AB883}" dt="2026-06-26T07:04:14.038" v="1495" actId="478"/>
          <ac:spMkLst>
            <pc:docMk/>
            <pc:sldMk cId="2809885439" sldId="2147483101"/>
            <ac:spMk id="14" creationId="{A0CE2979-4B05-20E5-3F33-E2C1BD65A2A0}"/>
          </ac:spMkLst>
        </pc:spChg>
        <pc:spChg chg="del">
          <ac:chgData name="Ashish Jangid" userId="078e982b-b8ad-4674-908a-9f497f689f2f" providerId="ADAL" clId="{D15AD703-94E9-573B-8323-06CB560AB883}" dt="2026-06-26T07:04:14.038" v="1495" actId="478"/>
          <ac:spMkLst>
            <pc:docMk/>
            <pc:sldMk cId="2809885439" sldId="2147483101"/>
            <ac:spMk id="26" creationId="{416B86DC-BB0B-467D-9BFB-1515FC7882E8}"/>
          </ac:spMkLst>
        </pc:spChg>
        <pc:spChg chg="del">
          <ac:chgData name="Ashish Jangid" userId="078e982b-b8ad-4674-908a-9f497f689f2f" providerId="ADAL" clId="{D15AD703-94E9-573B-8323-06CB560AB883}" dt="2026-06-26T07:04:20.271" v="1496" actId="478"/>
          <ac:spMkLst>
            <pc:docMk/>
            <pc:sldMk cId="2809885439" sldId="2147483101"/>
            <ac:spMk id="29" creationId="{67BE4D79-81C4-EE5F-0362-65F071837634}"/>
          </ac:spMkLst>
        </pc:spChg>
      </pc:sldChg>
      <pc:sldChg chg="delSp mod">
        <pc:chgData name="Ashish Jangid" userId="078e982b-b8ad-4674-908a-9f497f689f2f" providerId="ADAL" clId="{D15AD703-94E9-573B-8323-06CB560AB883}" dt="2026-06-26T07:04:30.470" v="1497" actId="478"/>
        <pc:sldMkLst>
          <pc:docMk/>
          <pc:sldMk cId="3091500787" sldId="2147483102"/>
        </pc:sldMkLst>
        <pc:spChg chg="del">
          <ac:chgData name="Ashish Jangid" userId="078e982b-b8ad-4674-908a-9f497f689f2f" providerId="ADAL" clId="{D15AD703-94E9-573B-8323-06CB560AB883}" dt="2026-06-26T07:04:30.470" v="1497" actId="478"/>
          <ac:spMkLst>
            <pc:docMk/>
            <pc:sldMk cId="3091500787" sldId="2147483102"/>
            <ac:spMk id="2" creationId="{8368E040-FF44-50CD-5038-65CBF59C5458}"/>
          </ac:spMkLst>
        </pc:spChg>
        <pc:spChg chg="del">
          <ac:chgData name="Ashish Jangid" userId="078e982b-b8ad-4674-908a-9f497f689f2f" providerId="ADAL" clId="{D15AD703-94E9-573B-8323-06CB560AB883}" dt="2026-06-26T07:04:30.470" v="1497" actId="478"/>
          <ac:spMkLst>
            <pc:docMk/>
            <pc:sldMk cId="3091500787" sldId="2147483102"/>
            <ac:spMk id="3" creationId="{BC05B3D2-DCA4-E122-1E20-F75198D6ECD8}"/>
          </ac:spMkLst>
        </pc:spChg>
        <pc:spChg chg="del">
          <ac:chgData name="Ashish Jangid" userId="078e982b-b8ad-4674-908a-9f497f689f2f" providerId="ADAL" clId="{D15AD703-94E9-573B-8323-06CB560AB883}" dt="2026-06-26T07:04:30.470" v="1497" actId="478"/>
          <ac:spMkLst>
            <pc:docMk/>
            <pc:sldMk cId="3091500787" sldId="2147483102"/>
            <ac:spMk id="4" creationId="{9F905F2B-C21F-E1B3-7F6F-B586DB5342C3}"/>
          </ac:spMkLst>
        </pc:spChg>
        <pc:spChg chg="del">
          <ac:chgData name="Ashish Jangid" userId="078e982b-b8ad-4674-908a-9f497f689f2f" providerId="ADAL" clId="{D15AD703-94E9-573B-8323-06CB560AB883}" dt="2026-06-26T07:04:30.470" v="1497" actId="478"/>
          <ac:spMkLst>
            <pc:docMk/>
            <pc:sldMk cId="3091500787" sldId="2147483102"/>
            <ac:spMk id="5" creationId="{4652D47D-BC5B-D533-9065-AC22412B6E4C}"/>
          </ac:spMkLst>
        </pc:spChg>
        <pc:spChg chg="del">
          <ac:chgData name="Ashish Jangid" userId="078e982b-b8ad-4674-908a-9f497f689f2f" providerId="ADAL" clId="{D15AD703-94E9-573B-8323-06CB560AB883}" dt="2026-06-26T07:04:30.470" v="1497" actId="478"/>
          <ac:spMkLst>
            <pc:docMk/>
            <pc:sldMk cId="3091500787" sldId="2147483102"/>
            <ac:spMk id="14" creationId="{172B9BD7-7365-2EA4-4934-6D3C45A3E00F}"/>
          </ac:spMkLst>
        </pc:spChg>
        <pc:spChg chg="del">
          <ac:chgData name="Ashish Jangid" userId="078e982b-b8ad-4674-908a-9f497f689f2f" providerId="ADAL" clId="{D15AD703-94E9-573B-8323-06CB560AB883}" dt="2026-06-26T07:04:30.470" v="1497" actId="478"/>
          <ac:spMkLst>
            <pc:docMk/>
            <pc:sldMk cId="3091500787" sldId="2147483102"/>
            <ac:spMk id="23" creationId="{FE673C13-0C4E-64CE-620C-4D458C1CCB39}"/>
          </ac:spMkLst>
        </pc:spChg>
        <pc:spChg chg="del">
          <ac:chgData name="Ashish Jangid" userId="078e982b-b8ad-4674-908a-9f497f689f2f" providerId="ADAL" clId="{D15AD703-94E9-573B-8323-06CB560AB883}" dt="2026-06-26T07:04:30.470" v="1497" actId="478"/>
          <ac:spMkLst>
            <pc:docMk/>
            <pc:sldMk cId="3091500787" sldId="2147483102"/>
            <ac:spMk id="27" creationId="{8BC5DE93-E669-99B3-4963-903F95CD9B27}"/>
          </ac:spMkLst>
        </pc:spChg>
      </pc:sldChg>
      <pc:sldChg chg="addSp delSp modSp add mod setBg">
        <pc:chgData name="Ashish Jangid" userId="078e982b-b8ad-4674-908a-9f497f689f2f" providerId="ADAL" clId="{D15AD703-94E9-573B-8323-06CB560AB883}" dt="2026-06-22T12:39:14.489" v="870" actId="114"/>
        <pc:sldMkLst>
          <pc:docMk/>
          <pc:sldMk cId="0" sldId="2147483106"/>
        </pc:sldMkLst>
        <pc:spChg chg="mod">
          <ac:chgData name="Ashish Jangid" userId="078e982b-b8ad-4674-908a-9f497f689f2f" providerId="ADAL" clId="{D15AD703-94E9-573B-8323-06CB560AB883}" dt="2026-06-22T12:39:14.489" v="870" actId="114"/>
          <ac:spMkLst>
            <pc:docMk/>
            <pc:sldMk cId="0" sldId="2147483106"/>
            <ac:spMk id="3" creationId="{00000000-0000-0000-0000-000000000000}"/>
          </ac:spMkLst>
        </pc:spChg>
        <pc:spChg chg="mod">
          <ac:chgData name="Ashish Jangid" userId="078e982b-b8ad-4674-908a-9f497f689f2f" providerId="ADAL" clId="{D15AD703-94E9-573B-8323-06CB560AB883}" dt="2026-06-22T12:39:00.397" v="848" actId="14100"/>
          <ac:spMkLst>
            <pc:docMk/>
            <pc:sldMk cId="0" sldId="2147483106"/>
            <ac:spMk id="4"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7"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8"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9"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10"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11" creationId="{00000000-0000-0000-0000-000000000000}"/>
          </ac:spMkLst>
        </pc:spChg>
        <pc:spChg chg="mod">
          <ac:chgData name="Ashish Jangid" userId="078e982b-b8ad-4674-908a-9f497f689f2f" providerId="ADAL" clId="{D15AD703-94E9-573B-8323-06CB560AB883}" dt="2026-06-22T12:38:54.692" v="847" actId="1035"/>
          <ac:spMkLst>
            <pc:docMk/>
            <pc:sldMk cId="0" sldId="2147483106"/>
            <ac:spMk id="16"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17" creationId="{00000000-0000-0000-0000-000000000000}"/>
          </ac:spMkLst>
        </pc:spChg>
        <pc:spChg chg="mod">
          <ac:chgData name="Ashish Jangid" userId="078e982b-b8ad-4674-908a-9f497f689f2f" providerId="ADAL" clId="{D15AD703-94E9-573B-8323-06CB560AB883}" dt="2026-06-22T12:39:00.397" v="848" actId="14100"/>
          <ac:spMkLst>
            <pc:docMk/>
            <pc:sldMk cId="0" sldId="2147483106"/>
            <ac:spMk id="18"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19"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20"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21" creationId="{00000000-0000-0000-0000-000000000000}"/>
          </ac:spMkLst>
        </pc:spChg>
        <pc:spChg chg="mod">
          <ac:chgData name="Ashish Jangid" userId="078e982b-b8ad-4674-908a-9f497f689f2f" providerId="ADAL" clId="{D15AD703-94E9-573B-8323-06CB560AB883}" dt="2026-06-22T12:39:06.823" v="868" actId="1036"/>
          <ac:spMkLst>
            <pc:docMk/>
            <pc:sldMk cId="0" sldId="2147483106"/>
            <ac:spMk id="23" creationId="{00000000-0000-0000-0000-000000000000}"/>
          </ac:spMkLst>
        </pc:spChg>
        <pc:spChg chg="mod">
          <ac:chgData name="Ashish Jangid" userId="078e982b-b8ad-4674-908a-9f497f689f2f" providerId="ADAL" clId="{D15AD703-94E9-573B-8323-06CB560AB883}" dt="2026-06-22T12:38:54.692" v="847" actId="1035"/>
          <ac:spMkLst>
            <pc:docMk/>
            <pc:sldMk cId="0" sldId="2147483106"/>
            <ac:spMk id="24" creationId="{00000000-0000-0000-0000-000000000000}"/>
          </ac:spMkLst>
        </pc:spChg>
        <pc:spChg chg="add mod">
          <ac:chgData name="Ashish Jangid" userId="078e982b-b8ad-4674-908a-9f497f689f2f" providerId="ADAL" clId="{D15AD703-94E9-573B-8323-06CB560AB883}" dt="2026-06-22T12:18:52.061" v="621"/>
          <ac:spMkLst>
            <pc:docMk/>
            <pc:sldMk cId="0" sldId="2147483106"/>
            <ac:spMk id="31" creationId="{D30A1665-1396-6237-1996-D92A227E39A1}"/>
          </ac:spMkLst>
        </pc:spChg>
      </pc:sldChg>
      <pc:sldChg chg="addSp delSp modSp add mod setBg">
        <pc:chgData name="Ashish Jangid" userId="078e982b-b8ad-4674-908a-9f497f689f2f" providerId="ADAL" clId="{D15AD703-94E9-573B-8323-06CB560AB883}" dt="2026-06-22T12:35:40.438" v="739" actId="1035"/>
        <pc:sldMkLst>
          <pc:docMk/>
          <pc:sldMk cId="0" sldId="2147483108"/>
        </pc:sldMkLst>
        <pc:spChg chg="mod">
          <ac:chgData name="Ashish Jangid" userId="078e982b-b8ad-4674-908a-9f497f689f2f" providerId="ADAL" clId="{D15AD703-94E9-573B-8323-06CB560AB883}" dt="2026-06-22T12:33:53.214" v="665" actId="113"/>
          <ac:spMkLst>
            <pc:docMk/>
            <pc:sldMk cId="0" sldId="2147483108"/>
            <ac:spMk id="5" creationId="{00000000-0000-0000-0000-000000000000}"/>
          </ac:spMkLst>
        </pc:spChg>
        <pc:spChg chg="mod">
          <ac:chgData name="Ashish Jangid" userId="078e982b-b8ad-4674-908a-9f497f689f2f" providerId="ADAL" clId="{D15AD703-94E9-573B-8323-06CB560AB883}" dt="2026-06-22T12:35:40.438" v="739" actId="1035"/>
          <ac:spMkLst>
            <pc:docMk/>
            <pc:sldMk cId="0" sldId="2147483108"/>
            <ac:spMk id="6" creationId="{00000000-0000-0000-0000-000000000000}"/>
          </ac:spMkLst>
        </pc:spChg>
        <pc:spChg chg="mod">
          <ac:chgData name="Ashish Jangid" userId="078e982b-b8ad-4674-908a-9f497f689f2f" providerId="ADAL" clId="{D15AD703-94E9-573B-8323-06CB560AB883}" dt="2026-06-22T12:35:40.438" v="739" actId="1035"/>
          <ac:spMkLst>
            <pc:docMk/>
            <pc:sldMk cId="0" sldId="2147483108"/>
            <ac:spMk id="7"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9"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13"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14"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15"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22"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25"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30"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33" creationId="{00000000-0000-0000-0000-000000000000}"/>
          </ac:spMkLst>
        </pc:spChg>
        <pc:spChg chg="mod">
          <ac:chgData name="Ashish Jangid" userId="078e982b-b8ad-4674-908a-9f497f689f2f" providerId="ADAL" clId="{D15AD703-94E9-573B-8323-06CB560AB883}" dt="2026-06-22T12:35:32.585" v="722" actId="1036"/>
          <ac:spMkLst>
            <pc:docMk/>
            <pc:sldMk cId="0" sldId="2147483108"/>
            <ac:spMk id="34" creationId="{00000000-0000-0000-0000-000000000000}"/>
          </ac:spMkLst>
        </pc:spChg>
        <pc:spChg chg="mod">
          <ac:chgData name="Ashish Jangid" userId="078e982b-b8ad-4674-908a-9f497f689f2f" providerId="ADAL" clId="{D15AD703-94E9-573B-8323-06CB560AB883}" dt="2026-06-22T12:35:16.919" v="693" actId="20577"/>
          <ac:spMkLst>
            <pc:docMk/>
            <pc:sldMk cId="0" sldId="2147483108"/>
            <ac:spMk id="35" creationId="{00000000-0000-0000-0000-000000000000}"/>
          </ac:spMkLst>
        </pc:spChg>
      </pc:sldChg>
      <pc:sldChg chg="delSp modSp add mod setBg">
        <pc:chgData name="Ashish Jangid" userId="078e982b-b8ad-4674-908a-9f497f689f2f" providerId="ADAL" clId="{D15AD703-94E9-573B-8323-06CB560AB883}" dt="2026-06-22T12:34:31.076" v="679" actId="478"/>
        <pc:sldMkLst>
          <pc:docMk/>
          <pc:sldMk cId="0" sldId="2147483109"/>
        </pc:sldMkLst>
        <pc:spChg chg="mod">
          <ac:chgData name="Ashish Jangid" userId="078e982b-b8ad-4674-908a-9f497f689f2f" providerId="ADAL" clId="{D15AD703-94E9-573B-8323-06CB560AB883}" dt="2026-06-22T12:33:58.134" v="667" actId="113"/>
          <ac:spMkLst>
            <pc:docMk/>
            <pc:sldMk cId="0" sldId="2147483109"/>
            <ac:spMk id="5" creationId="{00000000-0000-0000-0000-000000000000}"/>
          </ac:spMkLst>
        </pc:spChg>
      </pc:sldChg>
      <pc:sldChg chg="delSp modSp add mod setBg">
        <pc:chgData name="Ashish Jangid" userId="078e982b-b8ad-4674-908a-9f497f689f2f" providerId="ADAL" clId="{D15AD703-94E9-573B-8323-06CB560AB883}" dt="2026-06-22T12:36:53.473" v="816" actId="1036"/>
        <pc:sldMkLst>
          <pc:docMk/>
          <pc:sldMk cId="0" sldId="2147483110"/>
        </pc:sldMkLst>
        <pc:spChg chg="mod">
          <ac:chgData name="Ashish Jangid" userId="078e982b-b8ad-4674-908a-9f497f689f2f" providerId="ADAL" clId="{D15AD703-94E9-573B-8323-06CB560AB883}" dt="2026-06-22T12:34:03.411" v="669" actId="113"/>
          <ac:spMkLst>
            <pc:docMk/>
            <pc:sldMk cId="0" sldId="2147483110"/>
            <ac:spMk id="5" creationId="{00000000-0000-0000-0000-000000000000}"/>
          </ac:spMkLst>
        </pc:spChg>
        <pc:spChg chg="mod">
          <ac:chgData name="Ashish Jangid" userId="078e982b-b8ad-4674-908a-9f497f689f2f" providerId="ADAL" clId="{D15AD703-94E9-573B-8323-06CB560AB883}" dt="2026-06-22T12:36:53.473" v="816" actId="1036"/>
          <ac:spMkLst>
            <pc:docMk/>
            <pc:sldMk cId="0" sldId="2147483110"/>
            <ac:spMk id="6" creationId="{00000000-0000-0000-0000-000000000000}"/>
          </ac:spMkLst>
        </pc:spChg>
        <pc:spChg chg="mod">
          <ac:chgData name="Ashish Jangid" userId="078e982b-b8ad-4674-908a-9f497f689f2f" providerId="ADAL" clId="{D15AD703-94E9-573B-8323-06CB560AB883}" dt="2026-06-22T12:36:53.473" v="816" actId="1036"/>
          <ac:spMkLst>
            <pc:docMk/>
            <pc:sldMk cId="0" sldId="2147483110"/>
            <ac:spMk id="7"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8"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10"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13"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14"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15" creationId="{00000000-0000-0000-0000-000000000000}"/>
          </ac:spMkLst>
        </pc:spChg>
        <pc:spChg chg="mod">
          <ac:chgData name="Ashish Jangid" userId="078e982b-b8ad-4674-908a-9f497f689f2f" providerId="ADAL" clId="{D15AD703-94E9-573B-8323-06CB560AB883}" dt="2026-06-22T12:36:31.086" v="766" actId="14100"/>
          <ac:spMkLst>
            <pc:docMk/>
            <pc:sldMk cId="0" sldId="2147483110"/>
            <ac:spMk id="16"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18"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20"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21"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22" creationId="{00000000-0000-0000-0000-000000000000}"/>
          </ac:spMkLst>
        </pc:spChg>
        <pc:spChg chg="mod">
          <ac:chgData name="Ashish Jangid" userId="078e982b-b8ad-4674-908a-9f497f689f2f" providerId="ADAL" clId="{D15AD703-94E9-573B-8323-06CB560AB883}" dt="2026-06-22T12:36:22.398" v="765" actId="1035"/>
          <ac:spMkLst>
            <pc:docMk/>
            <pc:sldMk cId="0" sldId="2147483110"/>
            <ac:spMk id="23" creationId="{00000000-0000-0000-0000-000000000000}"/>
          </ac:spMkLst>
        </pc:spChg>
        <pc:spChg chg="mod">
          <ac:chgData name="Ashish Jangid" userId="078e982b-b8ad-4674-908a-9f497f689f2f" providerId="ADAL" clId="{D15AD703-94E9-573B-8323-06CB560AB883}" dt="2026-06-22T12:36:31.086" v="766" actId="14100"/>
          <ac:spMkLst>
            <pc:docMk/>
            <pc:sldMk cId="0" sldId="2147483110"/>
            <ac:spMk id="24" creationId="{00000000-0000-0000-0000-000000000000}"/>
          </ac:spMkLst>
        </pc:spChg>
        <pc:spChg chg="mod">
          <ac:chgData name="Ashish Jangid" userId="078e982b-b8ad-4674-908a-9f497f689f2f" providerId="ADAL" clId="{D15AD703-94E9-573B-8323-06CB560AB883}" dt="2026-06-22T12:36:22.398" v="765" actId="1035"/>
          <ac:spMkLst>
            <pc:docMk/>
            <pc:sldMk cId="0" sldId="2147483110"/>
            <ac:spMk id="30" creationId="{00000000-0000-0000-0000-000000000000}"/>
          </ac:spMkLst>
        </pc:spChg>
        <pc:spChg chg="mod">
          <ac:chgData name="Ashish Jangid" userId="078e982b-b8ad-4674-908a-9f497f689f2f" providerId="ADAL" clId="{D15AD703-94E9-573B-8323-06CB560AB883}" dt="2026-06-22T12:36:40.755" v="791" actId="1035"/>
          <ac:spMkLst>
            <pc:docMk/>
            <pc:sldMk cId="0" sldId="2147483110"/>
            <ac:spMk id="31" creationId="{00000000-0000-0000-0000-000000000000}"/>
          </ac:spMkLst>
        </pc:spChg>
      </pc:sldChg>
      <pc:sldChg chg="addSp delSp modSp add mod setBg">
        <pc:chgData name="Ashish Jangid" userId="078e982b-b8ad-4674-908a-9f497f689f2f" providerId="ADAL" clId="{D15AD703-94E9-573B-8323-06CB560AB883}" dt="2026-06-22T12:38:03.975" v="823" actId="1036"/>
        <pc:sldMkLst>
          <pc:docMk/>
          <pc:sldMk cId="0" sldId="2147483111"/>
        </pc:sldMkLst>
        <pc:spChg chg="mod">
          <ac:chgData name="Ashish Jangid" userId="078e982b-b8ad-4674-908a-9f497f689f2f" providerId="ADAL" clId="{D15AD703-94E9-573B-8323-06CB560AB883}" dt="2026-06-22T12:34:10.261" v="671" actId="113"/>
          <ac:spMkLst>
            <pc:docMk/>
            <pc:sldMk cId="0" sldId="2147483111"/>
            <ac:spMk id="5" creationId="{00000000-0000-0000-0000-000000000000}"/>
          </ac:spMkLst>
        </pc:spChg>
        <pc:spChg chg="add mod">
          <ac:chgData name="Ashish Jangid" userId="078e982b-b8ad-4674-908a-9f497f689f2f" providerId="ADAL" clId="{D15AD703-94E9-573B-8323-06CB560AB883}" dt="2026-06-22T12:38:03.975" v="823" actId="1036"/>
          <ac:spMkLst>
            <pc:docMk/>
            <pc:sldMk cId="0" sldId="2147483111"/>
            <ac:spMk id="34" creationId="{FE7753BE-5A05-260E-C52B-54FFF1C31ECE}"/>
          </ac:spMkLst>
        </pc:spChg>
        <pc:spChg chg="add mod">
          <ac:chgData name="Ashish Jangid" userId="078e982b-b8ad-4674-908a-9f497f689f2f" providerId="ADAL" clId="{D15AD703-94E9-573B-8323-06CB560AB883}" dt="2026-06-22T12:38:03.975" v="823" actId="1036"/>
          <ac:spMkLst>
            <pc:docMk/>
            <pc:sldMk cId="0" sldId="2147483111"/>
            <ac:spMk id="35" creationId="{C1AB4362-DC0E-35BF-5064-DD3B5BCC7650}"/>
          </ac:spMkLst>
        </pc:spChg>
        <pc:spChg chg="add mod">
          <ac:chgData name="Ashish Jangid" userId="078e982b-b8ad-4674-908a-9f497f689f2f" providerId="ADAL" clId="{D15AD703-94E9-573B-8323-06CB560AB883}" dt="2026-06-22T12:38:03.975" v="823" actId="1036"/>
          <ac:spMkLst>
            <pc:docMk/>
            <pc:sldMk cId="0" sldId="2147483111"/>
            <ac:spMk id="36" creationId="{7644EB75-E274-73C6-808A-089E9841B3DB}"/>
          </ac:spMkLst>
        </pc:spChg>
        <pc:spChg chg="add mod">
          <ac:chgData name="Ashish Jangid" userId="078e982b-b8ad-4674-908a-9f497f689f2f" providerId="ADAL" clId="{D15AD703-94E9-573B-8323-06CB560AB883}" dt="2026-06-22T12:38:03.975" v="823" actId="1036"/>
          <ac:spMkLst>
            <pc:docMk/>
            <pc:sldMk cId="0" sldId="2147483111"/>
            <ac:spMk id="37" creationId="{056BEE26-5EDD-09F1-FDE2-1336A125C956}"/>
          </ac:spMkLst>
        </pc:spChg>
        <pc:spChg chg="add mod">
          <ac:chgData name="Ashish Jangid" userId="078e982b-b8ad-4674-908a-9f497f689f2f" providerId="ADAL" clId="{D15AD703-94E9-573B-8323-06CB560AB883}" dt="2026-06-22T12:38:03.975" v="823" actId="1036"/>
          <ac:spMkLst>
            <pc:docMk/>
            <pc:sldMk cId="0" sldId="2147483111"/>
            <ac:spMk id="38" creationId="{ED90703D-B101-9D8F-2D4D-2FA8329AC739}"/>
          </ac:spMkLst>
        </pc:spChg>
        <pc:spChg chg="add mod">
          <ac:chgData name="Ashish Jangid" userId="078e982b-b8ad-4674-908a-9f497f689f2f" providerId="ADAL" clId="{D15AD703-94E9-573B-8323-06CB560AB883}" dt="2026-06-22T12:38:03.975" v="823" actId="1036"/>
          <ac:spMkLst>
            <pc:docMk/>
            <pc:sldMk cId="0" sldId="2147483111"/>
            <ac:spMk id="39" creationId="{23AF2B29-DD7F-E774-4114-C469603EF8DE}"/>
          </ac:spMkLst>
        </pc:spChg>
        <pc:spChg chg="add mod">
          <ac:chgData name="Ashish Jangid" userId="078e982b-b8ad-4674-908a-9f497f689f2f" providerId="ADAL" clId="{D15AD703-94E9-573B-8323-06CB560AB883}" dt="2026-06-22T12:38:03.975" v="823" actId="1036"/>
          <ac:spMkLst>
            <pc:docMk/>
            <pc:sldMk cId="0" sldId="2147483111"/>
            <ac:spMk id="40" creationId="{15FCBBB2-3402-6EA2-D091-7B99E9424FAA}"/>
          </ac:spMkLst>
        </pc:spChg>
        <pc:spChg chg="add mod">
          <ac:chgData name="Ashish Jangid" userId="078e982b-b8ad-4674-908a-9f497f689f2f" providerId="ADAL" clId="{D15AD703-94E9-573B-8323-06CB560AB883}" dt="2026-06-22T12:38:03.975" v="823" actId="1036"/>
          <ac:spMkLst>
            <pc:docMk/>
            <pc:sldMk cId="0" sldId="2147483111"/>
            <ac:spMk id="41" creationId="{5B7C7C98-0853-F169-9FB6-34BD227FCD4B}"/>
          </ac:spMkLst>
        </pc:spChg>
      </pc:sldChg>
      <pc:sldChg chg="delSp modSp add mod setBg">
        <pc:chgData name="Ashish Jangid" userId="078e982b-b8ad-4674-908a-9f497f689f2f" providerId="ADAL" clId="{D15AD703-94E9-573B-8323-06CB560AB883}" dt="2026-06-22T12:34:41.982" v="682" actId="478"/>
        <pc:sldMkLst>
          <pc:docMk/>
          <pc:sldMk cId="0" sldId="2147483112"/>
        </pc:sldMkLst>
        <pc:spChg chg="mod">
          <ac:chgData name="Ashish Jangid" userId="078e982b-b8ad-4674-908a-9f497f689f2f" providerId="ADAL" clId="{D15AD703-94E9-573B-8323-06CB560AB883}" dt="2026-06-22T12:34:15.585" v="673" actId="113"/>
          <ac:spMkLst>
            <pc:docMk/>
            <pc:sldMk cId="0" sldId="2147483112"/>
            <ac:spMk id="5" creationId="{00000000-0000-0000-0000-000000000000}"/>
          </ac:spMkLst>
        </pc:spChg>
      </pc:sldChg>
      <pc:sldChg chg="addSp delSp modSp add mod setBg">
        <pc:chgData name="Ashish Jangid" userId="078e982b-b8ad-4674-908a-9f497f689f2f" providerId="ADAL" clId="{D15AD703-94E9-573B-8323-06CB560AB883}" dt="2026-06-26T06:56:25.099" v="1430" actId="1076"/>
        <pc:sldMkLst>
          <pc:docMk/>
          <pc:sldMk cId="0" sldId="2147483113"/>
        </pc:sldMkLst>
        <pc:spChg chg="add mod">
          <ac:chgData name="Ashish Jangid" userId="078e982b-b8ad-4674-908a-9f497f689f2f" providerId="ADAL" clId="{D15AD703-94E9-573B-8323-06CB560AB883}" dt="2026-06-26T06:56:19.493" v="1428" actId="1076"/>
          <ac:spMkLst>
            <pc:docMk/>
            <pc:sldMk cId="0" sldId="2147483113"/>
            <ac:spMk id="2" creationId="{0228653D-A73B-2A9F-7551-2CA739356A0D}"/>
          </ac:spMkLst>
        </pc:spChg>
        <pc:spChg chg="del">
          <ac:chgData name="Ashish Jangid" userId="078e982b-b8ad-4674-908a-9f497f689f2f" providerId="ADAL" clId="{D15AD703-94E9-573B-8323-06CB560AB883}" dt="2026-06-26T06:56:05.644" v="1426" actId="478"/>
          <ac:spMkLst>
            <pc:docMk/>
            <pc:sldMk cId="0" sldId="2147483113"/>
            <ac:spMk id="12" creationId="{00000000-0000-0000-0000-000000000000}"/>
          </ac:spMkLst>
        </pc:spChg>
        <pc:spChg chg="del mod">
          <ac:chgData name="Ashish Jangid" userId="078e982b-b8ad-4674-908a-9f497f689f2f" providerId="ADAL" clId="{D15AD703-94E9-573B-8323-06CB560AB883}" dt="2026-06-26T06:56:05.644" v="1426" actId="478"/>
          <ac:spMkLst>
            <pc:docMk/>
            <pc:sldMk cId="0" sldId="2147483113"/>
            <ac:spMk id="14" creationId="{00000000-0000-0000-0000-000000000000}"/>
          </ac:spMkLst>
        </pc:spChg>
        <pc:spChg chg="del">
          <ac:chgData name="Ashish Jangid" userId="078e982b-b8ad-4674-908a-9f497f689f2f" providerId="ADAL" clId="{D15AD703-94E9-573B-8323-06CB560AB883}" dt="2026-06-26T06:56:05.644" v="1426" actId="478"/>
          <ac:spMkLst>
            <pc:docMk/>
            <pc:sldMk cId="0" sldId="2147483113"/>
            <ac:spMk id="16" creationId="{00000000-0000-0000-0000-000000000000}"/>
          </ac:spMkLst>
        </pc:spChg>
        <pc:spChg chg="del">
          <ac:chgData name="Ashish Jangid" userId="078e982b-b8ad-4674-908a-9f497f689f2f" providerId="ADAL" clId="{D15AD703-94E9-573B-8323-06CB560AB883}" dt="2026-06-26T06:56:05.644" v="1426" actId="478"/>
          <ac:spMkLst>
            <pc:docMk/>
            <pc:sldMk cId="0" sldId="2147483113"/>
            <ac:spMk id="25" creationId="{00000000-0000-0000-0000-000000000000}"/>
          </ac:spMkLst>
        </pc:spChg>
        <pc:spChg chg="del mod">
          <ac:chgData name="Ashish Jangid" userId="078e982b-b8ad-4674-908a-9f497f689f2f" providerId="ADAL" clId="{D15AD703-94E9-573B-8323-06CB560AB883}" dt="2026-06-26T06:56:05.644" v="1426" actId="478"/>
          <ac:spMkLst>
            <pc:docMk/>
            <pc:sldMk cId="0" sldId="2147483113"/>
            <ac:spMk id="27" creationId="{00000000-0000-0000-0000-000000000000}"/>
          </ac:spMkLst>
        </pc:spChg>
        <pc:spChg chg="del mod">
          <ac:chgData name="Ashish Jangid" userId="078e982b-b8ad-4674-908a-9f497f689f2f" providerId="ADAL" clId="{D15AD703-94E9-573B-8323-06CB560AB883}" dt="2026-06-26T06:56:05.644" v="1426" actId="478"/>
          <ac:spMkLst>
            <pc:docMk/>
            <pc:sldMk cId="0" sldId="2147483113"/>
            <ac:spMk id="31" creationId="{00000000-0000-0000-0000-000000000000}"/>
          </ac:spMkLst>
        </pc:spChg>
        <pc:spChg chg="del">
          <ac:chgData name="Ashish Jangid" userId="078e982b-b8ad-4674-908a-9f497f689f2f" providerId="ADAL" clId="{D15AD703-94E9-573B-8323-06CB560AB883}" dt="2026-06-26T06:56:05.644" v="1426" actId="478"/>
          <ac:spMkLst>
            <pc:docMk/>
            <pc:sldMk cId="0" sldId="2147483113"/>
            <ac:spMk id="38" creationId="{00000000-0000-0000-0000-000000000000}"/>
          </ac:spMkLst>
        </pc:spChg>
        <pc:spChg chg="del mod">
          <ac:chgData name="Ashish Jangid" userId="078e982b-b8ad-4674-908a-9f497f689f2f" providerId="ADAL" clId="{D15AD703-94E9-573B-8323-06CB560AB883}" dt="2026-06-26T06:56:05.644" v="1426" actId="478"/>
          <ac:spMkLst>
            <pc:docMk/>
            <pc:sldMk cId="0" sldId="2147483113"/>
            <ac:spMk id="44" creationId="{00000000-0000-0000-0000-000000000000}"/>
          </ac:spMkLst>
        </pc:spChg>
        <pc:spChg chg="del">
          <ac:chgData name="Ashish Jangid" userId="078e982b-b8ad-4674-908a-9f497f689f2f" providerId="ADAL" clId="{D15AD703-94E9-573B-8323-06CB560AB883}" dt="2026-06-26T06:56:05.644" v="1426" actId="478"/>
          <ac:spMkLst>
            <pc:docMk/>
            <pc:sldMk cId="0" sldId="2147483113"/>
            <ac:spMk id="51" creationId="{00000000-0000-0000-0000-000000000000}"/>
          </ac:spMkLst>
        </pc:spChg>
        <pc:spChg chg="del mod">
          <ac:chgData name="Ashish Jangid" userId="078e982b-b8ad-4674-908a-9f497f689f2f" providerId="ADAL" clId="{D15AD703-94E9-573B-8323-06CB560AB883}" dt="2026-06-26T06:56:05.644" v="1426" actId="478"/>
          <ac:spMkLst>
            <pc:docMk/>
            <pc:sldMk cId="0" sldId="2147483113"/>
            <ac:spMk id="53" creationId="{00000000-0000-0000-0000-000000000000}"/>
          </ac:spMkLst>
        </pc:spChg>
        <pc:spChg chg="add mod">
          <ac:chgData name="Ashish Jangid" userId="078e982b-b8ad-4674-908a-9f497f689f2f" providerId="ADAL" clId="{D15AD703-94E9-573B-8323-06CB560AB883}" dt="2026-06-26T06:56:25.099" v="1430" actId="1076"/>
          <ac:spMkLst>
            <pc:docMk/>
            <pc:sldMk cId="0" sldId="2147483113"/>
            <ac:spMk id="58" creationId="{293898EA-9857-03F0-DC14-FB448AAD1A9B}"/>
          </ac:spMkLst>
        </pc:spChg>
      </pc:sldChg>
      <pc:sldChg chg="add setBg">
        <pc:chgData name="Ashish Jangid" userId="078e982b-b8ad-4674-908a-9f497f689f2f" providerId="ADAL" clId="{D15AD703-94E9-573B-8323-06CB560AB883}" dt="2026-06-22T12:56:23.543" v="925"/>
        <pc:sldMkLst>
          <pc:docMk/>
          <pc:sldMk cId="0" sldId="2147483114"/>
        </pc:sldMkLst>
      </pc:sldChg>
      <pc:sldChg chg="add">
        <pc:chgData name="Ashish Jangid" userId="078e982b-b8ad-4674-908a-9f497f689f2f" providerId="ADAL" clId="{D15AD703-94E9-573B-8323-06CB560AB883}" dt="2026-06-25T07:37:09.525" v="1051" actId="2890"/>
        <pc:sldMkLst>
          <pc:docMk/>
          <pc:sldMk cId="1051682362" sldId="2147483123"/>
        </pc:sldMkLst>
      </pc:sldChg>
      <pc:sldChg chg="add">
        <pc:chgData name="Ashish Jangid" userId="078e982b-b8ad-4674-908a-9f497f689f2f" providerId="ADAL" clId="{D15AD703-94E9-573B-8323-06CB560AB883}" dt="2026-06-26T06:55:02.410" v="1425" actId="2890"/>
        <pc:sldMkLst>
          <pc:docMk/>
          <pc:sldMk cId="2571525976" sldId="2147483124"/>
        </pc:sldMkLst>
      </pc:sldChg>
      <pc:sldChg chg="add">
        <pc:chgData name="Ashish Jangid" userId="078e982b-b8ad-4674-908a-9f497f689f2f" providerId="ADAL" clId="{D15AD703-94E9-573B-8323-06CB560AB883}" dt="2026-06-26T06:56:56.780" v="1431" actId="2890"/>
        <pc:sldMkLst>
          <pc:docMk/>
          <pc:sldMk cId="416770587" sldId="2147483125"/>
        </pc:sldMkLst>
      </pc:sldChg>
      <pc:sldChg chg="add">
        <pc:chgData name="Ashish Jangid" userId="078e982b-b8ad-4674-908a-9f497f689f2f" providerId="ADAL" clId="{D15AD703-94E9-573B-8323-06CB560AB883}" dt="2026-06-26T06:58:52.489" v="1443" actId="2890"/>
        <pc:sldMkLst>
          <pc:docMk/>
          <pc:sldMk cId="4235703369" sldId="2147483126"/>
        </pc:sldMkLst>
      </pc:sldChg>
      <pc:sldChg chg="add">
        <pc:chgData name="Ashish Jangid" userId="078e982b-b8ad-4674-908a-9f497f689f2f" providerId="ADAL" clId="{D15AD703-94E9-573B-8323-06CB560AB883}" dt="2026-06-26T07:00:04.974" v="1455" actId="2890"/>
        <pc:sldMkLst>
          <pc:docMk/>
          <pc:sldMk cId="1736354072" sldId="2147483127"/>
        </pc:sldMkLst>
      </pc:sldChg>
      <pc:sldChg chg="add">
        <pc:chgData name="Ashish Jangid" userId="078e982b-b8ad-4674-908a-9f497f689f2f" providerId="ADAL" clId="{D15AD703-94E9-573B-8323-06CB560AB883}" dt="2026-06-26T07:01:56.421" v="1473" actId="2890"/>
        <pc:sldMkLst>
          <pc:docMk/>
          <pc:sldMk cId="719759698" sldId="2147483128"/>
        </pc:sldMkLst>
      </pc:sldChg>
      <pc:sldChg chg="add">
        <pc:chgData name="Ashish Jangid" userId="078e982b-b8ad-4674-908a-9f497f689f2f" providerId="ADAL" clId="{D15AD703-94E9-573B-8323-06CB560AB883}" dt="2026-06-26T07:02:59.208" v="1484" actId="2890"/>
        <pc:sldMkLst>
          <pc:docMk/>
          <pc:sldMk cId="259663588" sldId="2147483129"/>
        </pc:sldMkLst>
      </pc:sldChg>
    </pc:docChg>
  </pc:docChgLst>
  <pc:docChgLst>
    <pc:chgData name="Irudhaya Jude" userId="94fb6c3c-9399-4256-bab9-69bc63c9daf4" providerId="ADAL" clId="{CC83623E-DD8D-5366-8404-F605F01E0DBF}"/>
    <pc:docChg chg="undo custSel modSld">
      <pc:chgData name="Irudhaya Jude" userId="94fb6c3c-9399-4256-bab9-69bc63c9daf4" providerId="ADAL" clId="{CC83623E-DD8D-5366-8404-F605F01E0DBF}" dt="2026-06-23T06:18:50.639" v="1" actId="26606"/>
      <pc:docMkLst>
        <pc:docMk/>
      </pc:docMkLst>
      <pc:sldChg chg="addSp delSp modSp mod modClrScheme chgLayout">
        <pc:chgData name="Irudhaya Jude" userId="94fb6c3c-9399-4256-bab9-69bc63c9daf4" providerId="ADAL" clId="{CC83623E-DD8D-5366-8404-F605F01E0DBF}" dt="2026-06-23T06:18:50.639" v="1" actId="26606"/>
        <pc:sldMkLst>
          <pc:docMk/>
          <pc:sldMk cId="3883918787" sldId="2147483090"/>
        </pc:sldMkLst>
        <pc:spChg chg="mod">
          <ac:chgData name="Irudhaya Jude" userId="94fb6c3c-9399-4256-bab9-69bc63c9daf4" providerId="ADAL" clId="{CC83623E-DD8D-5366-8404-F605F01E0DBF}" dt="2026-06-23T06:18:50.639" v="1" actId="26606"/>
          <ac:spMkLst>
            <pc:docMk/>
            <pc:sldMk cId="3883918787" sldId="2147483090"/>
            <ac:spMk id="3" creationId="{2913CC98-C233-94D1-8B26-808E93C47D19}"/>
          </ac:spMkLst>
        </pc:spChg>
      </pc:sldChg>
    </pc:docChg>
  </pc:docChgLst>
  <pc:docChgLst>
    <pc:chgData name="Syed Sibgath" userId="547157a6-e74b-40aa-988e-35e72ce9ee42" providerId="ADAL" clId="{86CAC440-13D7-5CC9-AB97-263EDED2BEB8}"/>
    <pc:docChg chg="modSld">
      <pc:chgData name="Syed Sibgath" userId="547157a6-e74b-40aa-988e-35e72ce9ee42" providerId="ADAL" clId="{86CAC440-13D7-5CC9-AB97-263EDED2BEB8}" dt="2026-06-25T07:16:39.052" v="6" actId="1076"/>
      <pc:docMkLst>
        <pc:docMk/>
      </pc:docMkLst>
      <pc:sldChg chg="modSp mod">
        <pc:chgData name="Syed Sibgath" userId="547157a6-e74b-40aa-988e-35e72ce9ee42" providerId="ADAL" clId="{86CAC440-13D7-5CC9-AB97-263EDED2BEB8}" dt="2026-06-25T07:16:39.052" v="6" actId="1076"/>
        <pc:sldMkLst>
          <pc:docMk/>
          <pc:sldMk cId="3883918787" sldId="2147483090"/>
        </pc:sldMkLst>
        <pc:spChg chg="mod">
          <ac:chgData name="Syed Sibgath" userId="547157a6-e74b-40aa-988e-35e72ce9ee42" providerId="ADAL" clId="{86CAC440-13D7-5CC9-AB97-263EDED2BEB8}" dt="2026-06-25T07:16:39.052" v="6" actId="1076"/>
          <ac:spMkLst>
            <pc:docMk/>
            <pc:sldMk cId="3883918787" sldId="2147483090"/>
            <ac:spMk id="3" creationId="{2913CC98-C233-94D1-8B26-808E93C47D19}"/>
          </ac:spMkLst>
        </pc:spChg>
        <pc:spChg chg="mod">
          <ac:chgData name="Syed Sibgath" userId="547157a6-e74b-40aa-988e-35e72ce9ee42" providerId="ADAL" clId="{86CAC440-13D7-5CC9-AB97-263EDED2BEB8}" dt="2026-06-25T07:16:31.121" v="5" actId="1037"/>
          <ac:spMkLst>
            <pc:docMk/>
            <pc:sldMk cId="3883918787" sldId="2147483090"/>
            <ac:spMk id="5" creationId="{C81D6E02-DB5A-C964-32B1-090C32F51BA4}"/>
          </ac:spMkLst>
        </pc:spChg>
        <pc:spChg chg="mod">
          <ac:chgData name="Syed Sibgath" userId="547157a6-e74b-40aa-988e-35e72ce9ee42" providerId="ADAL" clId="{86CAC440-13D7-5CC9-AB97-263EDED2BEB8}" dt="2026-06-25T07:16:27.502" v="2" actId="1076"/>
          <ac:spMkLst>
            <pc:docMk/>
            <pc:sldMk cId="3883918787" sldId="2147483090"/>
            <ac:spMk id="7" creationId="{D1A2A319-805A-A6E5-04EF-EFF027E090A2}"/>
          </ac:spMkLst>
        </pc:spChg>
      </pc:sldChg>
    </pc:docChg>
  </pc:docChgLst>
  <pc:docChgLst>
    <pc:chgData name="Ashish Jangid" userId="S::ashish.jangid@fractal.ai::078e982b-b8ad-4674-908a-9f497f689f2f" providerId="AD" clId="Web-{621401E9-3C27-1867-74AA-19839556E881}"/>
    <pc:docChg chg="sldOrd">
      <pc:chgData name="Ashish Jangid" userId="S::ashish.jangid@fractal.ai::078e982b-b8ad-4674-908a-9f497f689f2f" providerId="AD" clId="Web-{621401E9-3C27-1867-74AA-19839556E881}" dt="2026-06-25T05:17:37.266" v="0"/>
      <pc:docMkLst>
        <pc:docMk/>
      </pc:docMkLst>
      <pc:sldChg chg="ord">
        <pc:chgData name="Ashish Jangid" userId="S::ashish.jangid@fractal.ai::078e982b-b8ad-4674-908a-9f497f689f2f" providerId="AD" clId="Web-{621401E9-3C27-1867-74AA-19839556E881}" dt="2026-06-25T05:17:37.266" v="0"/>
        <pc:sldMkLst>
          <pc:docMk/>
          <pc:sldMk cId="1095523216" sldId="2147483092"/>
        </pc:sldMkLst>
      </pc:sldChg>
    </pc:docChg>
  </pc:docChgLst>
  <pc:docChgLst>
    <pc:chgData name="Syed Sibgath" userId="S::syed.sibgath@fractal.ai::547157a6-e74b-40aa-988e-35e72ce9ee42" providerId="AD" clId="Web-{AAB0BDE3-83F4-D42F-24D3-81AEFD0B93AD}"/>
    <pc:docChg chg="modSld">
      <pc:chgData name="Syed Sibgath" userId="S::syed.sibgath@fractal.ai::547157a6-e74b-40aa-988e-35e72ce9ee42" providerId="AD" clId="Web-{AAB0BDE3-83F4-D42F-24D3-81AEFD0B93AD}" dt="2026-06-25T06:55:52.370" v="6" actId="1076"/>
      <pc:docMkLst>
        <pc:docMk/>
      </pc:docMkLst>
      <pc:sldChg chg="modSp">
        <pc:chgData name="Syed Sibgath" userId="S::syed.sibgath@fractal.ai::547157a6-e74b-40aa-988e-35e72ce9ee42" providerId="AD" clId="Web-{AAB0BDE3-83F4-D42F-24D3-81AEFD0B93AD}" dt="2026-06-25T06:55:52.370" v="6" actId="1076"/>
        <pc:sldMkLst>
          <pc:docMk/>
          <pc:sldMk cId="3883918787" sldId="2147483090"/>
        </pc:sldMkLst>
        <pc:spChg chg="mod">
          <ac:chgData name="Syed Sibgath" userId="S::syed.sibgath@fractal.ai::547157a6-e74b-40aa-988e-35e72ce9ee42" providerId="AD" clId="Web-{AAB0BDE3-83F4-D42F-24D3-81AEFD0B93AD}" dt="2026-06-25T06:55:52.370" v="6" actId="1076"/>
          <ac:spMkLst>
            <pc:docMk/>
            <pc:sldMk cId="3883918787" sldId="2147483090"/>
            <ac:spMk id="3" creationId="{2913CC98-C233-94D1-8B26-808E93C47D19}"/>
          </ac:spMkLst>
        </pc:spChg>
      </pc:sldChg>
    </pc:docChg>
  </pc:docChgLst>
  <pc:docChgLst>
    <pc:chgData name="Syed Sibgath" userId="S::syed.sibgath@fractal.ai::547157a6-e74b-40aa-988e-35e72ce9ee42" providerId="AD" clId="Web-{7ECF70A4-F050-84DC-2BD2-11D55B83D5A3}"/>
    <pc:docChg chg="modSld">
      <pc:chgData name="Syed Sibgath" userId="S::syed.sibgath@fractal.ai::547157a6-e74b-40aa-988e-35e72ce9ee42" providerId="AD" clId="Web-{7ECF70A4-F050-84DC-2BD2-11D55B83D5A3}" dt="2026-06-25T07:03:24.833" v="3" actId="1076"/>
      <pc:docMkLst>
        <pc:docMk/>
      </pc:docMkLst>
      <pc:sldChg chg="modSp">
        <pc:chgData name="Syed Sibgath" userId="S::syed.sibgath@fractal.ai::547157a6-e74b-40aa-988e-35e72ce9ee42" providerId="AD" clId="Web-{7ECF70A4-F050-84DC-2BD2-11D55B83D5A3}" dt="2026-06-25T07:03:24.833" v="3" actId="1076"/>
        <pc:sldMkLst>
          <pc:docMk/>
          <pc:sldMk cId="3883918787" sldId="2147483090"/>
        </pc:sldMkLst>
        <pc:spChg chg="mod">
          <ac:chgData name="Syed Sibgath" userId="S::syed.sibgath@fractal.ai::547157a6-e74b-40aa-988e-35e72ce9ee42" providerId="AD" clId="Web-{7ECF70A4-F050-84DC-2BD2-11D55B83D5A3}" dt="2026-06-25T07:03:24.833" v="3" actId="1076"/>
          <ac:spMkLst>
            <pc:docMk/>
            <pc:sldMk cId="3883918787" sldId="2147483090"/>
            <ac:spMk id="3" creationId="{2913CC98-C233-94D1-8B26-808E93C47D19}"/>
          </ac:spMkLst>
        </pc:spChg>
        <pc:spChg chg="mod">
          <ac:chgData name="Syed Sibgath" userId="S::syed.sibgath@fractal.ai::547157a6-e74b-40aa-988e-35e72ce9ee42" providerId="AD" clId="Web-{7ECF70A4-F050-84DC-2BD2-11D55B83D5A3}" dt="2026-06-25T07:03:18.426" v="1" actId="1076"/>
          <ac:spMkLst>
            <pc:docMk/>
            <pc:sldMk cId="3883918787" sldId="2147483090"/>
            <ac:spMk id="5" creationId="{C81D6E02-DB5A-C964-32B1-090C32F51BA4}"/>
          </ac:spMkLst>
        </pc:spChg>
        <pc:spChg chg="mod">
          <ac:chgData name="Syed Sibgath" userId="S::syed.sibgath@fractal.ai::547157a6-e74b-40aa-988e-35e72ce9ee42" providerId="AD" clId="Web-{7ECF70A4-F050-84DC-2BD2-11D55B83D5A3}" dt="2026-06-25T07:03:18.411" v="0" actId="1076"/>
          <ac:spMkLst>
            <pc:docMk/>
            <pc:sldMk cId="3883918787" sldId="2147483090"/>
            <ac:spMk id="7" creationId="{D1A2A319-805A-A6E5-04EF-EFF027E090A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5FEE97-96EB-6D4B-B464-3BCB375446A4}" type="doc">
      <dgm:prSet loTypeId="urn:microsoft.com/office/officeart/2005/8/layout/radial4" loCatId="" qsTypeId="urn:microsoft.com/office/officeart/2005/8/quickstyle/simple1" qsCatId="simple" csTypeId="urn:microsoft.com/office/officeart/2005/8/colors/colorful3" csCatId="colorful" phldr="1"/>
      <dgm:spPr/>
      <dgm:t>
        <a:bodyPr/>
        <a:lstStyle/>
        <a:p>
          <a:endParaRPr lang="en-GB"/>
        </a:p>
      </dgm:t>
    </dgm:pt>
    <dgm:pt modelId="{1916B7DA-BB3A-C144-8E68-A7D6F6717975}">
      <dgm:prSet phldrT="[Text]" custT="1"/>
      <dgm:spPr/>
      <dgm:t>
        <a:bodyPr/>
        <a:lstStyle/>
        <a:p>
          <a:r>
            <a:rPr lang="en-GB" sz="4800" b="1" dirty="0"/>
            <a:t>PoC</a:t>
          </a:r>
        </a:p>
      </dgm:t>
    </dgm:pt>
    <dgm:pt modelId="{12BD602E-881D-4C40-83D3-384AEF90A595}" type="parTrans" cxnId="{C1EE26A0-B72F-CD40-A4C9-B6230C31193E}">
      <dgm:prSet/>
      <dgm:spPr/>
      <dgm:t>
        <a:bodyPr/>
        <a:lstStyle/>
        <a:p>
          <a:endParaRPr lang="en-GB" sz="1600"/>
        </a:p>
      </dgm:t>
    </dgm:pt>
    <dgm:pt modelId="{72667942-5E50-B941-8FF8-49F00FE34451}" type="sibTrans" cxnId="{C1EE26A0-B72F-CD40-A4C9-B6230C31193E}">
      <dgm:prSet/>
      <dgm:spPr/>
      <dgm:t>
        <a:bodyPr/>
        <a:lstStyle/>
        <a:p>
          <a:endParaRPr lang="en-GB" sz="1600"/>
        </a:p>
      </dgm:t>
    </dgm:pt>
    <dgm:pt modelId="{C630699B-BB2C-274F-AB44-850418BA29B8}">
      <dgm:prSet phldrT="[Text]" custT="1"/>
      <dgm:spPr/>
      <dgm:t>
        <a:bodyPr anchor="t"/>
        <a:lstStyle/>
        <a:p>
          <a:pPr algn="l"/>
          <a:r>
            <a:rPr lang="en-GB" sz="1600" b="1" dirty="0"/>
            <a:t>Frontend</a:t>
          </a:r>
        </a:p>
        <a:p>
          <a:pPr algn="l"/>
          <a:r>
            <a:rPr lang="en-GB" sz="1000" b="1" dirty="0" err="1"/>
            <a:t>Streamlit</a:t>
          </a:r>
          <a:endParaRPr lang="en-GB" sz="1000" b="1" dirty="0"/>
        </a:p>
        <a:p>
          <a:pPr algn="l"/>
          <a:r>
            <a:rPr lang="en-GB" sz="1000" b="0" dirty="0"/>
            <a:t>React</a:t>
          </a:r>
        </a:p>
        <a:p>
          <a:pPr algn="l"/>
          <a:r>
            <a:rPr lang="en-GB" sz="1000" b="0" dirty="0" err="1"/>
            <a:t>Gradio</a:t>
          </a:r>
          <a:endParaRPr lang="en-GB" sz="1000" b="0" dirty="0"/>
        </a:p>
        <a:p>
          <a:pPr algn="l"/>
          <a:r>
            <a:rPr lang="en-GB" sz="1000" b="0" dirty="0"/>
            <a:t>HTML/CSS</a:t>
          </a:r>
        </a:p>
      </dgm:t>
    </dgm:pt>
    <dgm:pt modelId="{8AF75D75-291A-754B-B3C5-20108A56D926}" type="parTrans" cxnId="{01ED9134-443E-3F42-B593-42AA89560C59}">
      <dgm:prSet/>
      <dgm:spPr/>
      <dgm:t>
        <a:bodyPr/>
        <a:lstStyle/>
        <a:p>
          <a:endParaRPr lang="en-GB" sz="1600"/>
        </a:p>
      </dgm:t>
    </dgm:pt>
    <dgm:pt modelId="{9D41BB77-6F5A-5E4B-A69D-15B8DAF40780}" type="sibTrans" cxnId="{01ED9134-443E-3F42-B593-42AA89560C59}">
      <dgm:prSet/>
      <dgm:spPr/>
      <dgm:t>
        <a:bodyPr/>
        <a:lstStyle/>
        <a:p>
          <a:endParaRPr lang="en-GB" sz="1600"/>
        </a:p>
      </dgm:t>
    </dgm:pt>
    <dgm:pt modelId="{5043F95F-6DB3-3843-BB36-145A7E3917A3}">
      <dgm:prSet phldrT="[Text]" custT="1"/>
      <dgm:spPr/>
      <dgm:t>
        <a:bodyPr anchor="t"/>
        <a:lstStyle/>
        <a:p>
          <a:pPr algn="l">
            <a:lnSpc>
              <a:spcPct val="90000"/>
            </a:lnSpc>
          </a:pPr>
          <a:r>
            <a:rPr lang="en-GB" sz="1600" b="1" dirty="0"/>
            <a:t>Backend</a:t>
          </a:r>
        </a:p>
        <a:p>
          <a:pPr algn="l">
            <a:lnSpc>
              <a:spcPct val="100000"/>
            </a:lnSpc>
          </a:pPr>
          <a:r>
            <a:rPr lang="en-GB" sz="1000" b="1" dirty="0" err="1"/>
            <a:t>FastAPI</a:t>
          </a:r>
          <a:endParaRPr lang="en-GB" sz="1000" b="1" dirty="0"/>
        </a:p>
        <a:p>
          <a:pPr algn="l">
            <a:lnSpc>
              <a:spcPct val="100000"/>
            </a:lnSpc>
          </a:pPr>
          <a:r>
            <a:rPr lang="en-GB" sz="1000" dirty="0"/>
            <a:t>Flask</a:t>
          </a:r>
        </a:p>
        <a:p>
          <a:pPr algn="l">
            <a:lnSpc>
              <a:spcPct val="100000"/>
            </a:lnSpc>
          </a:pPr>
          <a:r>
            <a:rPr lang="en-GB" sz="1000" dirty="0" err="1"/>
            <a:t>Express.js</a:t>
          </a:r>
          <a:endParaRPr lang="en-GB" sz="1000" dirty="0"/>
        </a:p>
        <a:p>
          <a:pPr algn="l">
            <a:lnSpc>
              <a:spcPct val="100000"/>
            </a:lnSpc>
          </a:pPr>
          <a:r>
            <a:rPr lang="en-GB" sz="1000" dirty="0"/>
            <a:t>Django</a:t>
          </a:r>
        </a:p>
        <a:p>
          <a:pPr algn="l">
            <a:lnSpc>
              <a:spcPct val="90000"/>
            </a:lnSpc>
          </a:pPr>
          <a:endParaRPr lang="en-GB" sz="1600" dirty="0"/>
        </a:p>
        <a:p>
          <a:pPr algn="l">
            <a:lnSpc>
              <a:spcPct val="90000"/>
            </a:lnSpc>
          </a:pPr>
          <a:endParaRPr lang="en-GB" sz="1600" dirty="0"/>
        </a:p>
      </dgm:t>
    </dgm:pt>
    <dgm:pt modelId="{03292604-84A6-C64C-9F33-0A85248852CA}" type="parTrans" cxnId="{A56E5504-D3BA-5A43-B9B3-781E1C6911CB}">
      <dgm:prSet/>
      <dgm:spPr/>
      <dgm:t>
        <a:bodyPr/>
        <a:lstStyle/>
        <a:p>
          <a:endParaRPr lang="en-GB" sz="1600"/>
        </a:p>
      </dgm:t>
    </dgm:pt>
    <dgm:pt modelId="{856C5B63-6401-6E49-9E2A-5BF2F1A285CE}" type="sibTrans" cxnId="{A56E5504-D3BA-5A43-B9B3-781E1C6911CB}">
      <dgm:prSet/>
      <dgm:spPr/>
      <dgm:t>
        <a:bodyPr/>
        <a:lstStyle/>
        <a:p>
          <a:endParaRPr lang="en-GB" sz="1600"/>
        </a:p>
      </dgm:t>
    </dgm:pt>
    <dgm:pt modelId="{66171597-0947-6D4A-8472-1CE9EBD825E3}">
      <dgm:prSet phldrT="[Text]" custT="1"/>
      <dgm:spPr/>
      <dgm:t>
        <a:bodyPr anchor="t"/>
        <a:lstStyle/>
        <a:p>
          <a:pPr algn="l"/>
          <a:r>
            <a:rPr lang="en-GB" sz="1600" b="1" dirty="0"/>
            <a:t>Server</a:t>
          </a:r>
        </a:p>
        <a:p>
          <a:pPr algn="l"/>
          <a:r>
            <a:rPr lang="en-GB" sz="1000" b="1" dirty="0" err="1"/>
            <a:t>Uvicorn</a:t>
          </a:r>
          <a:endParaRPr lang="en-GB" sz="1000" b="1" dirty="0"/>
        </a:p>
        <a:p>
          <a:pPr algn="l"/>
          <a:r>
            <a:rPr lang="en-GB" sz="1000" b="0" dirty="0" err="1"/>
            <a:t>Gunicorn</a:t>
          </a:r>
          <a:endParaRPr lang="en-GB" sz="1000" b="0" dirty="0"/>
        </a:p>
        <a:p>
          <a:pPr algn="l"/>
          <a:r>
            <a:rPr lang="en-GB" sz="1000" b="0" dirty="0"/>
            <a:t>Node.js</a:t>
          </a:r>
        </a:p>
        <a:p>
          <a:pPr algn="l"/>
          <a:r>
            <a:rPr lang="en-GB" sz="1000" b="0" dirty="0"/>
            <a:t>Flask Dev Server</a:t>
          </a:r>
        </a:p>
      </dgm:t>
    </dgm:pt>
    <dgm:pt modelId="{0B38D7E8-9022-AE47-A18F-2A2DBC82FDE0}" type="parTrans" cxnId="{12A3CB40-7993-234A-9592-78EA40A9CF0D}">
      <dgm:prSet/>
      <dgm:spPr/>
      <dgm:t>
        <a:bodyPr/>
        <a:lstStyle/>
        <a:p>
          <a:endParaRPr lang="en-GB" sz="1600"/>
        </a:p>
      </dgm:t>
    </dgm:pt>
    <dgm:pt modelId="{E6493CE3-3BAD-3E48-8619-36DCA1253DE5}" type="sibTrans" cxnId="{12A3CB40-7993-234A-9592-78EA40A9CF0D}">
      <dgm:prSet/>
      <dgm:spPr/>
      <dgm:t>
        <a:bodyPr/>
        <a:lstStyle/>
        <a:p>
          <a:endParaRPr lang="en-GB" sz="1600"/>
        </a:p>
      </dgm:t>
    </dgm:pt>
    <dgm:pt modelId="{86E455A2-187D-A542-A895-E8BBE9EFF1A6}">
      <dgm:prSet custT="1"/>
      <dgm:spPr/>
      <dgm:t>
        <a:bodyPr anchor="t"/>
        <a:lstStyle/>
        <a:p>
          <a:pPr algn="l"/>
          <a:r>
            <a:rPr lang="en-GB" sz="1600" b="1" dirty="0"/>
            <a:t>Schema</a:t>
          </a:r>
        </a:p>
        <a:p>
          <a:pPr algn="l"/>
          <a:r>
            <a:rPr lang="en-GB" sz="1000" b="1" dirty="0" err="1"/>
            <a:t>SQLAlchemy</a:t>
          </a:r>
          <a:endParaRPr lang="en-GB" sz="1000" b="1" dirty="0"/>
        </a:p>
        <a:p>
          <a:pPr algn="l"/>
          <a:r>
            <a:rPr lang="en-GB" sz="1000" b="0" dirty="0" err="1"/>
            <a:t>Pydantic</a:t>
          </a:r>
          <a:endParaRPr lang="en-GB" sz="1000" b="0" dirty="0"/>
        </a:p>
        <a:p>
          <a:pPr algn="l"/>
          <a:r>
            <a:rPr lang="en-GB" sz="1000" b="0" dirty="0"/>
            <a:t>Prisma</a:t>
          </a:r>
        </a:p>
        <a:p>
          <a:pPr algn="l"/>
          <a:r>
            <a:rPr lang="en-GB" sz="1000" b="0" dirty="0" err="1"/>
            <a:t>TypeORM</a:t>
          </a:r>
          <a:endParaRPr lang="en-GB" sz="1000" b="0" dirty="0"/>
        </a:p>
      </dgm:t>
    </dgm:pt>
    <dgm:pt modelId="{D1EAAFB2-FE2B-0E41-9ED0-D19EB91D5EF3}" type="parTrans" cxnId="{9091DBD6-8EE0-D247-A77F-DB4F757C2701}">
      <dgm:prSet/>
      <dgm:spPr/>
      <dgm:t>
        <a:bodyPr/>
        <a:lstStyle/>
        <a:p>
          <a:endParaRPr lang="en-GB" sz="1600"/>
        </a:p>
      </dgm:t>
    </dgm:pt>
    <dgm:pt modelId="{FA3BEB5B-E398-0545-9841-4E43723BADF9}" type="sibTrans" cxnId="{9091DBD6-8EE0-D247-A77F-DB4F757C2701}">
      <dgm:prSet/>
      <dgm:spPr/>
      <dgm:t>
        <a:bodyPr/>
        <a:lstStyle/>
        <a:p>
          <a:endParaRPr lang="en-GB" sz="1600"/>
        </a:p>
      </dgm:t>
    </dgm:pt>
    <dgm:pt modelId="{5F0BE9AE-4ED5-B848-8F8B-B90A40EEA002}">
      <dgm:prSet custT="1"/>
      <dgm:spPr/>
      <dgm:t>
        <a:bodyPr anchor="t"/>
        <a:lstStyle/>
        <a:p>
          <a:pPr algn="l"/>
          <a:r>
            <a:rPr lang="en-GB" sz="1600" b="1" dirty="0"/>
            <a:t>Database</a:t>
          </a:r>
        </a:p>
        <a:p>
          <a:pPr algn="l"/>
          <a:r>
            <a:rPr lang="en-GB" sz="1000" b="1" dirty="0"/>
            <a:t>SQLite</a:t>
          </a:r>
        </a:p>
        <a:p>
          <a:pPr algn="l"/>
          <a:r>
            <a:rPr lang="en-GB" sz="1000" b="0" dirty="0"/>
            <a:t>PostgreSQL</a:t>
          </a:r>
        </a:p>
        <a:p>
          <a:pPr algn="l"/>
          <a:r>
            <a:rPr lang="en-GB" sz="1000" b="0" dirty="0"/>
            <a:t>MySQL</a:t>
          </a:r>
        </a:p>
        <a:p>
          <a:pPr algn="l"/>
          <a:r>
            <a:rPr lang="en-GB" sz="1000" b="0" dirty="0"/>
            <a:t>MongoDB</a:t>
          </a:r>
        </a:p>
      </dgm:t>
    </dgm:pt>
    <dgm:pt modelId="{866957F2-E566-1C44-8194-A7A50DA55922}" type="parTrans" cxnId="{53B992C2-5FAE-BF44-B9AC-FE6246142BE2}">
      <dgm:prSet/>
      <dgm:spPr/>
      <dgm:t>
        <a:bodyPr/>
        <a:lstStyle/>
        <a:p>
          <a:endParaRPr lang="en-GB" sz="1600"/>
        </a:p>
      </dgm:t>
    </dgm:pt>
    <dgm:pt modelId="{8A535892-E718-EF4F-9040-A02406CBB4FC}" type="sibTrans" cxnId="{53B992C2-5FAE-BF44-B9AC-FE6246142BE2}">
      <dgm:prSet/>
      <dgm:spPr/>
      <dgm:t>
        <a:bodyPr/>
        <a:lstStyle/>
        <a:p>
          <a:endParaRPr lang="en-GB" sz="1600"/>
        </a:p>
      </dgm:t>
    </dgm:pt>
    <dgm:pt modelId="{AC535593-BE36-7D47-9E1D-D3B67BC18138}">
      <dgm:prSet custT="1"/>
      <dgm:spPr/>
      <dgm:t>
        <a:bodyPr anchor="t"/>
        <a:lstStyle/>
        <a:p>
          <a:pPr algn="l"/>
          <a:r>
            <a:rPr lang="en-GB" sz="1600" b="1" dirty="0"/>
            <a:t>API Layer</a:t>
          </a:r>
        </a:p>
        <a:p>
          <a:pPr algn="l"/>
          <a:r>
            <a:rPr lang="en-GB" sz="1000" b="1" dirty="0" err="1"/>
            <a:t>FastAPI</a:t>
          </a:r>
          <a:endParaRPr lang="en-GB" sz="1000" b="1" dirty="0"/>
        </a:p>
        <a:p>
          <a:pPr algn="l"/>
          <a:r>
            <a:rPr lang="en-GB" sz="1000" b="0" dirty="0"/>
            <a:t>Fast-REST</a:t>
          </a:r>
        </a:p>
        <a:p>
          <a:pPr algn="l"/>
          <a:r>
            <a:rPr lang="en-GB" sz="1000" b="0" dirty="0" err="1"/>
            <a:t>Express.js</a:t>
          </a:r>
          <a:endParaRPr lang="en-GB" sz="1000" b="0" dirty="0"/>
        </a:p>
        <a:p>
          <a:pPr algn="l"/>
          <a:r>
            <a:rPr lang="en-GB" sz="1000" b="0" dirty="0"/>
            <a:t>Django RESR Framework</a:t>
          </a:r>
        </a:p>
      </dgm:t>
    </dgm:pt>
    <dgm:pt modelId="{33824465-3AFD-F147-BFA8-900F5D4D9924}" type="parTrans" cxnId="{075BD907-34DE-3542-9C18-C9C5555917A5}">
      <dgm:prSet/>
      <dgm:spPr/>
      <dgm:t>
        <a:bodyPr/>
        <a:lstStyle/>
        <a:p>
          <a:endParaRPr lang="en-GB" sz="1600"/>
        </a:p>
      </dgm:t>
    </dgm:pt>
    <dgm:pt modelId="{571F5793-2A20-4B48-989B-F788DF54BCC8}" type="sibTrans" cxnId="{075BD907-34DE-3542-9C18-C9C5555917A5}">
      <dgm:prSet/>
      <dgm:spPr/>
      <dgm:t>
        <a:bodyPr/>
        <a:lstStyle/>
        <a:p>
          <a:endParaRPr lang="en-GB" sz="1600"/>
        </a:p>
      </dgm:t>
    </dgm:pt>
    <dgm:pt modelId="{805282F2-83A3-A340-B408-2929F6BC1B56}" type="pres">
      <dgm:prSet presAssocID="{F55FEE97-96EB-6D4B-B464-3BCB375446A4}" presName="cycle" presStyleCnt="0">
        <dgm:presLayoutVars>
          <dgm:chMax val="1"/>
          <dgm:dir/>
          <dgm:animLvl val="ctr"/>
          <dgm:resizeHandles val="exact"/>
        </dgm:presLayoutVars>
      </dgm:prSet>
      <dgm:spPr/>
    </dgm:pt>
    <dgm:pt modelId="{06E925B0-05AA-0C48-8081-983A5E686CB0}" type="pres">
      <dgm:prSet presAssocID="{1916B7DA-BB3A-C144-8E68-A7D6F6717975}" presName="centerShape" presStyleLbl="node0" presStyleIdx="0" presStyleCnt="1"/>
      <dgm:spPr/>
    </dgm:pt>
    <dgm:pt modelId="{B32C7160-A846-5043-A324-1014EAC0FDFF}" type="pres">
      <dgm:prSet presAssocID="{8AF75D75-291A-754B-B3C5-20108A56D926}" presName="parTrans" presStyleLbl="bgSibTrans2D1" presStyleIdx="0" presStyleCnt="6"/>
      <dgm:spPr/>
    </dgm:pt>
    <dgm:pt modelId="{1E6DA378-7BB6-0D49-9CF8-9A984F6A001F}" type="pres">
      <dgm:prSet presAssocID="{C630699B-BB2C-274F-AB44-850418BA29B8}" presName="node" presStyleLbl="node1" presStyleIdx="0" presStyleCnt="6" custScaleY="129615">
        <dgm:presLayoutVars>
          <dgm:bulletEnabled val="1"/>
        </dgm:presLayoutVars>
      </dgm:prSet>
      <dgm:spPr/>
    </dgm:pt>
    <dgm:pt modelId="{E280A73B-B2E7-E444-85C1-78C4CAB40982}" type="pres">
      <dgm:prSet presAssocID="{03292604-84A6-C64C-9F33-0A85248852CA}" presName="parTrans" presStyleLbl="bgSibTrans2D1" presStyleIdx="1" presStyleCnt="6"/>
      <dgm:spPr/>
    </dgm:pt>
    <dgm:pt modelId="{AD9413F3-1EDC-B045-90FC-28CAE6AF31FF}" type="pres">
      <dgm:prSet presAssocID="{5043F95F-6DB3-3843-BB36-145A7E3917A3}" presName="node" presStyleLbl="node1" presStyleIdx="1" presStyleCnt="6" custScaleY="129615">
        <dgm:presLayoutVars>
          <dgm:bulletEnabled val="1"/>
        </dgm:presLayoutVars>
      </dgm:prSet>
      <dgm:spPr/>
    </dgm:pt>
    <dgm:pt modelId="{DB80A343-9A29-FE46-B237-EA7F611AE62B}" type="pres">
      <dgm:prSet presAssocID="{0B38D7E8-9022-AE47-A18F-2A2DBC82FDE0}" presName="parTrans" presStyleLbl="bgSibTrans2D1" presStyleIdx="2" presStyleCnt="6"/>
      <dgm:spPr/>
    </dgm:pt>
    <dgm:pt modelId="{1D6BD0F5-923F-6D40-A6A6-BAD39C742544}" type="pres">
      <dgm:prSet presAssocID="{66171597-0947-6D4A-8472-1CE9EBD825E3}" presName="node" presStyleLbl="node1" presStyleIdx="2" presStyleCnt="6" custScaleY="129615">
        <dgm:presLayoutVars>
          <dgm:bulletEnabled val="1"/>
        </dgm:presLayoutVars>
      </dgm:prSet>
      <dgm:spPr/>
    </dgm:pt>
    <dgm:pt modelId="{1E650F86-D70D-F24F-96A3-1D39ADE5D0DC}" type="pres">
      <dgm:prSet presAssocID="{D1EAAFB2-FE2B-0E41-9ED0-D19EB91D5EF3}" presName="parTrans" presStyleLbl="bgSibTrans2D1" presStyleIdx="3" presStyleCnt="6"/>
      <dgm:spPr/>
    </dgm:pt>
    <dgm:pt modelId="{6DE79DAA-632E-024E-A577-4176EA1CB5AF}" type="pres">
      <dgm:prSet presAssocID="{86E455A2-187D-A542-A895-E8BBE9EFF1A6}" presName="node" presStyleLbl="node1" presStyleIdx="3" presStyleCnt="6" custScaleY="129615">
        <dgm:presLayoutVars>
          <dgm:bulletEnabled val="1"/>
        </dgm:presLayoutVars>
      </dgm:prSet>
      <dgm:spPr/>
    </dgm:pt>
    <dgm:pt modelId="{BC1D26EF-67F8-C047-B564-FFA3503AAB34}" type="pres">
      <dgm:prSet presAssocID="{866957F2-E566-1C44-8194-A7A50DA55922}" presName="parTrans" presStyleLbl="bgSibTrans2D1" presStyleIdx="4" presStyleCnt="6"/>
      <dgm:spPr/>
    </dgm:pt>
    <dgm:pt modelId="{14E967DD-170D-6441-ABE0-4ADB6C74A558}" type="pres">
      <dgm:prSet presAssocID="{5F0BE9AE-4ED5-B848-8F8B-B90A40EEA002}" presName="node" presStyleLbl="node1" presStyleIdx="4" presStyleCnt="6" custScaleY="129615">
        <dgm:presLayoutVars>
          <dgm:bulletEnabled val="1"/>
        </dgm:presLayoutVars>
      </dgm:prSet>
      <dgm:spPr/>
    </dgm:pt>
    <dgm:pt modelId="{C7798512-C19F-6C47-B242-F9AF7685003E}" type="pres">
      <dgm:prSet presAssocID="{33824465-3AFD-F147-BFA8-900F5D4D9924}" presName="parTrans" presStyleLbl="bgSibTrans2D1" presStyleIdx="5" presStyleCnt="6"/>
      <dgm:spPr/>
    </dgm:pt>
    <dgm:pt modelId="{F3401C1B-DBDF-F745-9234-5651AD892BDA}" type="pres">
      <dgm:prSet presAssocID="{AC535593-BE36-7D47-9E1D-D3B67BC18138}" presName="node" presStyleLbl="node1" presStyleIdx="5" presStyleCnt="6" custScaleY="129615">
        <dgm:presLayoutVars>
          <dgm:bulletEnabled val="1"/>
        </dgm:presLayoutVars>
      </dgm:prSet>
      <dgm:spPr/>
    </dgm:pt>
  </dgm:ptLst>
  <dgm:cxnLst>
    <dgm:cxn modelId="{A56E5504-D3BA-5A43-B9B3-781E1C6911CB}" srcId="{1916B7DA-BB3A-C144-8E68-A7D6F6717975}" destId="{5043F95F-6DB3-3843-BB36-145A7E3917A3}" srcOrd="1" destOrd="0" parTransId="{03292604-84A6-C64C-9F33-0A85248852CA}" sibTransId="{856C5B63-6401-6E49-9E2A-5BF2F1A285CE}"/>
    <dgm:cxn modelId="{075BD907-34DE-3542-9C18-C9C5555917A5}" srcId="{1916B7DA-BB3A-C144-8E68-A7D6F6717975}" destId="{AC535593-BE36-7D47-9E1D-D3B67BC18138}" srcOrd="5" destOrd="0" parTransId="{33824465-3AFD-F147-BFA8-900F5D4D9924}" sibTransId="{571F5793-2A20-4B48-989B-F788DF54BCC8}"/>
    <dgm:cxn modelId="{16E37E0B-6CC1-CB42-A452-E08A78BD823F}" type="presOf" srcId="{33824465-3AFD-F147-BFA8-900F5D4D9924}" destId="{C7798512-C19F-6C47-B242-F9AF7685003E}" srcOrd="0" destOrd="0" presId="urn:microsoft.com/office/officeart/2005/8/layout/radial4"/>
    <dgm:cxn modelId="{A194931A-F58E-1B4F-9B1A-E8272306EA51}" type="presOf" srcId="{86E455A2-187D-A542-A895-E8BBE9EFF1A6}" destId="{6DE79DAA-632E-024E-A577-4176EA1CB5AF}" srcOrd="0" destOrd="0" presId="urn:microsoft.com/office/officeart/2005/8/layout/radial4"/>
    <dgm:cxn modelId="{C477EC24-2164-E54D-9909-D2FAA48F191B}" type="presOf" srcId="{866957F2-E566-1C44-8194-A7A50DA55922}" destId="{BC1D26EF-67F8-C047-B564-FFA3503AAB34}" srcOrd="0" destOrd="0" presId="urn:microsoft.com/office/officeart/2005/8/layout/radial4"/>
    <dgm:cxn modelId="{01ED9134-443E-3F42-B593-42AA89560C59}" srcId="{1916B7DA-BB3A-C144-8E68-A7D6F6717975}" destId="{C630699B-BB2C-274F-AB44-850418BA29B8}" srcOrd="0" destOrd="0" parTransId="{8AF75D75-291A-754B-B3C5-20108A56D926}" sibTransId="{9D41BB77-6F5A-5E4B-A69D-15B8DAF40780}"/>
    <dgm:cxn modelId="{6C2FC43A-12E3-6B4F-A156-F6E4B14F37C1}" type="presOf" srcId="{0B38D7E8-9022-AE47-A18F-2A2DBC82FDE0}" destId="{DB80A343-9A29-FE46-B237-EA7F611AE62B}" srcOrd="0" destOrd="0" presId="urn:microsoft.com/office/officeart/2005/8/layout/radial4"/>
    <dgm:cxn modelId="{12A3CB40-7993-234A-9592-78EA40A9CF0D}" srcId="{1916B7DA-BB3A-C144-8E68-A7D6F6717975}" destId="{66171597-0947-6D4A-8472-1CE9EBD825E3}" srcOrd="2" destOrd="0" parTransId="{0B38D7E8-9022-AE47-A18F-2A2DBC82FDE0}" sibTransId="{E6493CE3-3BAD-3E48-8619-36DCA1253DE5}"/>
    <dgm:cxn modelId="{751EED45-D007-A545-8A74-EAB7F654BE90}" type="presOf" srcId="{5043F95F-6DB3-3843-BB36-145A7E3917A3}" destId="{AD9413F3-1EDC-B045-90FC-28CAE6AF31FF}" srcOrd="0" destOrd="0" presId="urn:microsoft.com/office/officeart/2005/8/layout/radial4"/>
    <dgm:cxn modelId="{2B66FA49-462D-694D-B380-83B1C192C963}" type="presOf" srcId="{03292604-84A6-C64C-9F33-0A85248852CA}" destId="{E280A73B-B2E7-E444-85C1-78C4CAB40982}" srcOrd="0" destOrd="0" presId="urn:microsoft.com/office/officeart/2005/8/layout/radial4"/>
    <dgm:cxn modelId="{BBF3CF6F-3CD3-704E-A92E-ED8ABFF578F9}" type="presOf" srcId="{AC535593-BE36-7D47-9E1D-D3B67BC18138}" destId="{F3401C1B-DBDF-F745-9234-5651AD892BDA}" srcOrd="0" destOrd="0" presId="urn:microsoft.com/office/officeart/2005/8/layout/radial4"/>
    <dgm:cxn modelId="{9CE93390-68A7-DE43-A760-15445301ABF9}" type="presOf" srcId="{C630699B-BB2C-274F-AB44-850418BA29B8}" destId="{1E6DA378-7BB6-0D49-9CF8-9A984F6A001F}" srcOrd="0" destOrd="0" presId="urn:microsoft.com/office/officeart/2005/8/layout/radial4"/>
    <dgm:cxn modelId="{C1EE26A0-B72F-CD40-A4C9-B6230C31193E}" srcId="{F55FEE97-96EB-6D4B-B464-3BCB375446A4}" destId="{1916B7DA-BB3A-C144-8E68-A7D6F6717975}" srcOrd="0" destOrd="0" parTransId="{12BD602E-881D-4C40-83D3-384AEF90A595}" sibTransId="{72667942-5E50-B941-8FF8-49F00FE34451}"/>
    <dgm:cxn modelId="{77FEA3AC-FF10-5046-80A9-E8A224AD8D04}" type="presOf" srcId="{F55FEE97-96EB-6D4B-B464-3BCB375446A4}" destId="{805282F2-83A3-A340-B408-2929F6BC1B56}" srcOrd="0" destOrd="0" presId="urn:microsoft.com/office/officeart/2005/8/layout/radial4"/>
    <dgm:cxn modelId="{D7295EB5-4542-A141-B9C4-E06554C911FC}" type="presOf" srcId="{1916B7DA-BB3A-C144-8E68-A7D6F6717975}" destId="{06E925B0-05AA-0C48-8081-983A5E686CB0}" srcOrd="0" destOrd="0" presId="urn:microsoft.com/office/officeart/2005/8/layout/radial4"/>
    <dgm:cxn modelId="{88BF37BD-953F-324F-9D99-679ED867A7EE}" type="presOf" srcId="{5F0BE9AE-4ED5-B848-8F8B-B90A40EEA002}" destId="{14E967DD-170D-6441-ABE0-4ADB6C74A558}" srcOrd="0" destOrd="0" presId="urn:microsoft.com/office/officeart/2005/8/layout/radial4"/>
    <dgm:cxn modelId="{53B992C2-5FAE-BF44-B9AC-FE6246142BE2}" srcId="{1916B7DA-BB3A-C144-8E68-A7D6F6717975}" destId="{5F0BE9AE-4ED5-B848-8F8B-B90A40EEA002}" srcOrd="4" destOrd="0" parTransId="{866957F2-E566-1C44-8194-A7A50DA55922}" sibTransId="{8A535892-E718-EF4F-9040-A02406CBB4FC}"/>
    <dgm:cxn modelId="{5F3346CB-97C6-0A43-9215-3CD84EC9CDDF}" type="presOf" srcId="{D1EAAFB2-FE2B-0E41-9ED0-D19EB91D5EF3}" destId="{1E650F86-D70D-F24F-96A3-1D39ADE5D0DC}" srcOrd="0" destOrd="0" presId="urn:microsoft.com/office/officeart/2005/8/layout/radial4"/>
    <dgm:cxn modelId="{977D44D3-9709-5C41-8C3E-EDA395C023B9}" type="presOf" srcId="{66171597-0947-6D4A-8472-1CE9EBD825E3}" destId="{1D6BD0F5-923F-6D40-A6A6-BAD39C742544}" srcOrd="0" destOrd="0" presId="urn:microsoft.com/office/officeart/2005/8/layout/radial4"/>
    <dgm:cxn modelId="{9091DBD6-8EE0-D247-A77F-DB4F757C2701}" srcId="{1916B7DA-BB3A-C144-8E68-A7D6F6717975}" destId="{86E455A2-187D-A542-A895-E8BBE9EFF1A6}" srcOrd="3" destOrd="0" parTransId="{D1EAAFB2-FE2B-0E41-9ED0-D19EB91D5EF3}" sibTransId="{FA3BEB5B-E398-0545-9841-4E43723BADF9}"/>
    <dgm:cxn modelId="{055DA4D7-C2D1-9843-8476-955A631EF4BD}" type="presOf" srcId="{8AF75D75-291A-754B-B3C5-20108A56D926}" destId="{B32C7160-A846-5043-A324-1014EAC0FDFF}" srcOrd="0" destOrd="0" presId="urn:microsoft.com/office/officeart/2005/8/layout/radial4"/>
    <dgm:cxn modelId="{1C3F59C8-1509-EF49-8B1C-5B4A017B2CCE}" type="presParOf" srcId="{805282F2-83A3-A340-B408-2929F6BC1B56}" destId="{06E925B0-05AA-0C48-8081-983A5E686CB0}" srcOrd="0" destOrd="0" presId="urn:microsoft.com/office/officeart/2005/8/layout/radial4"/>
    <dgm:cxn modelId="{4A48F4D8-A1D6-1E4A-944C-B55480BCFE2E}" type="presParOf" srcId="{805282F2-83A3-A340-B408-2929F6BC1B56}" destId="{B32C7160-A846-5043-A324-1014EAC0FDFF}" srcOrd="1" destOrd="0" presId="urn:microsoft.com/office/officeart/2005/8/layout/radial4"/>
    <dgm:cxn modelId="{44CBE4EF-B734-0F41-B5A8-F7CF41F21493}" type="presParOf" srcId="{805282F2-83A3-A340-B408-2929F6BC1B56}" destId="{1E6DA378-7BB6-0D49-9CF8-9A984F6A001F}" srcOrd="2" destOrd="0" presId="urn:microsoft.com/office/officeart/2005/8/layout/radial4"/>
    <dgm:cxn modelId="{7C9FA49E-9560-D64F-AA77-42E85514C586}" type="presParOf" srcId="{805282F2-83A3-A340-B408-2929F6BC1B56}" destId="{E280A73B-B2E7-E444-85C1-78C4CAB40982}" srcOrd="3" destOrd="0" presId="urn:microsoft.com/office/officeart/2005/8/layout/radial4"/>
    <dgm:cxn modelId="{8BC496AC-31DB-EC41-ABB1-EA2AC47939C3}" type="presParOf" srcId="{805282F2-83A3-A340-B408-2929F6BC1B56}" destId="{AD9413F3-1EDC-B045-90FC-28CAE6AF31FF}" srcOrd="4" destOrd="0" presId="urn:microsoft.com/office/officeart/2005/8/layout/radial4"/>
    <dgm:cxn modelId="{12FE4D28-195D-B742-A341-0A2C18C8EB9D}" type="presParOf" srcId="{805282F2-83A3-A340-B408-2929F6BC1B56}" destId="{DB80A343-9A29-FE46-B237-EA7F611AE62B}" srcOrd="5" destOrd="0" presId="urn:microsoft.com/office/officeart/2005/8/layout/radial4"/>
    <dgm:cxn modelId="{006D1EC4-2B7A-8C4C-9878-EC9EFE75005B}" type="presParOf" srcId="{805282F2-83A3-A340-B408-2929F6BC1B56}" destId="{1D6BD0F5-923F-6D40-A6A6-BAD39C742544}" srcOrd="6" destOrd="0" presId="urn:microsoft.com/office/officeart/2005/8/layout/radial4"/>
    <dgm:cxn modelId="{CA4129D1-3237-E643-B693-EB5770F09308}" type="presParOf" srcId="{805282F2-83A3-A340-B408-2929F6BC1B56}" destId="{1E650F86-D70D-F24F-96A3-1D39ADE5D0DC}" srcOrd="7" destOrd="0" presId="urn:microsoft.com/office/officeart/2005/8/layout/radial4"/>
    <dgm:cxn modelId="{F8501726-3A66-564B-BBBF-BA5BE0651DDE}" type="presParOf" srcId="{805282F2-83A3-A340-B408-2929F6BC1B56}" destId="{6DE79DAA-632E-024E-A577-4176EA1CB5AF}" srcOrd="8" destOrd="0" presId="urn:microsoft.com/office/officeart/2005/8/layout/radial4"/>
    <dgm:cxn modelId="{51C1DF90-0318-F34C-9772-6157D25936E8}" type="presParOf" srcId="{805282F2-83A3-A340-B408-2929F6BC1B56}" destId="{BC1D26EF-67F8-C047-B564-FFA3503AAB34}" srcOrd="9" destOrd="0" presId="urn:microsoft.com/office/officeart/2005/8/layout/radial4"/>
    <dgm:cxn modelId="{D52774B7-4CE2-824B-90DE-DD963F5EA051}" type="presParOf" srcId="{805282F2-83A3-A340-B408-2929F6BC1B56}" destId="{14E967DD-170D-6441-ABE0-4ADB6C74A558}" srcOrd="10" destOrd="0" presId="urn:microsoft.com/office/officeart/2005/8/layout/radial4"/>
    <dgm:cxn modelId="{33659531-AC47-2547-BA55-A94591B09C0E}" type="presParOf" srcId="{805282F2-83A3-A340-B408-2929F6BC1B56}" destId="{C7798512-C19F-6C47-B242-F9AF7685003E}" srcOrd="11" destOrd="0" presId="urn:microsoft.com/office/officeart/2005/8/layout/radial4"/>
    <dgm:cxn modelId="{1B27A4ED-292A-E543-BA16-DF022ADAFD0E}" type="presParOf" srcId="{805282F2-83A3-A340-B408-2929F6BC1B56}" destId="{F3401C1B-DBDF-F745-9234-5651AD892BDA}"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E925B0-05AA-0C48-8081-983A5E686CB0}">
      <dsp:nvSpPr>
        <dsp:cNvPr id="0" name=""/>
        <dsp:cNvSpPr/>
      </dsp:nvSpPr>
      <dsp:spPr>
        <a:xfrm>
          <a:off x="4541830" y="2677694"/>
          <a:ext cx="2121279" cy="212127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ct val="35000"/>
            </a:spcAft>
            <a:buNone/>
          </a:pPr>
          <a:r>
            <a:rPr lang="en-GB" sz="4800" b="1" kern="1200" dirty="0"/>
            <a:t>PoC</a:t>
          </a:r>
        </a:p>
      </dsp:txBody>
      <dsp:txXfrm>
        <a:off x="4852484" y="2988348"/>
        <a:ext cx="1499971" cy="1499971"/>
      </dsp:txXfrm>
    </dsp:sp>
    <dsp:sp modelId="{B32C7160-A846-5043-A324-1014EAC0FDFF}">
      <dsp:nvSpPr>
        <dsp:cNvPr id="0" name=""/>
        <dsp:cNvSpPr/>
      </dsp:nvSpPr>
      <dsp:spPr>
        <a:xfrm rot="10800000">
          <a:off x="2389077" y="3436051"/>
          <a:ext cx="2034352" cy="604564"/>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6DA378-7BB6-0D49-9CF8-9A984F6A001F}">
      <dsp:nvSpPr>
        <dsp:cNvPr id="0" name=""/>
        <dsp:cNvSpPr/>
      </dsp:nvSpPr>
      <dsp:spPr>
        <a:xfrm>
          <a:off x="1646629" y="2968475"/>
          <a:ext cx="1484895" cy="153971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Frontend</a:t>
          </a:r>
        </a:p>
        <a:p>
          <a:pPr marL="0" lvl="0" indent="0" algn="l" defTabSz="711200">
            <a:lnSpc>
              <a:spcPct val="90000"/>
            </a:lnSpc>
            <a:spcBef>
              <a:spcPct val="0"/>
            </a:spcBef>
            <a:spcAft>
              <a:spcPct val="35000"/>
            </a:spcAft>
            <a:buNone/>
          </a:pPr>
          <a:r>
            <a:rPr lang="en-GB" sz="1000" b="1" kern="1200" dirty="0" err="1"/>
            <a:t>Streamlit</a:t>
          </a:r>
          <a:endParaRPr lang="en-GB" sz="1000" b="1" kern="1200" dirty="0"/>
        </a:p>
        <a:p>
          <a:pPr marL="0" lvl="0" indent="0" algn="l" defTabSz="711200">
            <a:lnSpc>
              <a:spcPct val="90000"/>
            </a:lnSpc>
            <a:spcBef>
              <a:spcPct val="0"/>
            </a:spcBef>
            <a:spcAft>
              <a:spcPct val="35000"/>
            </a:spcAft>
            <a:buNone/>
          </a:pPr>
          <a:r>
            <a:rPr lang="en-GB" sz="1000" b="0" kern="1200" dirty="0"/>
            <a:t>React</a:t>
          </a:r>
        </a:p>
        <a:p>
          <a:pPr marL="0" lvl="0" indent="0" algn="l" defTabSz="711200">
            <a:lnSpc>
              <a:spcPct val="90000"/>
            </a:lnSpc>
            <a:spcBef>
              <a:spcPct val="0"/>
            </a:spcBef>
            <a:spcAft>
              <a:spcPct val="35000"/>
            </a:spcAft>
            <a:buNone/>
          </a:pPr>
          <a:r>
            <a:rPr lang="en-GB" sz="1000" b="0" kern="1200" dirty="0" err="1"/>
            <a:t>Gradio</a:t>
          </a:r>
          <a:endParaRPr lang="en-GB" sz="1000" b="0" kern="1200" dirty="0"/>
        </a:p>
        <a:p>
          <a:pPr marL="0" lvl="0" indent="0" algn="l" defTabSz="711200">
            <a:lnSpc>
              <a:spcPct val="90000"/>
            </a:lnSpc>
            <a:spcBef>
              <a:spcPct val="0"/>
            </a:spcBef>
            <a:spcAft>
              <a:spcPct val="35000"/>
            </a:spcAft>
            <a:buNone/>
          </a:pPr>
          <a:r>
            <a:rPr lang="en-GB" sz="1000" b="0" kern="1200" dirty="0"/>
            <a:t>HTML/CSS</a:t>
          </a:r>
        </a:p>
      </dsp:txBody>
      <dsp:txXfrm>
        <a:off x="1690120" y="3011966"/>
        <a:ext cx="1397913" cy="1452735"/>
      </dsp:txXfrm>
    </dsp:sp>
    <dsp:sp modelId="{E280A73B-B2E7-E444-85C1-78C4CAB40982}">
      <dsp:nvSpPr>
        <dsp:cNvPr id="0" name=""/>
        <dsp:cNvSpPr/>
      </dsp:nvSpPr>
      <dsp:spPr>
        <a:xfrm rot="12960000">
          <a:off x="2808517" y="2145147"/>
          <a:ext cx="2034352" cy="604564"/>
        </a:xfrm>
        <a:prstGeom prst="leftArrow">
          <a:avLst>
            <a:gd name="adj1" fmla="val 60000"/>
            <a:gd name="adj2" fmla="val 50000"/>
          </a:avLst>
        </a:prstGeom>
        <a:solidFill>
          <a:schemeClr val="accent3">
            <a:hueOff val="1393666"/>
            <a:satOff val="-16950"/>
            <a:lumOff val="458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D9413F3-1EDC-B045-90FC-28CAE6AF31FF}">
      <dsp:nvSpPr>
        <dsp:cNvPr id="0" name=""/>
        <dsp:cNvSpPr/>
      </dsp:nvSpPr>
      <dsp:spPr>
        <a:xfrm>
          <a:off x="2260333" y="1079689"/>
          <a:ext cx="1484895" cy="1539717"/>
        </a:xfrm>
        <a:prstGeom prst="roundRect">
          <a:avLst>
            <a:gd name="adj" fmla="val 10000"/>
          </a:avLst>
        </a:prstGeom>
        <a:solidFill>
          <a:schemeClr val="accent3">
            <a:hueOff val="1393666"/>
            <a:satOff val="-16950"/>
            <a:lumOff val="4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Backend</a:t>
          </a:r>
        </a:p>
        <a:p>
          <a:pPr marL="0" lvl="0" indent="0" algn="l" defTabSz="711200">
            <a:lnSpc>
              <a:spcPct val="100000"/>
            </a:lnSpc>
            <a:spcBef>
              <a:spcPct val="0"/>
            </a:spcBef>
            <a:spcAft>
              <a:spcPct val="35000"/>
            </a:spcAft>
            <a:buNone/>
          </a:pPr>
          <a:r>
            <a:rPr lang="en-GB" sz="1000" b="1" kern="1200" dirty="0" err="1"/>
            <a:t>FastAPI</a:t>
          </a:r>
          <a:endParaRPr lang="en-GB" sz="1000" b="1" kern="1200" dirty="0"/>
        </a:p>
        <a:p>
          <a:pPr marL="0" lvl="0" indent="0" algn="l" defTabSz="711200">
            <a:lnSpc>
              <a:spcPct val="100000"/>
            </a:lnSpc>
            <a:spcBef>
              <a:spcPct val="0"/>
            </a:spcBef>
            <a:spcAft>
              <a:spcPct val="35000"/>
            </a:spcAft>
            <a:buNone/>
          </a:pPr>
          <a:r>
            <a:rPr lang="en-GB" sz="1000" kern="1200" dirty="0"/>
            <a:t>Flask</a:t>
          </a:r>
        </a:p>
        <a:p>
          <a:pPr marL="0" lvl="0" indent="0" algn="l" defTabSz="711200">
            <a:lnSpc>
              <a:spcPct val="100000"/>
            </a:lnSpc>
            <a:spcBef>
              <a:spcPct val="0"/>
            </a:spcBef>
            <a:spcAft>
              <a:spcPct val="35000"/>
            </a:spcAft>
            <a:buNone/>
          </a:pPr>
          <a:r>
            <a:rPr lang="en-GB" sz="1000" kern="1200" dirty="0" err="1"/>
            <a:t>Express.js</a:t>
          </a:r>
          <a:endParaRPr lang="en-GB" sz="1000" kern="1200" dirty="0"/>
        </a:p>
        <a:p>
          <a:pPr marL="0" lvl="0" indent="0" algn="l" defTabSz="711200">
            <a:lnSpc>
              <a:spcPct val="100000"/>
            </a:lnSpc>
            <a:spcBef>
              <a:spcPct val="0"/>
            </a:spcBef>
            <a:spcAft>
              <a:spcPct val="35000"/>
            </a:spcAft>
            <a:buNone/>
          </a:pPr>
          <a:r>
            <a:rPr lang="en-GB" sz="1000" kern="1200" dirty="0"/>
            <a:t>Django</a:t>
          </a:r>
        </a:p>
        <a:p>
          <a:pPr marL="0" lvl="0" indent="0" algn="l" defTabSz="711200">
            <a:lnSpc>
              <a:spcPct val="90000"/>
            </a:lnSpc>
            <a:spcBef>
              <a:spcPct val="0"/>
            </a:spcBef>
            <a:spcAft>
              <a:spcPct val="35000"/>
            </a:spcAft>
            <a:buNone/>
          </a:pPr>
          <a:endParaRPr lang="en-GB" sz="1600" kern="1200" dirty="0"/>
        </a:p>
        <a:p>
          <a:pPr marL="0" lvl="0" indent="0" algn="l" defTabSz="711200">
            <a:lnSpc>
              <a:spcPct val="90000"/>
            </a:lnSpc>
            <a:spcBef>
              <a:spcPct val="0"/>
            </a:spcBef>
            <a:spcAft>
              <a:spcPct val="35000"/>
            </a:spcAft>
            <a:buNone/>
          </a:pPr>
          <a:endParaRPr lang="en-GB" sz="1600" kern="1200" dirty="0"/>
        </a:p>
      </dsp:txBody>
      <dsp:txXfrm>
        <a:off x="2303824" y="1123180"/>
        <a:ext cx="1397913" cy="1452735"/>
      </dsp:txXfrm>
    </dsp:sp>
    <dsp:sp modelId="{DB80A343-9A29-FE46-B237-EA7F611AE62B}">
      <dsp:nvSpPr>
        <dsp:cNvPr id="0" name=""/>
        <dsp:cNvSpPr/>
      </dsp:nvSpPr>
      <dsp:spPr>
        <a:xfrm rot="15120000">
          <a:off x="3906625" y="1347325"/>
          <a:ext cx="2034352" cy="604564"/>
        </a:xfrm>
        <a:prstGeom prst="leftArrow">
          <a:avLst>
            <a:gd name="adj1" fmla="val 60000"/>
            <a:gd name="adj2" fmla="val 50000"/>
          </a:avLst>
        </a:prstGeom>
        <a:solidFill>
          <a:schemeClr val="accent3">
            <a:hueOff val="2787332"/>
            <a:satOff val="-33901"/>
            <a:lumOff val="917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6BD0F5-923F-6D40-A6A6-BAD39C742544}">
      <dsp:nvSpPr>
        <dsp:cNvPr id="0" name=""/>
        <dsp:cNvSpPr/>
      </dsp:nvSpPr>
      <dsp:spPr>
        <a:xfrm>
          <a:off x="3867029" y="-87643"/>
          <a:ext cx="1484895" cy="1539717"/>
        </a:xfrm>
        <a:prstGeom prst="roundRect">
          <a:avLst>
            <a:gd name="adj" fmla="val 10000"/>
          </a:avLst>
        </a:prstGeom>
        <a:solidFill>
          <a:schemeClr val="accent3">
            <a:hueOff val="2787332"/>
            <a:satOff val="-33901"/>
            <a:lumOff val="9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Server</a:t>
          </a:r>
        </a:p>
        <a:p>
          <a:pPr marL="0" lvl="0" indent="0" algn="l" defTabSz="711200">
            <a:lnSpc>
              <a:spcPct val="90000"/>
            </a:lnSpc>
            <a:spcBef>
              <a:spcPct val="0"/>
            </a:spcBef>
            <a:spcAft>
              <a:spcPct val="35000"/>
            </a:spcAft>
            <a:buNone/>
          </a:pPr>
          <a:r>
            <a:rPr lang="en-GB" sz="1000" b="1" kern="1200" dirty="0" err="1"/>
            <a:t>Uvicorn</a:t>
          </a:r>
          <a:endParaRPr lang="en-GB" sz="1000" b="1" kern="1200" dirty="0"/>
        </a:p>
        <a:p>
          <a:pPr marL="0" lvl="0" indent="0" algn="l" defTabSz="711200">
            <a:lnSpc>
              <a:spcPct val="90000"/>
            </a:lnSpc>
            <a:spcBef>
              <a:spcPct val="0"/>
            </a:spcBef>
            <a:spcAft>
              <a:spcPct val="35000"/>
            </a:spcAft>
            <a:buNone/>
          </a:pPr>
          <a:r>
            <a:rPr lang="en-GB" sz="1000" b="0" kern="1200" dirty="0" err="1"/>
            <a:t>Gunicorn</a:t>
          </a:r>
          <a:endParaRPr lang="en-GB" sz="1000" b="0" kern="1200" dirty="0"/>
        </a:p>
        <a:p>
          <a:pPr marL="0" lvl="0" indent="0" algn="l" defTabSz="711200">
            <a:lnSpc>
              <a:spcPct val="90000"/>
            </a:lnSpc>
            <a:spcBef>
              <a:spcPct val="0"/>
            </a:spcBef>
            <a:spcAft>
              <a:spcPct val="35000"/>
            </a:spcAft>
            <a:buNone/>
          </a:pPr>
          <a:r>
            <a:rPr lang="en-GB" sz="1000" b="0" kern="1200" dirty="0"/>
            <a:t>Node.js</a:t>
          </a:r>
        </a:p>
        <a:p>
          <a:pPr marL="0" lvl="0" indent="0" algn="l" defTabSz="711200">
            <a:lnSpc>
              <a:spcPct val="90000"/>
            </a:lnSpc>
            <a:spcBef>
              <a:spcPct val="0"/>
            </a:spcBef>
            <a:spcAft>
              <a:spcPct val="35000"/>
            </a:spcAft>
            <a:buNone/>
          </a:pPr>
          <a:r>
            <a:rPr lang="en-GB" sz="1000" b="0" kern="1200" dirty="0"/>
            <a:t>Flask Dev Server</a:t>
          </a:r>
        </a:p>
      </dsp:txBody>
      <dsp:txXfrm>
        <a:off x="3910520" y="-44152"/>
        <a:ext cx="1397913" cy="1452735"/>
      </dsp:txXfrm>
    </dsp:sp>
    <dsp:sp modelId="{1E650F86-D70D-F24F-96A3-1D39ADE5D0DC}">
      <dsp:nvSpPr>
        <dsp:cNvPr id="0" name=""/>
        <dsp:cNvSpPr/>
      </dsp:nvSpPr>
      <dsp:spPr>
        <a:xfrm rot="17280000">
          <a:off x="5263962" y="1347325"/>
          <a:ext cx="2034352" cy="604564"/>
        </a:xfrm>
        <a:prstGeom prst="leftArrow">
          <a:avLst>
            <a:gd name="adj1" fmla="val 60000"/>
            <a:gd name="adj2" fmla="val 50000"/>
          </a:avLst>
        </a:prstGeom>
        <a:solidFill>
          <a:schemeClr val="accent3">
            <a:hueOff val="4180998"/>
            <a:satOff val="-50851"/>
            <a:lumOff val="1376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DE79DAA-632E-024E-A577-4176EA1CB5AF}">
      <dsp:nvSpPr>
        <dsp:cNvPr id="0" name=""/>
        <dsp:cNvSpPr/>
      </dsp:nvSpPr>
      <dsp:spPr>
        <a:xfrm>
          <a:off x="5853015" y="-87643"/>
          <a:ext cx="1484895" cy="1539717"/>
        </a:xfrm>
        <a:prstGeom prst="roundRect">
          <a:avLst>
            <a:gd name="adj" fmla="val 10000"/>
          </a:avLst>
        </a:prstGeom>
        <a:solidFill>
          <a:schemeClr val="accent3">
            <a:hueOff val="4180998"/>
            <a:satOff val="-50851"/>
            <a:lumOff val="13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Schema</a:t>
          </a:r>
        </a:p>
        <a:p>
          <a:pPr marL="0" lvl="0" indent="0" algn="l" defTabSz="711200">
            <a:lnSpc>
              <a:spcPct val="90000"/>
            </a:lnSpc>
            <a:spcBef>
              <a:spcPct val="0"/>
            </a:spcBef>
            <a:spcAft>
              <a:spcPct val="35000"/>
            </a:spcAft>
            <a:buNone/>
          </a:pPr>
          <a:r>
            <a:rPr lang="en-GB" sz="1000" b="1" kern="1200" dirty="0" err="1"/>
            <a:t>SQLAlchemy</a:t>
          </a:r>
          <a:endParaRPr lang="en-GB" sz="1000" b="1" kern="1200" dirty="0"/>
        </a:p>
        <a:p>
          <a:pPr marL="0" lvl="0" indent="0" algn="l" defTabSz="711200">
            <a:lnSpc>
              <a:spcPct val="90000"/>
            </a:lnSpc>
            <a:spcBef>
              <a:spcPct val="0"/>
            </a:spcBef>
            <a:spcAft>
              <a:spcPct val="35000"/>
            </a:spcAft>
            <a:buNone/>
          </a:pPr>
          <a:r>
            <a:rPr lang="en-GB" sz="1000" b="0" kern="1200" dirty="0" err="1"/>
            <a:t>Pydantic</a:t>
          </a:r>
          <a:endParaRPr lang="en-GB" sz="1000" b="0" kern="1200" dirty="0"/>
        </a:p>
        <a:p>
          <a:pPr marL="0" lvl="0" indent="0" algn="l" defTabSz="711200">
            <a:lnSpc>
              <a:spcPct val="90000"/>
            </a:lnSpc>
            <a:spcBef>
              <a:spcPct val="0"/>
            </a:spcBef>
            <a:spcAft>
              <a:spcPct val="35000"/>
            </a:spcAft>
            <a:buNone/>
          </a:pPr>
          <a:r>
            <a:rPr lang="en-GB" sz="1000" b="0" kern="1200" dirty="0"/>
            <a:t>Prisma</a:t>
          </a:r>
        </a:p>
        <a:p>
          <a:pPr marL="0" lvl="0" indent="0" algn="l" defTabSz="711200">
            <a:lnSpc>
              <a:spcPct val="90000"/>
            </a:lnSpc>
            <a:spcBef>
              <a:spcPct val="0"/>
            </a:spcBef>
            <a:spcAft>
              <a:spcPct val="35000"/>
            </a:spcAft>
            <a:buNone/>
          </a:pPr>
          <a:r>
            <a:rPr lang="en-GB" sz="1000" b="0" kern="1200" dirty="0" err="1"/>
            <a:t>TypeORM</a:t>
          </a:r>
          <a:endParaRPr lang="en-GB" sz="1000" b="0" kern="1200" dirty="0"/>
        </a:p>
      </dsp:txBody>
      <dsp:txXfrm>
        <a:off x="5896506" y="-44152"/>
        <a:ext cx="1397913" cy="1452735"/>
      </dsp:txXfrm>
    </dsp:sp>
    <dsp:sp modelId="{BC1D26EF-67F8-C047-B564-FFA3503AAB34}">
      <dsp:nvSpPr>
        <dsp:cNvPr id="0" name=""/>
        <dsp:cNvSpPr/>
      </dsp:nvSpPr>
      <dsp:spPr>
        <a:xfrm rot="19440000">
          <a:off x="6362071" y="2145147"/>
          <a:ext cx="2034352" cy="604564"/>
        </a:xfrm>
        <a:prstGeom prst="leftArrow">
          <a:avLst>
            <a:gd name="adj1" fmla="val 60000"/>
            <a:gd name="adj2" fmla="val 50000"/>
          </a:avLst>
        </a:prstGeom>
        <a:solidFill>
          <a:schemeClr val="accent3">
            <a:hueOff val="5574664"/>
            <a:satOff val="-67802"/>
            <a:lumOff val="18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E967DD-170D-6441-ABE0-4ADB6C74A558}">
      <dsp:nvSpPr>
        <dsp:cNvPr id="0" name=""/>
        <dsp:cNvSpPr/>
      </dsp:nvSpPr>
      <dsp:spPr>
        <a:xfrm>
          <a:off x="7459712" y="1079689"/>
          <a:ext cx="1484895" cy="1539717"/>
        </a:xfrm>
        <a:prstGeom prst="roundRect">
          <a:avLst>
            <a:gd name="adj" fmla="val 10000"/>
          </a:avLst>
        </a:prstGeom>
        <a:solidFill>
          <a:schemeClr val="accent3">
            <a:hueOff val="5574664"/>
            <a:satOff val="-67802"/>
            <a:lumOff val="18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Database</a:t>
          </a:r>
        </a:p>
        <a:p>
          <a:pPr marL="0" lvl="0" indent="0" algn="l" defTabSz="711200">
            <a:lnSpc>
              <a:spcPct val="90000"/>
            </a:lnSpc>
            <a:spcBef>
              <a:spcPct val="0"/>
            </a:spcBef>
            <a:spcAft>
              <a:spcPct val="35000"/>
            </a:spcAft>
            <a:buNone/>
          </a:pPr>
          <a:r>
            <a:rPr lang="en-GB" sz="1000" b="1" kern="1200" dirty="0"/>
            <a:t>SQLite</a:t>
          </a:r>
        </a:p>
        <a:p>
          <a:pPr marL="0" lvl="0" indent="0" algn="l" defTabSz="711200">
            <a:lnSpc>
              <a:spcPct val="90000"/>
            </a:lnSpc>
            <a:spcBef>
              <a:spcPct val="0"/>
            </a:spcBef>
            <a:spcAft>
              <a:spcPct val="35000"/>
            </a:spcAft>
            <a:buNone/>
          </a:pPr>
          <a:r>
            <a:rPr lang="en-GB" sz="1000" b="0" kern="1200" dirty="0"/>
            <a:t>PostgreSQL</a:t>
          </a:r>
        </a:p>
        <a:p>
          <a:pPr marL="0" lvl="0" indent="0" algn="l" defTabSz="711200">
            <a:lnSpc>
              <a:spcPct val="90000"/>
            </a:lnSpc>
            <a:spcBef>
              <a:spcPct val="0"/>
            </a:spcBef>
            <a:spcAft>
              <a:spcPct val="35000"/>
            </a:spcAft>
            <a:buNone/>
          </a:pPr>
          <a:r>
            <a:rPr lang="en-GB" sz="1000" b="0" kern="1200" dirty="0"/>
            <a:t>MySQL</a:t>
          </a:r>
        </a:p>
        <a:p>
          <a:pPr marL="0" lvl="0" indent="0" algn="l" defTabSz="711200">
            <a:lnSpc>
              <a:spcPct val="90000"/>
            </a:lnSpc>
            <a:spcBef>
              <a:spcPct val="0"/>
            </a:spcBef>
            <a:spcAft>
              <a:spcPct val="35000"/>
            </a:spcAft>
            <a:buNone/>
          </a:pPr>
          <a:r>
            <a:rPr lang="en-GB" sz="1000" b="0" kern="1200" dirty="0"/>
            <a:t>MongoDB</a:t>
          </a:r>
        </a:p>
      </dsp:txBody>
      <dsp:txXfrm>
        <a:off x="7503203" y="1123180"/>
        <a:ext cx="1397913" cy="1452735"/>
      </dsp:txXfrm>
    </dsp:sp>
    <dsp:sp modelId="{C7798512-C19F-6C47-B242-F9AF7685003E}">
      <dsp:nvSpPr>
        <dsp:cNvPr id="0" name=""/>
        <dsp:cNvSpPr/>
      </dsp:nvSpPr>
      <dsp:spPr>
        <a:xfrm>
          <a:off x="6781511" y="3436051"/>
          <a:ext cx="2034352" cy="604564"/>
        </a:xfrm>
        <a:prstGeom prst="leftArrow">
          <a:avLst>
            <a:gd name="adj1" fmla="val 60000"/>
            <a:gd name="adj2" fmla="val 50000"/>
          </a:avLst>
        </a:prstGeom>
        <a:solidFill>
          <a:schemeClr val="accent3">
            <a:hueOff val="6968330"/>
            <a:satOff val="-84752"/>
            <a:lumOff val="2294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401C1B-DBDF-F745-9234-5651AD892BDA}">
      <dsp:nvSpPr>
        <dsp:cNvPr id="0" name=""/>
        <dsp:cNvSpPr/>
      </dsp:nvSpPr>
      <dsp:spPr>
        <a:xfrm>
          <a:off x="8073416" y="2968475"/>
          <a:ext cx="1484895" cy="1539717"/>
        </a:xfrm>
        <a:prstGeom prst="roundRect">
          <a:avLst>
            <a:gd name="adj" fmla="val 10000"/>
          </a:avLst>
        </a:prstGeom>
        <a:solidFill>
          <a:schemeClr val="accent3">
            <a:hueOff val="6968330"/>
            <a:satOff val="-84752"/>
            <a:lumOff val="2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API Layer</a:t>
          </a:r>
        </a:p>
        <a:p>
          <a:pPr marL="0" lvl="0" indent="0" algn="l" defTabSz="711200">
            <a:lnSpc>
              <a:spcPct val="90000"/>
            </a:lnSpc>
            <a:spcBef>
              <a:spcPct val="0"/>
            </a:spcBef>
            <a:spcAft>
              <a:spcPct val="35000"/>
            </a:spcAft>
            <a:buNone/>
          </a:pPr>
          <a:r>
            <a:rPr lang="en-GB" sz="1000" b="1" kern="1200" dirty="0" err="1"/>
            <a:t>FastAPI</a:t>
          </a:r>
          <a:endParaRPr lang="en-GB" sz="1000" b="1" kern="1200" dirty="0"/>
        </a:p>
        <a:p>
          <a:pPr marL="0" lvl="0" indent="0" algn="l" defTabSz="711200">
            <a:lnSpc>
              <a:spcPct val="90000"/>
            </a:lnSpc>
            <a:spcBef>
              <a:spcPct val="0"/>
            </a:spcBef>
            <a:spcAft>
              <a:spcPct val="35000"/>
            </a:spcAft>
            <a:buNone/>
          </a:pPr>
          <a:r>
            <a:rPr lang="en-GB" sz="1000" b="0" kern="1200" dirty="0"/>
            <a:t>Fast-REST</a:t>
          </a:r>
        </a:p>
        <a:p>
          <a:pPr marL="0" lvl="0" indent="0" algn="l" defTabSz="711200">
            <a:lnSpc>
              <a:spcPct val="90000"/>
            </a:lnSpc>
            <a:spcBef>
              <a:spcPct val="0"/>
            </a:spcBef>
            <a:spcAft>
              <a:spcPct val="35000"/>
            </a:spcAft>
            <a:buNone/>
          </a:pPr>
          <a:r>
            <a:rPr lang="en-GB" sz="1000" b="0" kern="1200" dirty="0" err="1"/>
            <a:t>Express.js</a:t>
          </a:r>
          <a:endParaRPr lang="en-GB" sz="1000" b="0" kern="1200" dirty="0"/>
        </a:p>
        <a:p>
          <a:pPr marL="0" lvl="0" indent="0" algn="l" defTabSz="711200">
            <a:lnSpc>
              <a:spcPct val="90000"/>
            </a:lnSpc>
            <a:spcBef>
              <a:spcPct val="0"/>
            </a:spcBef>
            <a:spcAft>
              <a:spcPct val="35000"/>
            </a:spcAft>
            <a:buNone/>
          </a:pPr>
          <a:r>
            <a:rPr lang="en-GB" sz="1000" b="0" kern="1200" dirty="0"/>
            <a:t>Django RESR Framework</a:t>
          </a:r>
        </a:p>
      </dsp:txBody>
      <dsp:txXfrm>
        <a:off x="8116907" y="3011966"/>
        <a:ext cx="1397913" cy="145273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525402"/>
      </p:ext>
    </p:extLst>
  </p:cSld>
  <p:clrMap bg1="lt1" tx1="dk1" bg2="lt2" tx2="dk2" accent1="accent1" accent2="accent2" accent3="accent3" accent4="accent4" accent5="accent5" accent6="accent6" hlink="hlink" folHlink="folHlink"/>
  <p:notesStyle>
    <a:lvl1pPr marL="0" algn="l" defTabSz="1219261" rtl="0" eaLnBrk="1" latinLnBrk="0" hangingPunct="1">
      <a:defRPr sz="1600" kern="1200">
        <a:solidFill>
          <a:schemeClr val="tx1"/>
        </a:solidFill>
        <a:latin typeface="+mn-lt"/>
        <a:ea typeface="+mn-ea"/>
        <a:cs typeface="+mn-cs"/>
      </a:defRPr>
    </a:lvl1pPr>
    <a:lvl2pPr marL="609630" algn="l" defTabSz="1219261" rtl="0" eaLnBrk="1" latinLnBrk="0" hangingPunct="1">
      <a:defRPr sz="1600" kern="1200">
        <a:solidFill>
          <a:schemeClr val="tx1"/>
        </a:solidFill>
        <a:latin typeface="+mn-lt"/>
        <a:ea typeface="+mn-ea"/>
        <a:cs typeface="+mn-cs"/>
      </a:defRPr>
    </a:lvl2pPr>
    <a:lvl3pPr marL="1219261" algn="l" defTabSz="1219261" rtl="0" eaLnBrk="1" latinLnBrk="0" hangingPunct="1">
      <a:defRPr sz="1600" kern="1200">
        <a:solidFill>
          <a:schemeClr val="tx1"/>
        </a:solidFill>
        <a:latin typeface="+mn-lt"/>
        <a:ea typeface="+mn-ea"/>
        <a:cs typeface="+mn-cs"/>
      </a:defRPr>
    </a:lvl3pPr>
    <a:lvl4pPr marL="1828891" algn="l" defTabSz="1219261" rtl="0" eaLnBrk="1" latinLnBrk="0" hangingPunct="1">
      <a:defRPr sz="1600" kern="1200">
        <a:solidFill>
          <a:schemeClr val="tx1"/>
        </a:solidFill>
        <a:latin typeface="+mn-lt"/>
        <a:ea typeface="+mn-ea"/>
        <a:cs typeface="+mn-cs"/>
      </a:defRPr>
    </a:lvl4pPr>
    <a:lvl5pPr marL="2438522" algn="l" defTabSz="1219261" rtl="0" eaLnBrk="1" latinLnBrk="0" hangingPunct="1">
      <a:defRPr sz="1600" kern="1200">
        <a:solidFill>
          <a:schemeClr val="tx1"/>
        </a:solidFill>
        <a:latin typeface="+mn-lt"/>
        <a:ea typeface="+mn-ea"/>
        <a:cs typeface="+mn-cs"/>
      </a:defRPr>
    </a:lvl5pPr>
    <a:lvl6pPr marL="3048152" algn="l" defTabSz="1219261" rtl="0" eaLnBrk="1" latinLnBrk="0" hangingPunct="1">
      <a:defRPr sz="1600" kern="1200">
        <a:solidFill>
          <a:schemeClr val="tx1"/>
        </a:solidFill>
        <a:latin typeface="+mn-lt"/>
        <a:ea typeface="+mn-ea"/>
        <a:cs typeface="+mn-cs"/>
      </a:defRPr>
    </a:lvl6pPr>
    <a:lvl7pPr marL="3657783" algn="l" defTabSz="1219261" rtl="0" eaLnBrk="1" latinLnBrk="0" hangingPunct="1">
      <a:defRPr sz="1600" kern="1200">
        <a:solidFill>
          <a:schemeClr val="tx1"/>
        </a:solidFill>
        <a:latin typeface="+mn-lt"/>
        <a:ea typeface="+mn-ea"/>
        <a:cs typeface="+mn-cs"/>
      </a:defRPr>
    </a:lvl7pPr>
    <a:lvl8pPr marL="4267413" algn="l" defTabSz="1219261" rtl="0" eaLnBrk="1" latinLnBrk="0" hangingPunct="1">
      <a:defRPr sz="1600" kern="1200">
        <a:solidFill>
          <a:schemeClr val="tx1"/>
        </a:solidFill>
        <a:latin typeface="+mn-lt"/>
        <a:ea typeface="+mn-ea"/>
        <a:cs typeface="+mn-cs"/>
      </a:defRPr>
    </a:lvl8pPr>
    <a:lvl9pPr marL="4877044" algn="l" defTabSz="1219261"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536564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through the three recap columns briskly. Use this slide to surface any gaps before the build starts.</a:t>
            </a:r>
          </a:p>
          <a:p>
            <a:endParaRPr lang="en-IN"/>
          </a:p>
          <a:p>
            <a:r>
              <a:rPr lang="en-IN" b="1"/>
              <a:t>How to do</a:t>
            </a:r>
            <a:br>
              <a:rPr lang="en-IN"/>
            </a:br>
            <a:r>
              <a:rPr lang="en-IN"/>
              <a:t>Say: "These are the things you should have walked away with from Session 1. Let's do a quick check." Point to each column and read the checkmarks at a steady pace. Then ask: "Anything on this list that doesn't feel solid yet?" Pause and let people respond. If someone flags </a:t>
            </a:r>
            <a:r>
              <a:rPr lang="en-IN" err="1"/>
              <a:t>CLAUDE.md</a:t>
            </a:r>
            <a:r>
              <a:rPr lang="en-IN"/>
              <a:t> or the scaffold prompt, spend 2 minutes addressing it. Do not let gaps go unacknowledged because they will surface as blockers during the build.</a:t>
            </a:r>
          </a:p>
          <a:p>
            <a:endParaRPr lang="en-IN"/>
          </a:p>
          <a:p>
            <a:r>
              <a:rPr lang="en-IN" b="1"/>
              <a:t>Transition</a:t>
            </a:r>
            <a:br>
              <a:rPr lang="en-IN"/>
            </a:br>
            <a:r>
              <a:rPr lang="en-IN"/>
              <a:t>"Good. Here is exactly what you are going to have built by the end of this session."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deliverables. Make each one feel concrete and achievable, not aspirational.</a:t>
            </a:r>
          </a:p>
          <a:p>
            <a:endParaRPr lang="en-IN"/>
          </a:p>
          <a:p>
            <a:r>
              <a:rPr lang="en-IN" b="1"/>
              <a:t>How to do</a:t>
            </a:r>
            <a:br>
              <a:rPr lang="en-IN"/>
            </a:br>
            <a:r>
              <a:rPr lang="en-IN"/>
              <a:t>Point to each card in turn. "PoC Brief and </a:t>
            </a:r>
            <a:r>
              <a:rPr lang="en-IN" err="1"/>
              <a:t>CLAUDE.md</a:t>
            </a:r>
            <a:r>
              <a:rPr lang="en-IN"/>
              <a:t>: scoped, testable, and ready to build from. This is the foundation. If this is weak, everything that comes after is harder." "Working PoC: running code that answers a real business question. Not a toy. Not a template. Something that does something useful." "README and Git commit: documented and version-controlled. Handoff-ready from day one." "Demo-ready output: showable to a non-technical stakeholder right now. Not in a week after polish." Then read the footer line out loud: "One session. One real PoC. Yours to keep and build on in Sessions 3 and 4.”</a:t>
            </a:r>
          </a:p>
          <a:p>
            <a:endParaRPr lang="en-IN"/>
          </a:p>
          <a:p>
            <a:r>
              <a:rPr lang="en-IN" b="1"/>
              <a:t>Transition</a:t>
            </a:r>
            <a:br>
              <a:rPr lang="en-IN"/>
            </a:br>
            <a:r>
              <a:rPr lang="en-IN"/>
              <a:t>"Here is what you will be able to do after today."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each outcome. Briefly connect each one to what the session will cover.</a:t>
            </a:r>
          </a:p>
          <a:p>
            <a:endParaRPr lang="en-IN"/>
          </a:p>
          <a:p>
            <a:r>
              <a:rPr lang="en-IN" b="1"/>
              <a:t>How to do</a:t>
            </a:r>
            <a:br>
              <a:rPr lang="en-IN"/>
            </a:br>
            <a:r>
              <a:rPr lang="en-IN"/>
              <a:t>After outcome 1: "The brief is not a formality. It is the document that keeps Claude Code focused so you don't spend 40 minutes fixing scope creep." After outcome 2: "The five-step build loop is the method. You won't use a different approach. You will use this one, repeatedly, until the PoC passes your success criterion." After outcome 3: "Documentation and error handling happen before you commit. Not after." After outcome 4: "The Git commit is the close of the session. It's the signal that the work is real and preserved.”</a:t>
            </a:r>
          </a:p>
          <a:p>
            <a:endParaRPr lang="en-IN"/>
          </a:p>
          <a:p>
            <a:r>
              <a:rPr lang="en-IN" b="1"/>
              <a:t>Transition</a:t>
            </a:r>
            <a:br>
              <a:rPr lang="en-IN"/>
            </a:br>
            <a:r>
              <a:rPr lang="en-IN"/>
              <a:t>"Here is how the time breaks down today."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 parts and their timings. Set expectations clearly about pacing.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this as a live energiser before the content starts. Keep it light and fast.</a:t>
            </a:r>
          </a:p>
          <a:p>
            <a:endParaRPr lang="en-IN"/>
          </a:p>
          <a:p>
            <a:r>
              <a:rPr lang="en-IN" b="1"/>
              <a:t>What to ask</a:t>
            </a:r>
            <a:br>
              <a:rPr lang="en-IN"/>
            </a:br>
            <a:r>
              <a:rPr lang="en-IN"/>
              <a:t>"In one word, what does building a PoC feel like right now? Drop it in the chat or shout it out." Collect responses for 60 seconds. Point to the words on the slide and ask: "I see some of you said nervous and some said confident. Both are completely valid. The build loop we're about to learn is specifically designed to reduce the nervous and increase the confident. Let's get into it.”</a:t>
            </a:r>
          </a:p>
          <a:p>
            <a:endParaRPr lang="en-IN"/>
          </a:p>
          <a:p>
            <a:r>
              <a:rPr lang="en-IN" b="1"/>
              <a:t>How to do</a:t>
            </a:r>
            <a:br>
              <a:rPr lang="en-IN"/>
            </a:br>
            <a:r>
              <a:rPr lang="en-IN"/>
              <a:t>Do not dwell on negative responses. Acknowledge the range briefly and move on. The purpose is to prime engagement, not to surface anxiety.</a:t>
            </a:r>
          </a:p>
          <a:p>
            <a:endParaRPr lang="en-IN"/>
          </a:p>
          <a:p>
            <a:r>
              <a:rPr lang="en-IN" b="1"/>
              <a:t>Transition</a:t>
            </a:r>
            <a:br>
              <a:rPr lang="en-IN"/>
            </a:br>
            <a:r>
              <a:rPr lang="en-IN"/>
              <a:t>"Part 1. Scoping and briefing your PoC."</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elements. Use the word "one" deliberately each time, it is the defining constraint of the whole slide.</a:t>
            </a:r>
          </a:p>
          <a:p>
            <a:endParaRPr lang="en-IN"/>
          </a:p>
          <a:p>
            <a:r>
              <a:rPr lang="en-IN" b="1"/>
              <a:t>How to do</a:t>
            </a:r>
            <a:br>
              <a:rPr lang="en-IN"/>
            </a:br>
            <a:r>
              <a:rPr lang="en-IN"/>
              <a:t>Read each element and pause after it. "One user journey. Not two. Not 'and also.' One path, one action, one output." "One integration. People always try to sneak in a second API. They are always wrong to do so." "One testable outcome. Binary. Does it work or not? If you cannot answer that in 60 seconds, rewrite your brief." "Deliberately small scope. Cut it until it fits in a session. Then cut again." Close with: "Everything that does not make this list goes on a backlog. It does not go into today's build.”</a:t>
            </a:r>
          </a:p>
          <a:p>
            <a:endParaRPr lang="en-IN"/>
          </a:p>
          <a:p>
            <a:r>
              <a:rPr lang="en-IN" b="1"/>
              <a:t>Transition</a:t>
            </a:r>
            <a:br>
              <a:rPr lang="en-IN"/>
            </a:br>
            <a:r>
              <a:rPr lang="en-IN"/>
              <a:t>"Before you write the brief, there are some questions worth asking yourself."</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four framing questions. Then ask learners to add their own.</a:t>
            </a:r>
          </a:p>
          <a:p>
            <a:endParaRPr lang="en-IN"/>
          </a:p>
          <a:p>
            <a:r>
              <a:rPr lang="en-IN" b="1"/>
              <a:t>How to do</a:t>
            </a:r>
            <a:br>
              <a:rPr lang="en-IN"/>
            </a:br>
            <a:r>
              <a:rPr lang="en-IN"/>
              <a:t>Read each question and give it a beat. "What business problem am I trying to solve? If you cannot answer this, you are not ready to brief." "Who is the primary user? Not 'the team.' A specific person in a specific moment." "What is the smallest version of this idea that can demonstrate value? Smallest is the operative word." "What information does the solution need? If the data does not exist or is not accessible, the PoC cannot run."</a:t>
            </a:r>
          </a:p>
          <a:p>
            <a:endParaRPr lang="en-IN" b="1"/>
          </a:p>
          <a:p>
            <a:r>
              <a:rPr lang="en-IN" b="1"/>
              <a:t>What to ask</a:t>
            </a:r>
            <a:br>
              <a:rPr lang="en-IN"/>
            </a:br>
            <a:r>
              <a:rPr lang="en-IN"/>
              <a:t>"What other questions do you ask yourself before starting a build? Take 60 seconds and write one down." Take 2 to 3 responses. Acknowledge each one briefly. This builds engagement and surfaces domain-specific thinking from the room.</a:t>
            </a:r>
          </a:p>
          <a:p>
            <a:endParaRPr lang="en-IN" b="1"/>
          </a:p>
          <a:p>
            <a:r>
              <a:rPr lang="en-IN" b="1"/>
              <a:t>Transition</a:t>
            </a:r>
            <a:br>
              <a:rPr lang="en-IN"/>
            </a:br>
            <a:r>
              <a:rPr lang="en-IN"/>
              <a:t>"Now let's put those questions into a brief format you can use every time."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elements using the examples on the slide. This is the core instructional content of Part 1.</a:t>
            </a:r>
          </a:p>
          <a:p>
            <a:endParaRPr lang="en-IN"/>
          </a:p>
          <a:p>
            <a:r>
              <a:rPr lang="en-IN" b="1"/>
              <a:t>How to do</a:t>
            </a:r>
            <a:br>
              <a:rPr lang="en-IN"/>
            </a:br>
            <a:r>
              <a:rPr lang="en-IN"/>
              <a:t>Go element by element. Element 1, What does it do: "One sentence. Active voice. The example on screen does this perfectly. 'A script that reads stale CRM deals and drafts a follow-up email for each one.' Subject, verb, object, output. No more." Element 2, Who uses it: "Name the role and the context. Not 'the sales team.' 'A Sales Executive who runs it on Monday mornings before the pipeline review.' That specificity changes what you build." Element 3, What does success look like: "Testable in under 60 seconds. 'Correctly identifies deals stale 30 plus days and produces a usable email draft for each.' You either got the right deals or you didn't. You either got a draft or you didn't." Element 4, What is out of scope: "This element is as important as the other three. Write it explicitly. 'No email sending. No CRM write-back. No UI. CLI output only.' This is what keeps Claude from expanding scope on you.”</a:t>
            </a:r>
          </a:p>
          <a:p>
            <a:endParaRPr lang="en-I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mistake/correction pairs. Spend the most time on the first two.</a:t>
            </a:r>
          </a:p>
          <a:p>
            <a:endParaRPr lang="en-IN"/>
          </a:p>
          <a:p>
            <a:r>
              <a:rPr lang="en-IN" b="1"/>
              <a:t>How to do</a:t>
            </a:r>
            <a:br>
              <a:rPr lang="en-IN"/>
            </a:br>
            <a:r>
              <a:rPr lang="en-IN"/>
              <a:t>Mistake 1, Building a product instead of a proof: "The most common one. You start with a PoC and you are suddenly designing a full CRM module. Ask yourself: what is the one question this needs to answer? Build only that." Mistake 2, Not defining done before starting: "If you do not write your success criterion before you open Claude Code, you will not know when to stop. And you will never stop." Mistake 3, Letting Claude expand scope mid-build: "Claude will suggest extras. It is trying to be helpful. When it does, say 'noted, adding to backlog' and carry on. Do not implement suggestions you didn't ask for." Mistake 4, Choosing a toy example: "If you would not actually use the output in your work, pick a different problem. The motivation to finish is much stronger when the output is real.”</a:t>
            </a:r>
          </a:p>
          <a:p>
            <a:endParaRPr lang="en-IN"/>
          </a:p>
          <a:p>
            <a:r>
              <a:rPr lang="en-IN" b="1"/>
              <a:t>Transition</a:t>
            </a:r>
            <a:br>
              <a:rPr lang="en-IN"/>
            </a:br>
            <a:r>
              <a:rPr lang="en-IN"/>
              <a:t>"Now let's see how the brief translates directly into a </a:t>
            </a:r>
            <a:r>
              <a:rPr lang="en-IN" err="1"/>
              <a:t>CLAUDE.md</a:t>
            </a:r>
            <a:r>
              <a:rPr lang="en-IN"/>
              <a: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Present the three problem statements. Give learners 30 seconds to read and identify which one they are using.</a:t>
            </a:r>
          </a:p>
          <a:p>
            <a:endParaRPr lang="en-IN"/>
          </a:p>
          <a:p>
            <a:r>
              <a:rPr lang="en-IN" b="1"/>
              <a:t>How to do</a:t>
            </a:r>
            <a:br>
              <a:rPr lang="en-IN"/>
            </a:br>
            <a:r>
              <a:rPr lang="en-IN"/>
              <a:t>Note: this slide has a placeholder in the deck. Read out whichever three problem statements have been added by the time of delivery. After presenting them, say: "If you brought your own problem from Session 1, you can use that. If not, pick one of these three. The brief format and the build loop work the same regardless of which one you choose.”</a:t>
            </a:r>
          </a:p>
          <a:p>
            <a:endParaRPr lang="en-IN"/>
          </a:p>
          <a:p>
            <a:r>
              <a:rPr lang="en-IN" b="1"/>
              <a:t>Transition</a:t>
            </a:r>
            <a:br>
              <a:rPr lang="en-IN"/>
            </a:br>
            <a:r>
              <a:rPr lang="en-IN"/>
              <a:t>"Before you write your brief, a quick scope check."</a:t>
            </a:r>
          </a:p>
          <a:p>
            <a:endParaRPr lang="en-US"/>
          </a:p>
        </p:txBody>
      </p:sp>
    </p:spTree>
    <p:extLst>
      <p:ext uri="{BB962C8B-B14F-4D97-AF65-F5344CB8AC3E}">
        <p14:creationId xmlns:p14="http://schemas.microsoft.com/office/powerpoint/2010/main" val="4229987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C258-9853-C056-8FD4-326EC46DB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580DE-8C5C-92E1-1CC6-02CB627AB57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07DFBB2-72FA-624B-6EA4-9F5757916F31}"/>
              </a:ext>
            </a:extLst>
          </p:cNvPr>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Present the three problem statements. Give learners 30 seconds to read and identify which one they are using.</a:t>
            </a:r>
          </a:p>
          <a:p>
            <a:endParaRPr lang="en-IN"/>
          </a:p>
          <a:p>
            <a:r>
              <a:rPr lang="en-IN" b="1"/>
              <a:t>How to do</a:t>
            </a:r>
            <a:br>
              <a:rPr lang="en-IN"/>
            </a:br>
            <a:r>
              <a:rPr lang="en-IN"/>
              <a:t>Note: this slide has a placeholder in the deck. Read out whichever three problem statements have been added by the time of delivery. After presenting them, say: "If you brought your own problem from Session 1, you can use that. If not, pick one of these three. The brief format and the build loop work the same regardless of which one you choose.”</a:t>
            </a:r>
          </a:p>
          <a:p>
            <a:endParaRPr lang="en-IN"/>
          </a:p>
          <a:p>
            <a:r>
              <a:rPr lang="en-IN" b="1"/>
              <a:t>Transition</a:t>
            </a:r>
            <a:br>
              <a:rPr lang="en-IN"/>
            </a:br>
            <a:r>
              <a:rPr lang="en-IN"/>
              <a:t>"Before you write your brief, a quick scope check."</a:t>
            </a:r>
          </a:p>
          <a:p>
            <a:endParaRPr lang="en-US"/>
          </a:p>
        </p:txBody>
      </p:sp>
    </p:spTree>
    <p:extLst>
      <p:ext uri="{BB962C8B-B14F-4D97-AF65-F5344CB8AC3E}">
        <p14:creationId xmlns:p14="http://schemas.microsoft.com/office/powerpoint/2010/main" val="3901173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54059-9143-FDAB-8CFB-2B1223DF7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8041E-04F8-C1FB-18F9-62C25DA7A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A453F-85F7-343B-6E7B-1B640A1AF6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40B53A-650A-2D84-29DA-B588BB69560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47297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the lab. Give clear time guidance. Circulate actively. </a:t>
            </a:r>
            <a:r>
              <a:rPr lang="en-IN" b="1"/>
              <a:t>You will be building the </a:t>
            </a:r>
            <a:r>
              <a:rPr lang="en-IN" b="1" err="1"/>
              <a:t>Claude.md</a:t>
            </a:r>
            <a:r>
              <a:rPr lang="en-IN" b="1"/>
              <a:t> of your own problem statement and learners will follow you and build their </a:t>
            </a:r>
            <a:r>
              <a:rPr lang="en-IN" b="1" err="1"/>
              <a:t>Claude.md</a:t>
            </a:r>
            <a:r>
              <a:rPr lang="en-IN" b="1"/>
              <a:t> for their </a:t>
            </a:r>
            <a:r>
              <a:rPr lang="en-IN" b="1" err="1"/>
              <a:t>choosen</a:t>
            </a:r>
            <a:r>
              <a:rPr lang="en-IN" b="1"/>
              <a:t> problem statement.</a:t>
            </a:r>
          </a:p>
          <a:p>
            <a:endParaRPr lang="en-IN"/>
          </a:p>
          <a:p>
            <a:r>
              <a:rPr lang="en-IN" b="1"/>
              <a:t>How to do</a:t>
            </a:r>
            <a:br>
              <a:rPr lang="en-IN"/>
            </a:br>
            <a:r>
              <a:rPr lang="en-IN"/>
              <a:t>Say: "Four steps. First, open your brief template and fill in the four elements for your chosen problem. One sentence per element." "Second, apply the three scope questions. If any answer is no, revise before moving on." "Third, run /</a:t>
            </a:r>
            <a:r>
              <a:rPr lang="en-IN" err="1"/>
              <a:t>init</a:t>
            </a:r>
            <a:r>
              <a:rPr lang="en-IN"/>
              <a:t> to generate a starter </a:t>
            </a:r>
            <a:r>
              <a:rPr lang="en-IN" err="1"/>
              <a:t>CLAUDE.md</a:t>
            </a:r>
            <a:r>
              <a:rPr lang="en-IN"/>
              <a:t>, then edit it using your brief as the source of truth." "Fourth, and this is the verification step: ask Claude to name your project purpose and one constraint, without reading any file. If it gets it right, </a:t>
            </a:r>
            <a:r>
              <a:rPr lang="en-IN" err="1"/>
              <a:t>CLAUDE.md</a:t>
            </a:r>
            <a:r>
              <a:rPr lang="en-IN"/>
              <a:t> is working. If it gets it wrong, something is off." Give 10 minutes. Circulate. If someone is stuck on the brief, ask them: "What is the one thing your PoC needs to prove? Start there." After time is up, bring the group back and confirm: "Everyone should now have a brief that passes the three questions and a working </a:t>
            </a:r>
            <a:r>
              <a:rPr lang="en-IN" err="1"/>
              <a:t>CLAUDE.md</a:t>
            </a:r>
            <a:r>
              <a:rPr lang="en-IN"/>
              <a:t>. If you don't, flag me now. We will not start the build without both.”</a:t>
            </a:r>
          </a:p>
          <a:p>
            <a:endParaRPr lang="en-I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five steps clearly. This is the most important instructional slide in the session.</a:t>
            </a:r>
          </a:p>
          <a:p>
            <a:endParaRPr lang="en-IN"/>
          </a:p>
          <a:p>
            <a:r>
              <a:rPr lang="en-IN" b="1"/>
              <a:t>How to do</a:t>
            </a:r>
            <a:br>
              <a:rPr lang="en-IN"/>
            </a:br>
            <a:r>
              <a:rPr lang="en-IN"/>
              <a:t>Step 1, Prompt: "Specific. Scoped. Name the file, the function, and the output format. If you do not name the file, Claude chooses one. It may choose wrong." Step 2, Claude Writes: "Claude generates diffs. Do not accept everything. Read what it proposes. Reject anything you did not ask for." Step 3, Run and Test: "Execute the code. Actually run it. Do not read the code and decide it looks right. Run it." Step 4, Describe What's Wrong: "Paste the full error with one sentence of context. What you were trying to do. Not just the error message." Step 5, Claude Fixes: "Review the fix. Run again. Do not accept a fix without running it." Read the closer out loud: "Repeat until the code passes your success criterion, not until it feels done." Ask: "What does 'feels done' usually mean?" Let someone answer. Usually: it runs without crashing. Say: "Running without crashing is not passing your success criterion. Go back to the brief.”</a:t>
            </a:r>
          </a:p>
          <a:p>
            <a:endParaRPr lang="en-IN"/>
          </a:p>
          <a:p>
            <a:r>
              <a:rPr lang="en-IN" b="1"/>
              <a:t>Transition</a:t>
            </a:r>
            <a:br>
              <a:rPr lang="en-IN"/>
            </a:br>
            <a:r>
              <a:rPr lang="en-IN"/>
              <a:t>"Most </a:t>
            </a:r>
            <a:r>
              <a:rPr lang="en-IN" err="1"/>
              <a:t>PoCs</a:t>
            </a:r>
            <a:r>
              <a:rPr lang="en-IN"/>
              <a:t> involve an API call. Here is how to handle that with Claude."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 output options. Ask learners to identify which one fits their PoC.</a:t>
            </a:r>
          </a:p>
          <a:p>
            <a:endParaRPr lang="en-IN"/>
          </a:p>
          <a:p>
            <a:r>
              <a:rPr lang="en-IN" b="1"/>
              <a:t>How to do</a:t>
            </a:r>
            <a:br>
              <a:rPr lang="en-IN"/>
            </a:br>
            <a:r>
              <a:rPr lang="en-IN"/>
              <a:t>CLI Output: "Formatted terminal output. Best for internal demos and technical stakeholders. The prompt is on screen, use it." Simple Front-end: "A minimal </a:t>
            </a:r>
            <a:r>
              <a:rPr lang="en-IN" err="1"/>
              <a:t>Streamlit</a:t>
            </a:r>
            <a:r>
              <a:rPr lang="en-IN"/>
              <a:t> app or HTML page. Best for client demos and non-technical stakeholders. You do not need to know how to build a front-end. Claude does." Formatted Report: "A markdown file saved to disk. Best for async review or something you need to email. Readable without running anything." Ask: "Which of these three fits what you are building? Make a decision now, before you start, and add it to your </a:t>
            </a:r>
            <a:r>
              <a:rPr lang="en-IN" err="1"/>
              <a:t>CLAUDE.md</a:t>
            </a:r>
            <a:r>
              <a:rPr lang="en-IN"/>
              <a:t>." Give 30 seconds.</a:t>
            </a:r>
          </a:p>
          <a:p>
            <a:endParaRPr lang="en-IN"/>
          </a:p>
          <a:p>
            <a:r>
              <a:rPr lang="en-IN" b="1"/>
              <a:t>Transition</a:t>
            </a:r>
            <a:br>
              <a:rPr lang="en-IN"/>
            </a:br>
            <a:r>
              <a:rPr lang="en-IN"/>
              <a:t>"Right. I'm going to demo the loop first. Then it's your turn."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the trainer demo first, then launch the learner build. Give clear progress checkpoints.</a:t>
            </a:r>
          </a:p>
          <a:p>
            <a:endParaRPr lang="en-IN"/>
          </a:p>
          <a:p>
            <a:r>
              <a:rPr lang="en-IN" b="1"/>
              <a:t>How to do</a:t>
            </a:r>
            <a:br>
              <a:rPr lang="en-IN"/>
            </a:br>
            <a:r>
              <a:rPr lang="en-IN"/>
              <a:t>Before launching the lab, demo the first two steps of the build loop live on your own PoC or one of the problem statements. Narrate every action: "I'm writing my scaffold prompt now. I'm naming the file, the function, the inputs, the outputs." "I'm reviewing the diff before accepting. Here is a line I'm going to reject because I didn't ask for it." Then hand it over: "Your turn. Five steps, same as I just showed you. The goal for Part 1 is a working core. Main function runs. Produces the right output, even if rough." Give 25 to 30 minutes. Circulate. If someone is stuck, ask: "What did your scaffold prompt look like? Did you name the file and the output format?" After time is up, check in: "Who has a working core? Who is still stuck?" Do not move to Part 3 until the majority have a running core. If people are behind, give 5 more minutes.</a:t>
            </a:r>
          </a:p>
          <a:p>
            <a:endParaRPr lang="en-IN"/>
          </a:p>
          <a:p>
            <a:r>
              <a:rPr lang="en-IN" b="1"/>
              <a:t>What to ask</a:t>
            </a:r>
            <a:br>
              <a:rPr lang="en-IN"/>
            </a:br>
            <a:r>
              <a:rPr lang="en-IN"/>
              <a:t>"What was the first error you hit? What did you paste back into Claude?"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Make the case for writing the README before the build is fully complete. Then share the README prompt.</a:t>
            </a:r>
          </a:p>
          <a:p>
            <a:endParaRPr lang="en-IN"/>
          </a:p>
          <a:p>
            <a:r>
              <a:rPr lang="en-IN" b="1"/>
              <a:t>How to do</a:t>
            </a:r>
            <a:br>
              <a:rPr lang="en-IN"/>
            </a:br>
            <a:r>
              <a:rPr lang="en-IN"/>
              <a:t>Walk through the three reasons on the slide. "It forces scope clarity. If you cannot describe what it does in one paragraph, it is not done." "It makes handoff instant. Engineering, a colleague, future you. No briefing required." "It confirms the build. Writing the README often reveals that Claude built something slightly different from what you intended. Better to find that now." Then point to the README prompt on the right: "Run this now. Literally. Open Claude Code and run this prompt while I am still talking." Read it out loud. "Write a </a:t>
            </a:r>
            <a:r>
              <a:rPr lang="en-IN" err="1"/>
              <a:t>README.md</a:t>
            </a:r>
            <a:r>
              <a:rPr lang="en-IN"/>
              <a:t> for this project. Include what it does, who uses it and when, how to install and run it, what a successful run looks like, and what is out of scope." Say: "When it comes back, read it. If anything is wrong or inaccurate, that is what you fix next.”</a:t>
            </a:r>
          </a:p>
          <a:p>
            <a:endParaRPr lang="en-IN"/>
          </a:p>
          <a:p>
            <a:r>
              <a:rPr lang="en-IN" b="1"/>
              <a:t>Transition</a:t>
            </a:r>
            <a:br>
              <a:rPr lang="en-IN"/>
            </a:br>
            <a:r>
              <a:rPr lang="en-IN"/>
              <a:t>"Now add the error handling that stops your demo from breaking at the worst possible moment."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 error scenarios and the prompts for each. Make the Without/With contrast vivid.</a:t>
            </a:r>
          </a:p>
          <a:p>
            <a:endParaRPr lang="en-IN"/>
          </a:p>
          <a:p>
            <a:r>
              <a:rPr lang="en-IN" b="1"/>
              <a:t>How to do</a:t>
            </a:r>
            <a:br>
              <a:rPr lang="en-IN"/>
            </a:br>
            <a:r>
              <a:rPr lang="en-IN"/>
              <a:t>Scenario 1, Invalid or missing input: "Without handling, your script crashes with an unreadable stack trace. With handling, the user gets a clear message: what was expected, what was received." Read the prompt: "Add input validation. If this input is missing or invalid, print a clear error and exit gracefully." Scenario 2, API or service unavailable: "Without handling, you get a timeout with no explanation. With handling, you know what was tried, that it failed, and what to check." Read the prompt. Scenario 3, Empty or unexpected response: "Without handling, you get a </a:t>
            </a:r>
            <a:r>
              <a:rPr lang="en-IN" err="1"/>
              <a:t>KeyError</a:t>
            </a:r>
            <a:r>
              <a:rPr lang="en-IN"/>
              <a:t> mid-execution. With handling, it logs the empty response and exits cleanly." Read the prompt. Close: "These three scenarios cover the vast majority of live demo failures. Run all three prompts before you commit.”</a:t>
            </a:r>
          </a:p>
          <a:p>
            <a:endParaRPr lang="en-IN"/>
          </a:p>
          <a:p>
            <a:r>
              <a:rPr lang="en-IN" b="1"/>
              <a:t>Transition</a:t>
            </a:r>
            <a:br>
              <a:rPr lang="en-IN"/>
            </a:br>
            <a:r>
              <a:rPr lang="en-IN"/>
              <a:t>"One more thing: knowing when you are done."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prompt and the three classification categories.</a:t>
            </a:r>
          </a:p>
          <a:p>
            <a:endParaRPr lang="en-IN"/>
          </a:p>
          <a:p>
            <a:r>
              <a:rPr lang="en-IN" b="1"/>
              <a:t>How to do</a:t>
            </a:r>
            <a:br>
              <a:rPr lang="en-IN"/>
            </a:br>
            <a:r>
              <a:rPr lang="en-IN"/>
              <a:t>Read the prompt out loud: "What are the top 3 things most likely to break or fail in a live demo of this PoC? Be specific." Say: "Run this right now. 30 seconds. It will come back with three things." Then walk the classification: "Blocking means it breaks the demo entirely. Fix it before you commit." "Deferrable means it is an edge case unlikely to surface in a controlled demo. Note it in the README. Move on." "Known Limitation means it is out of scope by design. Confirm it is already in your Out of Scope list." Close: "The self-review is not optional. It is the difference between a demo that holds up under questions and one that crashes on the second slide.”</a:t>
            </a:r>
          </a:p>
          <a:p>
            <a:endParaRPr lang="en-IN"/>
          </a:p>
          <a:p>
            <a:r>
              <a:rPr lang="en-IN" b="1"/>
              <a:t>Transition</a:t>
            </a:r>
            <a:br>
              <a:rPr lang="en-IN"/>
            </a:br>
            <a:r>
              <a:rPr lang="en-IN"/>
              <a:t>"Now commit the work."</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three-step commit process. Narrate each command.</a:t>
            </a:r>
          </a:p>
          <a:p>
            <a:endParaRPr lang="en-IN"/>
          </a:p>
          <a:p>
            <a:r>
              <a:rPr lang="en-IN" b="1"/>
              <a:t>How to do</a:t>
            </a:r>
            <a:br>
              <a:rPr lang="en-IN"/>
            </a:br>
            <a:r>
              <a:rPr lang="en-IN"/>
              <a:t>Step 1: "Ask Claude to write the commit message. The exact prompt is on screen. Read what comes back. Edit it if it is vague or inaccurate. A good commit message tells anyone looking at the log exactly what this PoC does and what it does not do." Step 2: "Run git status before git add dot. Check what files are staged. Only stage files you intended to change. If something unexpected is there, investigate before staging." Step 3: "Commit with the generated message. Copy it exactly. This PoC continues in Sessions 3 and 4. A clear message matters more than you think right now." Close: "The commit is the signal that the work is real. It is not just saved on your machine. It is in version control. It survives the session."</a:t>
            </a:r>
          </a:p>
          <a:p>
            <a:endParaRPr lang="en-IN" b="1"/>
          </a:p>
          <a:p>
            <a:r>
              <a:rPr lang="en-IN" b="1"/>
              <a:t>Transition</a:t>
            </a:r>
            <a:br>
              <a:rPr lang="en-IN"/>
            </a:br>
            <a:r>
              <a:rPr lang="en-IN"/>
              <a:t>"Let's pull it all together in the final hands-on."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the lab. This is the close of the session's hands-on work. Give clear time guidance.</a:t>
            </a:r>
          </a:p>
          <a:p>
            <a:endParaRPr lang="en-IN"/>
          </a:p>
          <a:p>
            <a:r>
              <a:rPr lang="en-IN" b="1"/>
              <a:t>How to do</a:t>
            </a:r>
            <a:br>
              <a:rPr lang="en-IN"/>
            </a:br>
            <a:r>
              <a:rPr lang="en-IN"/>
              <a:t>Say: "Five steps. You should have the core from Part 1. Now close the loop." Walk each step: "Step 1, finish any incomplete core logic. One clean output." "Step 2, run the self-review prompt. Fix anything blocking. Note deferrable items in the README." "Step 3, generate and review the README. Fix any inaccuracies before saving." "Step 4, run the three error handling prompts on your most likely failure points." "Step 5, generate the commit message, stage files, commit. You are done for Session 2." Give 20 to 25 minutes. The success criteria are on screen. Circulate and check that people are actually running the commands, not just reading the slide. After time is up, call the room back.</a:t>
            </a:r>
          </a:p>
          <a:p>
            <a:endParaRPr lang="en-IN"/>
          </a:p>
          <a:p>
            <a:r>
              <a:rPr lang="en-IN" b="1"/>
              <a:t>What to ask</a:t>
            </a:r>
            <a:br>
              <a:rPr lang="en-IN"/>
            </a:br>
            <a:r>
              <a:rPr lang="en-IN"/>
              <a:t>"What did the self-review prompt surface that you hadn't thought of?" Take two to three answers. These are usually the most interesting moments of the session.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Ask for one or two volunteers to demo their PoC live. Keep it strict on time.</a:t>
            </a:r>
          </a:p>
          <a:p>
            <a:endParaRPr lang="en-IN"/>
          </a:p>
          <a:p>
            <a:r>
              <a:rPr lang="en-IN" b="1"/>
              <a:t>What to ask</a:t>
            </a:r>
            <a:br>
              <a:rPr lang="en-IN"/>
            </a:br>
            <a:r>
              <a:rPr lang="en-IN"/>
              <a:t>"Who wants to go first? 60 seconds. Show it running, not on slides." Let the volunteer run it. Then ask the three debrief questions from the slide: "What question does your PoC answer? Show it running. What would you change with another 30 minutes?" After each demo: "Everyone else, what is one thing you would borrow from what you just saw?”</a:t>
            </a:r>
          </a:p>
          <a:p>
            <a:endParaRPr lang="en-IN"/>
          </a:p>
          <a:p>
            <a:r>
              <a:rPr lang="en-IN" b="1"/>
              <a:t>How to do</a:t>
            </a:r>
            <a:br>
              <a:rPr lang="en-IN"/>
            </a:br>
            <a:r>
              <a:rPr lang="en-IN"/>
              <a:t>Keep the demos brisk. 60 seconds is the constraint. If someone overruns, step in after 75 seconds with: "Let's freeze there. That's exactly enough to get the picture." The goal is to celebrate completion and surface diversity of approaches, not to do a deep technical review.</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all three sections of the recap. Keep the tone celebratory but grounded.</a:t>
            </a:r>
          </a:p>
          <a:p>
            <a:endParaRPr lang="en-IN"/>
          </a:p>
          <a:p>
            <a:r>
              <a:rPr lang="en-IN" b="1"/>
              <a:t>How to do</a:t>
            </a:r>
            <a:br>
              <a:rPr lang="en-IN"/>
            </a:br>
            <a:r>
              <a:rPr lang="en-IN"/>
              <a:t>Go section by section. "Scoped and Briefed: brief written, scope test passed, </a:t>
            </a:r>
            <a:r>
              <a:rPr lang="en-IN" err="1"/>
              <a:t>CLAUDE.md</a:t>
            </a:r>
            <a:r>
              <a:rPr lang="en-IN"/>
              <a:t> created and verified." "Built and Running: working PoC, build loop applied, self-review done, blocking risks addressed." "Documented and Committed: README generated, error handling added, committed to Git." Then read the footer: "This PoC continues in Sessions 3 and 4. Keep it open. You will build on it." Acknowledge the effort: "You just built a working PoC from a plain-English brief in one session. That is something most people in your role have never done."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Preview Session 3 concisely. End with the preparation reminder.</a:t>
            </a:r>
          </a:p>
          <a:p>
            <a:endParaRPr lang="en-IN"/>
          </a:p>
          <a:p>
            <a:r>
              <a:rPr lang="en-IN" b="1"/>
              <a:t>How to do</a:t>
            </a:r>
            <a:br>
              <a:rPr lang="en-IN"/>
            </a:br>
            <a:r>
              <a:rPr lang="en-IN"/>
              <a:t>Walk through the three parts briefly. "AI-Assisted Debugging: you will apply a 5-step debug framework to the PoC you just built. Claude becomes your co-pilot for reading stack traces and finding failures." "AI-Assisted Code Review: structured review prompt, severity-ranked issues, fixes applied, review re-run to confirm." "Development Workflows: clean Git history, Claude-generated commit messages, one-page technical overview your engineering team can act on." Read the bring list out loud and point to it: "Bring your committed PoC. Bring your Git branch. Bring your prompt log from today. If any of those three are missing, Session 3 starts with a recovery exercise instead of a build."</a:t>
            </a:r>
          </a:p>
          <a:p>
            <a:endParaRPr lang="en-IN" b="1"/>
          </a:p>
          <a:p>
            <a:r>
              <a:rPr lang="en-IN" b="1"/>
              <a:t>Transition</a:t>
            </a:r>
            <a:br>
              <a:rPr lang="en-IN"/>
            </a:br>
            <a:r>
              <a:rPr lang="en-IN"/>
              <a:t>"Any final questions?"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2827-54A3-3811-FA38-062EBC9EB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80E5E-78BA-BA50-1235-43DFA4B0D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EF5A7-F647-7D0C-DAF4-867F57770F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D1D214-A979-1F4A-6BFC-13B7BC353AB8}"/>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8914362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F4784-BD43-E26F-29D2-08FD8143F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F9129-1373-6A97-C8B2-E2EFEA5D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7B6A0-B336-D745-767A-65FDD8167C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6B509A-3040-D1B3-2F62-A8407717F3F4}"/>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914317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4B230-3DDA-B468-AD54-71D32C070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91E3F-7748-4C54-8903-E612314BF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2C309-B5B7-0BB4-F59E-62EAABF020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97B4E3-81C7-B0C8-BE9B-8FE7DC87449C}"/>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7867459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F28A2-B5E7-7919-4440-5A631F6E4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E629A-C288-553A-A31B-9E671325D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C3458-122C-C29E-BA32-ADE4D3A6E5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D768CB-CC16-4F80-7762-A8867F20B1A0}"/>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932876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1E90-F370-97CE-3B3F-7A6A99B3E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7212-5745-50FC-A044-812DEB0D8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59D1D-F536-9146-142F-727E89E3C5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490879-2524-B794-0489-8AE9B59C3554}"/>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7851965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C6E99-1E04-652C-D122-B53BD9876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9EFF4-9931-12E8-71A3-AB1ED66B8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3DA13-5ECE-376B-40C0-A2963CC10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723682-987E-9EAE-8064-BDA8FFE670DD}"/>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6385329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E956-C5DC-7A3F-22F9-31F77FAB5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E4857-083B-4242-BF04-741F01B2D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11399-945A-1C70-B110-BE8ED81CF6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BE6E67-8185-F306-4ECB-67EB6AA6DD2D}"/>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4005687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hyperlink" Target="https://twitter.com/fractalites" TargetMode="External"/><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www.linkedin.com/company/fractal-analytics?trk=company_name"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3D6F-3BA5-23A6-3B8E-300A21C69EE0}"/>
              </a:ext>
            </a:extLst>
          </p:cNvPr>
          <p:cNvSpPr>
            <a:spLocks noGrp="1"/>
          </p:cNvSpPr>
          <p:nvPr>
            <p:ph type="ctrTitle"/>
          </p:nvPr>
        </p:nvSpPr>
        <p:spPr>
          <a:xfrm>
            <a:off x="1524199" y="1121833"/>
            <a:ext cx="9145191" cy="2387600"/>
          </a:xfrm>
        </p:spPr>
        <p:txBody>
          <a:bodyPr anchor="b"/>
          <a:lstStyle>
            <a:lvl1pPr algn="ctr">
              <a:defRPr sz="8000"/>
            </a:lvl1pPr>
          </a:lstStyle>
          <a:p>
            <a:r>
              <a:rPr lang="en-GB"/>
              <a:t>Click to edit Master title style</a:t>
            </a:r>
            <a:endParaRPr lang="en-US"/>
          </a:p>
        </p:txBody>
      </p:sp>
      <p:sp>
        <p:nvSpPr>
          <p:cNvPr id="3" name="Subtitle 2">
            <a:extLst>
              <a:ext uri="{FF2B5EF4-FFF2-40B4-BE49-F238E27FC236}">
                <a16:creationId xmlns:a16="http://schemas.microsoft.com/office/drawing/2014/main" id="{24928E85-23DD-06DD-3B79-4DF4AC5F5322}"/>
              </a:ext>
            </a:extLst>
          </p:cNvPr>
          <p:cNvSpPr>
            <a:spLocks noGrp="1"/>
          </p:cNvSpPr>
          <p:nvPr>
            <p:ph type="subTitle" idx="1"/>
          </p:nvPr>
        </p:nvSpPr>
        <p:spPr>
          <a:xfrm>
            <a:off x="1524199" y="3602568"/>
            <a:ext cx="9145191" cy="165523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D622E57-74DF-6E4D-06A4-6F1B0975494A}"/>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82FA0D93-F4CE-DC2E-FB3C-4CE68BC8E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AD5B8-DFEC-431B-CB7D-333F6B0ADB15}"/>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7363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C87C-750F-8ADA-C379-243DAD5709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5ABB84D-8353-9C97-343C-17C3B50832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B1253E-310F-C14C-E0BF-0FAB4E28F760}"/>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0C01F649-3094-B0E1-3136-8E8FCD5AC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74BCF-1B28-CC91-419B-D6EF725AED50}"/>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577066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06A8-1F1B-BD8C-83C6-BF0ED33EE8C3}"/>
              </a:ext>
            </a:extLst>
          </p:cNvPr>
          <p:cNvSpPr>
            <a:spLocks noGrp="1"/>
          </p:cNvSpPr>
          <p:nvPr>
            <p:ph type="title"/>
          </p:nvPr>
        </p:nvSpPr>
        <p:spPr>
          <a:xfrm>
            <a:off x="831959" y="1710267"/>
            <a:ext cx="10516970" cy="2853267"/>
          </a:xfrm>
        </p:spPr>
        <p:txBody>
          <a:bodyPr anchor="b"/>
          <a:lstStyle>
            <a:lvl1pPr>
              <a:defRPr sz="8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4BF3830-592E-4CB4-D12B-351CF89FE6EC}"/>
              </a:ext>
            </a:extLst>
          </p:cNvPr>
          <p:cNvSpPr>
            <a:spLocks noGrp="1"/>
          </p:cNvSpPr>
          <p:nvPr>
            <p:ph type="body" idx="1"/>
          </p:nvPr>
        </p:nvSpPr>
        <p:spPr>
          <a:xfrm>
            <a:off x="831959" y="4588934"/>
            <a:ext cx="10516970" cy="1500717"/>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1A352C-6DC6-C87D-16D0-B1DA1AA34BD5}"/>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5DAB6B1A-361F-6E94-8957-89D8E2B063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ADCA3-8D29-0941-9490-5128D8AB830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45864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FC24E-380E-409B-181A-B70229F6CC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A656F5-F294-4BD5-4C48-8A2A5F87019C}"/>
              </a:ext>
            </a:extLst>
          </p:cNvPr>
          <p:cNvSpPr>
            <a:spLocks noGrp="1"/>
          </p:cNvSpPr>
          <p:nvPr>
            <p:ph sz="half" idx="1"/>
          </p:nvPr>
        </p:nvSpPr>
        <p:spPr>
          <a:xfrm>
            <a:off x="838309" y="1826684"/>
            <a:ext cx="5156872" cy="43497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44B7A3F-3395-377B-DB82-CB40A43FB739}"/>
              </a:ext>
            </a:extLst>
          </p:cNvPr>
          <p:cNvSpPr>
            <a:spLocks noGrp="1"/>
          </p:cNvSpPr>
          <p:nvPr>
            <p:ph sz="half" idx="2"/>
          </p:nvPr>
        </p:nvSpPr>
        <p:spPr>
          <a:xfrm>
            <a:off x="6198407" y="1826684"/>
            <a:ext cx="5156872" cy="43497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C30B8D3-CF76-1E0F-1FA9-AB33D8704DB4}"/>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6" name="Footer Placeholder 5">
            <a:extLst>
              <a:ext uri="{FF2B5EF4-FFF2-40B4-BE49-F238E27FC236}">
                <a16:creationId xmlns:a16="http://schemas.microsoft.com/office/drawing/2014/main" id="{1113EB13-365D-195E-7274-EADCF9341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5C900-3943-F294-8EA7-A8EA9AF4BB7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395739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CBBC-8EBF-929E-0B15-4C6D75B1532C}"/>
              </a:ext>
            </a:extLst>
          </p:cNvPr>
          <p:cNvSpPr>
            <a:spLocks noGrp="1"/>
          </p:cNvSpPr>
          <p:nvPr>
            <p:ph type="title"/>
          </p:nvPr>
        </p:nvSpPr>
        <p:spPr>
          <a:xfrm>
            <a:off x="840427" y="366185"/>
            <a:ext cx="10516970" cy="132503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EAC2D12-221B-3D83-FB14-5A4A2DCF542B}"/>
              </a:ext>
            </a:extLst>
          </p:cNvPr>
          <p:cNvSpPr>
            <a:spLocks noGrp="1"/>
          </p:cNvSpPr>
          <p:nvPr>
            <p:ph type="body" idx="1"/>
          </p:nvPr>
        </p:nvSpPr>
        <p:spPr>
          <a:xfrm>
            <a:off x="840427" y="1680634"/>
            <a:ext cx="5158988" cy="825500"/>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GB"/>
              <a:t>Click to edit Master text styles</a:t>
            </a:r>
          </a:p>
        </p:txBody>
      </p:sp>
      <p:sp>
        <p:nvSpPr>
          <p:cNvPr id="4" name="Content Placeholder 3">
            <a:extLst>
              <a:ext uri="{FF2B5EF4-FFF2-40B4-BE49-F238E27FC236}">
                <a16:creationId xmlns:a16="http://schemas.microsoft.com/office/drawing/2014/main" id="{C46D6A35-4E3A-6EEB-D1A9-14C8F8BC96FD}"/>
              </a:ext>
            </a:extLst>
          </p:cNvPr>
          <p:cNvSpPr>
            <a:spLocks noGrp="1"/>
          </p:cNvSpPr>
          <p:nvPr>
            <p:ph sz="half" idx="2"/>
          </p:nvPr>
        </p:nvSpPr>
        <p:spPr>
          <a:xfrm>
            <a:off x="840427" y="2506133"/>
            <a:ext cx="5158988" cy="3683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1A13E71-0DE3-FB42-F717-0615A4E8EB53}"/>
              </a:ext>
            </a:extLst>
          </p:cNvPr>
          <p:cNvSpPr>
            <a:spLocks noGrp="1"/>
          </p:cNvSpPr>
          <p:nvPr>
            <p:ph type="body" sz="quarter" idx="3"/>
          </p:nvPr>
        </p:nvSpPr>
        <p:spPr>
          <a:xfrm>
            <a:off x="6173004" y="1680634"/>
            <a:ext cx="5184393" cy="825500"/>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GB"/>
              <a:t>Click to edit Master text styles</a:t>
            </a:r>
          </a:p>
        </p:txBody>
      </p:sp>
      <p:sp>
        <p:nvSpPr>
          <p:cNvPr id="6" name="Content Placeholder 5">
            <a:extLst>
              <a:ext uri="{FF2B5EF4-FFF2-40B4-BE49-F238E27FC236}">
                <a16:creationId xmlns:a16="http://schemas.microsoft.com/office/drawing/2014/main" id="{739B4324-E2B2-CD77-E7B9-7DB75DD7D619}"/>
              </a:ext>
            </a:extLst>
          </p:cNvPr>
          <p:cNvSpPr>
            <a:spLocks noGrp="1"/>
          </p:cNvSpPr>
          <p:nvPr>
            <p:ph sz="quarter" idx="4"/>
          </p:nvPr>
        </p:nvSpPr>
        <p:spPr>
          <a:xfrm>
            <a:off x="6173004" y="2506133"/>
            <a:ext cx="5184393" cy="3683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277ED7-0F9F-6C57-1695-514C10E4DDFF}"/>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8" name="Footer Placeholder 7">
            <a:extLst>
              <a:ext uri="{FF2B5EF4-FFF2-40B4-BE49-F238E27FC236}">
                <a16:creationId xmlns:a16="http://schemas.microsoft.com/office/drawing/2014/main" id="{74B8AB22-A818-C14C-A794-E9ED36F43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E6FE9F-1FF4-99F6-5E75-A7A87DA221C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67084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9223-6247-D545-E140-69822E2EB9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22832B-D81F-5259-16D0-01DFB22BE321}"/>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4" name="Footer Placeholder 3">
            <a:extLst>
              <a:ext uri="{FF2B5EF4-FFF2-40B4-BE49-F238E27FC236}">
                <a16:creationId xmlns:a16="http://schemas.microsoft.com/office/drawing/2014/main" id="{BB8C6033-138D-E83F-4677-B27D340553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87AF35-65DB-6263-EC95-8A96F3B63BA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17880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81B68-FA5D-DA85-7CD9-DC5AD45C1E06}"/>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3" name="Footer Placeholder 2">
            <a:extLst>
              <a:ext uri="{FF2B5EF4-FFF2-40B4-BE49-F238E27FC236}">
                <a16:creationId xmlns:a16="http://schemas.microsoft.com/office/drawing/2014/main" id="{F83DB6E2-FA75-973C-DFAA-F6FC56034B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8D0D56-10B8-3FE0-935C-594AF492FCC1}"/>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14412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29B4-EA83-7DCD-9AFD-5F50B7518473}"/>
              </a:ext>
            </a:extLst>
          </p:cNvPr>
          <p:cNvSpPr>
            <a:spLocks noGrp="1"/>
          </p:cNvSpPr>
          <p:nvPr>
            <p:ph type="title"/>
          </p:nvPr>
        </p:nvSpPr>
        <p:spPr>
          <a:xfrm>
            <a:off x="840427" y="457200"/>
            <a:ext cx="3933279" cy="1600200"/>
          </a:xfrm>
        </p:spPr>
        <p:txBody>
          <a:bodyPr anchor="b"/>
          <a:lstStyle>
            <a:lvl1pPr>
              <a:defRPr sz="4267"/>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75C560D-48D4-4D52-447F-BA0625A1EF5E}"/>
              </a:ext>
            </a:extLst>
          </p:cNvPr>
          <p:cNvSpPr>
            <a:spLocks noGrp="1"/>
          </p:cNvSpPr>
          <p:nvPr>
            <p:ph idx="1"/>
          </p:nvPr>
        </p:nvSpPr>
        <p:spPr>
          <a:xfrm>
            <a:off x="5184392" y="988485"/>
            <a:ext cx="6173004" cy="48725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A737E81-B29B-603A-D350-EADFFE794510}"/>
              </a:ext>
            </a:extLst>
          </p:cNvPr>
          <p:cNvSpPr>
            <a:spLocks noGrp="1"/>
          </p:cNvSpPr>
          <p:nvPr>
            <p:ph type="body" sz="half" idx="2"/>
          </p:nvPr>
        </p:nvSpPr>
        <p:spPr>
          <a:xfrm>
            <a:off x="840427" y="2057400"/>
            <a:ext cx="3933279" cy="381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GB"/>
              <a:t>Click to edit Master text styles</a:t>
            </a:r>
          </a:p>
        </p:txBody>
      </p:sp>
      <p:sp>
        <p:nvSpPr>
          <p:cNvPr id="5" name="Date Placeholder 4">
            <a:extLst>
              <a:ext uri="{FF2B5EF4-FFF2-40B4-BE49-F238E27FC236}">
                <a16:creationId xmlns:a16="http://schemas.microsoft.com/office/drawing/2014/main" id="{6E37DEF9-9221-07E4-CD09-DDC37D732CB2}"/>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6" name="Footer Placeholder 5">
            <a:extLst>
              <a:ext uri="{FF2B5EF4-FFF2-40B4-BE49-F238E27FC236}">
                <a16:creationId xmlns:a16="http://schemas.microsoft.com/office/drawing/2014/main" id="{A7953D31-3FDF-9483-996C-37BB86B00A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6360E-537B-6040-E822-BA93764E202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116859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75A6D-B7E5-C6F0-A23D-0C61A3D7E68B}"/>
              </a:ext>
            </a:extLst>
          </p:cNvPr>
          <p:cNvSpPr>
            <a:spLocks noGrp="1"/>
          </p:cNvSpPr>
          <p:nvPr>
            <p:ph type="title"/>
          </p:nvPr>
        </p:nvSpPr>
        <p:spPr>
          <a:xfrm>
            <a:off x="840427" y="457200"/>
            <a:ext cx="3933279" cy="1600200"/>
          </a:xfrm>
        </p:spPr>
        <p:txBody>
          <a:bodyPr anchor="b"/>
          <a:lstStyle>
            <a:lvl1pPr>
              <a:defRPr sz="4267"/>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46751B-EC55-C43B-70EA-8B6FCE43BC28}"/>
              </a:ext>
            </a:extLst>
          </p:cNvPr>
          <p:cNvSpPr>
            <a:spLocks noGrp="1"/>
          </p:cNvSpPr>
          <p:nvPr>
            <p:ph type="pic" idx="1"/>
          </p:nvPr>
        </p:nvSpPr>
        <p:spPr>
          <a:xfrm>
            <a:off x="5184392" y="988485"/>
            <a:ext cx="6173004" cy="4872567"/>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a:extLst>
              <a:ext uri="{FF2B5EF4-FFF2-40B4-BE49-F238E27FC236}">
                <a16:creationId xmlns:a16="http://schemas.microsoft.com/office/drawing/2014/main" id="{E691F48E-AD00-E72E-46F0-C721742407A6}"/>
              </a:ext>
            </a:extLst>
          </p:cNvPr>
          <p:cNvSpPr>
            <a:spLocks noGrp="1"/>
          </p:cNvSpPr>
          <p:nvPr>
            <p:ph type="body" sz="half" idx="2"/>
          </p:nvPr>
        </p:nvSpPr>
        <p:spPr>
          <a:xfrm>
            <a:off x="840427" y="2057400"/>
            <a:ext cx="3933279" cy="381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GB"/>
              <a:t>Click to edit Master text styles</a:t>
            </a:r>
          </a:p>
        </p:txBody>
      </p:sp>
      <p:sp>
        <p:nvSpPr>
          <p:cNvPr id="5" name="Date Placeholder 4">
            <a:extLst>
              <a:ext uri="{FF2B5EF4-FFF2-40B4-BE49-F238E27FC236}">
                <a16:creationId xmlns:a16="http://schemas.microsoft.com/office/drawing/2014/main" id="{D53FE130-0192-BB3A-3E55-B9EC2EE9E801}"/>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6" name="Footer Placeholder 5">
            <a:extLst>
              <a:ext uri="{FF2B5EF4-FFF2-40B4-BE49-F238E27FC236}">
                <a16:creationId xmlns:a16="http://schemas.microsoft.com/office/drawing/2014/main" id="{964956B0-32FD-2872-FF5C-50152ECF10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1CFF6F-9D95-D396-3091-69C7CD2EF9B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858578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896B-6122-5FAD-9CDE-D9EEAF46715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DECC17-895D-265D-1CF6-C98BD97046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42A4F0-C407-C829-FFCB-777987BF1527}"/>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0190D752-257C-1B1A-2BE6-4527E2990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5E45F7-01BD-12CE-DBD7-878E4FC9AC46}"/>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67627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B6CF2-AAF6-03D2-5CDE-0A59427F0970}"/>
              </a:ext>
            </a:extLst>
          </p:cNvPr>
          <p:cNvSpPr>
            <a:spLocks noGrp="1"/>
          </p:cNvSpPr>
          <p:nvPr>
            <p:ph type="title" orient="vert"/>
          </p:nvPr>
        </p:nvSpPr>
        <p:spPr>
          <a:xfrm>
            <a:off x="8726037" y="366185"/>
            <a:ext cx="2629242" cy="5810249"/>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B6D3906-5F5C-8BD2-62AF-F6D18B65272F}"/>
              </a:ext>
            </a:extLst>
          </p:cNvPr>
          <p:cNvSpPr>
            <a:spLocks noGrp="1"/>
          </p:cNvSpPr>
          <p:nvPr>
            <p:ph type="body" orient="vert" idx="1"/>
          </p:nvPr>
        </p:nvSpPr>
        <p:spPr>
          <a:xfrm>
            <a:off x="838310" y="366185"/>
            <a:ext cx="7684501" cy="581024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92920C-10EA-958A-59A5-C55889E9396D}"/>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75AD725B-31A6-8BAA-54EF-97408D6EA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5CE0F-2E0C-1966-86D5-3C432C0BE36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395825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712" y="2272209"/>
            <a:ext cx="8968393"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87" y="5503862"/>
            <a:ext cx="38374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9103" y="5494974"/>
            <a:ext cx="2010038"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11307018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792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712" y="2272209"/>
            <a:ext cx="8968393"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87" y="5503862"/>
            <a:ext cx="38374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9103" y="5494974"/>
            <a:ext cx="2010038"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51157137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710" y="2272209"/>
            <a:ext cx="8968387"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87" y="5503862"/>
            <a:ext cx="38374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3000" y="530519"/>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533" y="777240"/>
            <a:ext cx="2083279"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754"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9103" y="5494974"/>
            <a:ext cx="2010038"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788238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443" y="498666"/>
            <a:ext cx="10856211"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dirty="0"/>
          </a:p>
        </p:txBody>
      </p:sp>
    </p:spTree>
    <p:extLst>
      <p:ext uri="{BB962C8B-B14F-4D97-AF65-F5344CB8AC3E}">
        <p14:creationId xmlns:p14="http://schemas.microsoft.com/office/powerpoint/2010/main" val="973510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443" y="498666"/>
            <a:ext cx="10856211"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680325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140" y="1341439"/>
            <a:ext cx="10727516"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79" y="500401"/>
            <a:ext cx="10855414"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spTree>
    <p:extLst>
      <p:ext uri="{BB962C8B-B14F-4D97-AF65-F5344CB8AC3E}">
        <p14:creationId xmlns:p14="http://schemas.microsoft.com/office/powerpoint/2010/main" val="39247505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79" y="500401"/>
            <a:ext cx="10855414"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3588" cy="6858000"/>
          </a:xfrm>
          <a:prstGeom prst="rect">
            <a:avLst/>
          </a:prstGeom>
        </p:spPr>
      </p:pic>
    </p:spTree>
    <p:extLst>
      <p:ext uri="{BB962C8B-B14F-4D97-AF65-F5344CB8AC3E}">
        <p14:creationId xmlns:p14="http://schemas.microsoft.com/office/powerpoint/2010/main" val="2464093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93" y="1465553"/>
            <a:ext cx="464758"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500065" y="1465553"/>
            <a:ext cx="9961591" cy="4335547"/>
          </a:xfrm>
          <a:prstGeom prst="rect">
            <a:avLst/>
          </a:prstGeom>
        </p:spPr>
        <p:txBody>
          <a:bodyPr vert="horz"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604879" y="500401"/>
            <a:ext cx="10855414" cy="738664"/>
          </a:xfrm>
          <a:prstGeom prst="rect">
            <a:avLst/>
          </a:prstGeom>
          <a:noFill/>
        </p:spPr>
        <p:txBody>
          <a:bodyPr>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855974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93" y="1465553"/>
            <a:ext cx="1076176" cy="4335547"/>
          </a:xfrm>
          <a:prstGeom prst="rect">
            <a:avLst/>
          </a:prstGeom>
        </p:spPr>
        <p:txBody>
          <a:bodyPr vert="horz"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2017369" y="1465553"/>
            <a:ext cx="9464927" cy="4335547"/>
          </a:xfrm>
          <a:prstGeom prst="rect">
            <a:avLst/>
          </a:prstGeom>
        </p:spPr>
        <p:txBody>
          <a:bodyPr vert="horz" wrap="square"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604879" y="500401"/>
            <a:ext cx="10877417" cy="738664"/>
          </a:xfrm>
          <a:prstGeom prst="rect">
            <a:avLst/>
          </a:prstGeom>
        </p:spPr>
        <p:txBody>
          <a:bodyPr wrap="square">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14454471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730480" y="4370387"/>
            <a:ext cx="10089877" cy="246221"/>
          </a:xfrm>
          <a:prstGeom prst="rect">
            <a:avLst/>
          </a:prstGeom>
        </p:spPr>
        <p:txBody>
          <a:bodyPr lIns="0" tIns="0" rIns="0" bIns="0" anchor="t" anchorCtr="0">
            <a:spAutoFit/>
          </a:bodyPr>
          <a:lstStyle>
            <a:lvl1pPr marL="0" indent="0">
              <a:buNone/>
              <a:defRPr lang="en-US" sz="1600" b="0" spc="0" baseline="0" dirty="0">
                <a:latin typeface="+mn-lt"/>
                <a:ea typeface="Open Sans" panose="020B0606030504020204" pitchFamily="34" charset="0"/>
                <a:cs typeface="Open Sans" panose="020B0606030504020204" pitchFamily="34" charset="0"/>
              </a:defRPr>
            </a:lvl1pPr>
          </a:lstStyle>
          <a:p>
            <a:pPr marL="228594" lvl="0" indent="-228594">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730481" y="644691"/>
            <a:ext cx="9975427" cy="494624"/>
          </a:xfrm>
          <a:prstGeom prst="rect">
            <a:avLst/>
          </a:prstGeom>
        </p:spPr>
        <p:txBody>
          <a:bodyPr vert="horz" lIns="0" tIns="0" rIns="0" bIns="93600" anchor="t" anchorCtr="0">
            <a:spAutoFit/>
          </a:bodyPr>
          <a:lstStyle>
            <a:lvl1pPr marL="0" marR="0" indent="0" algn="l" defTabSz="609570" rtl="0" eaLnBrk="1" fontAlgn="auto" latinLnBrk="0" hangingPunct="1">
              <a:lnSpc>
                <a:spcPct val="100000"/>
              </a:lnSpc>
              <a:spcBef>
                <a:spcPts val="0"/>
              </a:spcBef>
              <a:spcAft>
                <a:spcPts val="0"/>
              </a:spcAft>
              <a:buClrTx/>
              <a:buSzTx/>
              <a:buFont typeface="Arial"/>
              <a:buNone/>
              <a:tabLst/>
              <a:defRPr sz="260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730481" y="2236147"/>
            <a:ext cx="9975427" cy="1938992"/>
          </a:xfrm>
          <a:prstGeom prst="rect">
            <a:avLst/>
          </a:prstGeom>
        </p:spPr>
        <p:txBody>
          <a:bodyPr lIns="0" tIns="0" rIns="0" bIns="0" anchor="t" anchorCtr="0">
            <a:spAutoFit/>
          </a:bodyPr>
          <a:lstStyle>
            <a:lvl1pPr algn="l">
              <a:lnSpc>
                <a:spcPct val="100000"/>
              </a:lnSpc>
              <a:defRPr sz="420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1048529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3588"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212" y="4161475"/>
            <a:ext cx="1795167"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379" y="4342482"/>
            <a:ext cx="9065277"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4083391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93" y="1633929"/>
            <a:ext cx="10739248" cy="3496872"/>
          </a:xfrm>
          <a:prstGeom prst="rect">
            <a:avLst/>
          </a:prstGeom>
        </p:spPr>
        <p:txBody>
          <a:bodyPr/>
          <a:lstStyle>
            <a:lvl1pPr>
              <a:lnSpc>
                <a:spcPct val="100000"/>
              </a:lnSpc>
              <a:spcBef>
                <a:spcPts val="600"/>
              </a:spcBef>
              <a:defRPr sz="1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6029" y="5527403"/>
            <a:ext cx="10089877" cy="338554"/>
          </a:xfrm>
          <a:prstGeom prst="rect">
            <a:avLst/>
          </a:prstGeom>
        </p:spPr>
        <p:txBody>
          <a:bodyPr anchor="b">
            <a:spAutoFit/>
          </a:bodyPr>
          <a:lstStyle>
            <a:lvl1pPr marL="0" indent="0" algn="l">
              <a:lnSpc>
                <a:spcPct val="100000"/>
              </a:lnSpc>
              <a:buNone/>
              <a:defRPr sz="160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548" y="6212597"/>
            <a:ext cx="10856741" cy="246221"/>
          </a:xfrm>
          <a:prstGeom prst="rect">
            <a:avLst/>
          </a:prstGeom>
        </p:spPr>
        <p:txBody>
          <a:bodyPr anchor="b" anchorCtr="0">
            <a:spAutoFit/>
          </a:bodyPr>
          <a:lstStyle>
            <a:lvl1pPr marL="0" indent="0">
              <a:lnSpc>
                <a:spcPct val="100000"/>
              </a:lnSpc>
              <a:spcBef>
                <a:spcPts val="0"/>
              </a:spcBef>
              <a:buNone/>
              <a:defRPr sz="1000"/>
            </a:lvl1pPr>
            <a:lvl2pPr marL="457189" indent="0">
              <a:buNone/>
              <a:defRPr sz="1000"/>
            </a:lvl2pPr>
            <a:lvl3pPr marL="914377" indent="0">
              <a:buNone/>
              <a:defRPr sz="1000"/>
            </a:lvl3pPr>
            <a:lvl4pPr marL="1371566" indent="0">
              <a:buNone/>
              <a:defRPr sz="1000"/>
            </a:lvl4pPr>
            <a:lvl5pPr marL="1828754"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548" y="5966376"/>
            <a:ext cx="10856741" cy="246221"/>
          </a:xfrm>
          <a:prstGeom prst="rect">
            <a:avLst/>
          </a:prstGeom>
        </p:spPr>
        <p:txBody>
          <a:bodyPr anchor="b" anchorCtr="0">
            <a:spAutoFit/>
          </a:bodyPr>
          <a:lstStyle>
            <a:lvl1pPr marL="0" indent="0">
              <a:lnSpc>
                <a:spcPct val="100000"/>
              </a:lnSpc>
              <a:spcBef>
                <a:spcPts val="0"/>
              </a:spcBef>
              <a:buNone/>
              <a:defRPr sz="1000"/>
            </a:lvl1pPr>
            <a:lvl2pPr marL="457189" indent="0">
              <a:buNone/>
              <a:defRPr sz="1000"/>
            </a:lvl2pPr>
            <a:lvl3pPr marL="914377" indent="0">
              <a:buNone/>
              <a:defRPr sz="1000"/>
            </a:lvl3pPr>
            <a:lvl4pPr marL="1371566" indent="0">
              <a:buNone/>
              <a:defRPr sz="1000"/>
            </a:lvl4pPr>
            <a:lvl5pPr marL="1828754" indent="0">
              <a:buNone/>
              <a:defRPr sz="1000"/>
            </a:lvl5pPr>
          </a:lstStyle>
          <a:p>
            <a:pPr lvl="0"/>
            <a:r>
              <a:rPr lang="en-US"/>
              <a:t>Note/Footnote:</a:t>
            </a:r>
          </a:p>
        </p:txBody>
      </p:sp>
    </p:spTree>
    <p:extLst>
      <p:ext uri="{BB962C8B-B14F-4D97-AF65-F5344CB8AC3E}">
        <p14:creationId xmlns:p14="http://schemas.microsoft.com/office/powerpoint/2010/main" val="22670888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93" y="2526890"/>
            <a:ext cx="10739248" cy="3559279"/>
          </a:xfrm>
          <a:prstGeom prst="rect">
            <a:avLst/>
          </a:prstGeom>
        </p:spPr>
        <p:txBody>
          <a:bodyPr/>
          <a:lstStyle>
            <a:lvl1pPr>
              <a:lnSpc>
                <a:spcPct val="100000"/>
              </a:lnSpc>
              <a:spcBef>
                <a:spcPts val="600"/>
              </a:spcBef>
              <a:defRPr sz="1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605443" y="1483552"/>
            <a:ext cx="10739248" cy="923329"/>
          </a:xfrm>
          <a:prstGeom prst="rect">
            <a:avLst/>
          </a:prstGeom>
        </p:spPr>
        <p:txBody>
          <a:bodyPr>
            <a:spAutoFit/>
          </a:bodyPr>
          <a:lstStyle>
            <a:lvl1pPr marL="0" indent="0">
              <a:lnSpc>
                <a:spcPct val="100000"/>
              </a:lnSpc>
              <a:spcBef>
                <a:spcPts val="600"/>
              </a:spcBef>
              <a:buNone/>
              <a:defRPr sz="2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9308971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1" y="4165601"/>
            <a:ext cx="5304529"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1"/>
            <a:ext cx="12193588"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146928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6471"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30233"/>
            <a:ext cx="5121307" cy="1169551"/>
          </a:xfrm>
          <a:prstGeom prst="rect">
            <a:avLst/>
          </a:prstGeom>
          <a:solidFill>
            <a:schemeClr val="bg1">
              <a:lumMod val="85000"/>
              <a:alpha val="85000"/>
            </a:schemeClr>
          </a:solidFill>
        </p:spPr>
        <p:txBody>
          <a:bodyPr wrap="square" anchor="ctr">
            <a:spAutoFit/>
          </a:bodyPr>
          <a:lstStyle>
            <a:lvl1pPr marL="628635" indent="0" algn="l">
              <a:lnSpc>
                <a:spcPct val="100000"/>
              </a:lnSpc>
              <a:spcBef>
                <a:spcPts val="0"/>
              </a:spcBef>
              <a:buNone/>
              <a:defRPr sz="68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890" y="1"/>
            <a:ext cx="6075698"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4077" y="4661009"/>
            <a:ext cx="2297230" cy="1107996"/>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35810985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932" y="1163201"/>
            <a:ext cx="8301"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743" y="1204043"/>
            <a:ext cx="10864027" cy="492443"/>
          </a:xfrm>
          <a:prstGeom prst="rect">
            <a:avLst/>
          </a:prstGeom>
        </p:spPr>
        <p:txBody>
          <a:bodyPr>
            <a:spAutoFit/>
          </a:bodyPr>
          <a:lstStyle>
            <a:lvl1pPr marL="0" indent="0">
              <a:lnSpc>
                <a:spcPct val="100000"/>
              </a:lnSpc>
              <a:buNone/>
              <a:defRPr sz="2600" b="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141" y="2744790"/>
            <a:ext cx="5351540"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924" y="2744790"/>
            <a:ext cx="5288999"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140" y="1942705"/>
            <a:ext cx="10725309" cy="63589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9050" y="2914425"/>
            <a:ext cx="5022654"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9050" y="3477930"/>
            <a:ext cx="5022654" cy="316113"/>
          </a:xfrm>
          <a:prstGeom prst="rect">
            <a:avLst/>
          </a:prstGeom>
        </p:spPr>
        <p:txBody>
          <a:bodyPr lIns="90000" tIns="46800" rIns="90000" bIns="46800" anchor="t">
            <a:spAutoFit/>
          </a:bodyPr>
          <a:lstStyle>
            <a:lvl1pPr marL="0" marR="0" indent="0" algn="l" defTabSz="914377"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3097" y="3477929"/>
            <a:ext cx="5022654"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3097" y="2914425"/>
            <a:ext cx="5022654"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Supporting Teams &amp; Capabilities</a:t>
            </a:r>
            <a:endParaRPr lang="en-US"/>
          </a:p>
        </p:txBody>
      </p:sp>
    </p:spTree>
    <p:extLst>
      <p:ext uri="{BB962C8B-B14F-4D97-AF65-F5344CB8AC3E}">
        <p14:creationId xmlns:p14="http://schemas.microsoft.com/office/powerpoint/2010/main" val="17738838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7036" y="3787661"/>
            <a:ext cx="10857865" cy="190211"/>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4129"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40725"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7322"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918"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514"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7111"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5833"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2427"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9024"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5620"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2216"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813"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409"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142" y="1806043"/>
            <a:ext cx="1364578"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545"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949"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90353"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3756"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7160"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80566"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844"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5247"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651"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2054"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5458"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8862"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5590308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640419" y="644526"/>
            <a:ext cx="6832352"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853" y="1971675"/>
            <a:ext cx="3926927" cy="2523768"/>
          </a:xfrm>
          <a:prstGeom prst="rect">
            <a:avLst/>
          </a:prstGeom>
        </p:spPr>
        <p:txBody>
          <a:bodyPr>
            <a:spAutoFit/>
          </a:bodyPr>
          <a:lstStyle>
            <a:lvl1pPr marL="0" indent="0">
              <a:lnSpc>
                <a:spcPct val="100000"/>
              </a:lnSpc>
              <a:buNone/>
              <a:defRPr sz="2600" b="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6031" y="527693"/>
            <a:ext cx="3926927" cy="892552"/>
          </a:xfrm>
          <a:prstGeom prst="rect">
            <a:avLst/>
          </a:prstGeom>
        </p:spPr>
        <p:txBody>
          <a:bodyPr>
            <a:spAutoFit/>
          </a:bodyPr>
          <a:lstStyle>
            <a:lvl1pPr>
              <a:defRPr lang="en-IN" sz="2600" b="1" i="0" dirty="0">
                <a:latin typeface="+mn-lt"/>
                <a:ea typeface="+mn-ea"/>
                <a:cs typeface="+mn-cs"/>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0070837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604917" y="2744789"/>
            <a:ext cx="4539254" cy="2175980"/>
          </a:xfrm>
          <a:prstGeom prst="rect">
            <a:avLst/>
          </a:prstGeom>
        </p:spPr>
        <p:txBody>
          <a:bodyPr wrap="square">
            <a:spAutoFit/>
          </a:bodyPr>
          <a:lstStyle>
            <a:lvl1pPr marL="0" marR="0" indent="0" algn="l" defTabSz="914377" rtl="0" eaLnBrk="1" fontAlgn="auto" latinLnBrk="0" hangingPunct="1">
              <a:lnSpc>
                <a:spcPct val="100000"/>
              </a:lnSpc>
              <a:spcBef>
                <a:spcPts val="1000"/>
              </a:spcBef>
              <a:spcAft>
                <a:spcPts val="0"/>
              </a:spcAft>
              <a:buClr>
                <a:schemeClr val="accent4"/>
              </a:buClr>
              <a:buSzTx/>
              <a:buFont typeface="Arial" panose="020B0604020202020204" pitchFamily="34" charset="0"/>
              <a:buNone/>
              <a:tabLst/>
              <a:defRPr sz="1600">
                <a:solidFill>
                  <a:schemeClr val="tx1"/>
                </a:solidFill>
                <a:latin typeface="+mn-lt"/>
              </a:defRPr>
            </a:lvl1pPr>
            <a:lvl2pPr marL="212720" indent="-212720">
              <a:lnSpc>
                <a:spcPct val="100000"/>
              </a:lnSpc>
              <a:buClr>
                <a:schemeClr val="tx1"/>
              </a:buClr>
              <a:defRPr sz="1600">
                <a:solidFill>
                  <a:schemeClr val="tx1"/>
                </a:solidFill>
              </a:defRPr>
            </a:lvl2pPr>
            <a:lvl3pPr marL="477827" indent="-247644">
              <a:lnSpc>
                <a:spcPct val="100000"/>
              </a:lnSpc>
              <a:spcAft>
                <a:spcPts val="0"/>
              </a:spcAft>
              <a:buClr>
                <a:schemeClr val="tx1"/>
              </a:buClr>
              <a:buFont typeface="Arial" panose="020B0604020202020204" pitchFamily="34" charset="0"/>
              <a:buChar char="•"/>
              <a:defRPr sz="1600">
                <a:solidFill>
                  <a:schemeClr val="tx1"/>
                </a:solidFill>
              </a:defRPr>
            </a:lvl3pPr>
            <a:lvl4pPr marL="255594" marR="0" indent="0" algn="l" defTabSz="914377" rtl="0" eaLnBrk="1" fontAlgn="auto" latinLnBrk="0" hangingPunct="1">
              <a:lnSpc>
                <a:spcPct val="100000"/>
              </a:lnSpc>
              <a:spcBef>
                <a:spcPts val="500"/>
              </a:spcBef>
              <a:spcAft>
                <a:spcPts val="0"/>
              </a:spcAft>
              <a:buClr>
                <a:schemeClr val="tx1"/>
              </a:buClr>
              <a:buSzTx/>
              <a:buFont typeface="Arial" panose="020B0604020202020204" pitchFamily="34" charset="0"/>
              <a:buNone/>
              <a:tabLst/>
              <a:defRPr sz="1600">
                <a:solidFill>
                  <a:schemeClr val="tx1"/>
                </a:solidFill>
              </a:defRPr>
            </a:lvl4pPr>
            <a:lvl5pPr marL="464388" indent="-284393">
              <a:lnSpc>
                <a:spcPct val="100000"/>
              </a:lnSpc>
              <a:defRPr sz="1600"/>
            </a:lvl5pPr>
          </a:lstStyle>
          <a:p>
            <a:pPr lvl="0"/>
            <a:r>
              <a:rPr lang="en-GB"/>
              <a:t>Text that needs to go in bullet points need to follow this template</a:t>
            </a:r>
          </a:p>
          <a:p>
            <a:pPr marL="285744" marR="0" lvl="0" indent="-285744" algn="l" defTabSz="914377" rtl="0" eaLnBrk="1" fontAlgn="auto" latinLnBrk="0" hangingPunct="1">
              <a:lnSpc>
                <a:spcPct val="90000"/>
              </a:lnSpc>
              <a:spcBef>
                <a:spcPts val="100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5291829" y="644526"/>
            <a:ext cx="6180942"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604880" y="471371"/>
            <a:ext cx="4539291" cy="2154436"/>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14289216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6031" y="4100514"/>
            <a:ext cx="4688499" cy="1723549"/>
          </a:xfrm>
          <a:prstGeom prst="rect">
            <a:avLst/>
          </a:prstGeom>
        </p:spPr>
        <p:txBody>
          <a:bodyPr anchor="t">
            <a:spAutoFit/>
          </a:bodyPr>
          <a:lstStyle>
            <a:lvl1pPr marL="0" indent="0" algn="l">
              <a:lnSpc>
                <a:spcPct val="100000"/>
              </a:lnSpc>
              <a:buNone/>
              <a:defRPr sz="260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6925577" y="3477373"/>
            <a:ext cx="4547192"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6925577" y="644525"/>
            <a:ext cx="4547192"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605443" y="498666"/>
            <a:ext cx="5760750" cy="1384995"/>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11084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641060" y="6143891"/>
            <a:ext cx="10718549" cy="215444"/>
          </a:xfrm>
          <a:prstGeom prst="rect">
            <a:avLst/>
          </a:prstGeom>
        </p:spPr>
        <p:txBody>
          <a:bodyPr wrap="square" anchor="b">
            <a:spAutoFit/>
          </a:bodyPr>
          <a:lstStyle>
            <a:lvl1pPr marL="0" indent="0" algn="l">
              <a:lnSpc>
                <a:spcPct val="100000"/>
              </a:lnSpc>
              <a:spcBef>
                <a:spcPts val="0"/>
              </a:spcBef>
              <a:buNone/>
              <a:defRPr sz="800">
                <a:solidFill>
                  <a:schemeClr val="bg1">
                    <a:lumMod val="50000"/>
                  </a:schemeClr>
                </a:solidFill>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651685" y="1846073"/>
            <a:ext cx="4947204" cy="2521807"/>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6412405" y="1846073"/>
            <a:ext cx="4947204" cy="2521807"/>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6408667" y="4712628"/>
            <a:ext cx="4954245" cy="492443"/>
          </a:xfrm>
          <a:prstGeom prst="rect">
            <a:avLst/>
          </a:prstGeom>
        </p:spPr>
        <p:txBody>
          <a:bodyPr anchor="b">
            <a:spAutoFit/>
          </a:bodyPr>
          <a:lstStyle>
            <a:lvl1pPr marL="0" indent="0" algn="l">
              <a:lnSpc>
                <a:spcPct val="100000"/>
              </a:lnSpc>
              <a:buNone/>
              <a:defRPr sz="2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647947" y="4712628"/>
            <a:ext cx="4954245" cy="492443"/>
          </a:xfrm>
          <a:prstGeom prst="rect">
            <a:avLst/>
          </a:prstGeom>
        </p:spPr>
        <p:txBody>
          <a:bodyPr anchor="b">
            <a:spAutoFit/>
          </a:bodyPr>
          <a:lstStyle>
            <a:lvl1pPr marL="0" indent="0" algn="l">
              <a:lnSpc>
                <a:spcPct val="100000"/>
              </a:lnSpc>
              <a:buNone/>
              <a:defRPr sz="2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647947" y="5287718"/>
            <a:ext cx="4954245" cy="338554"/>
          </a:xfrm>
          <a:prstGeom prst="rect">
            <a:avLst/>
          </a:prstGeom>
        </p:spPr>
        <p:txBody>
          <a:bodyPr anchor="t">
            <a:spAutoFit/>
          </a:bodyPr>
          <a:lstStyle>
            <a:lvl1pPr marL="0" indent="0" algn="l">
              <a:lnSpc>
                <a:spcPct val="100000"/>
              </a:lnSpc>
              <a:spcBef>
                <a:spcPts val="0"/>
              </a:spcBef>
              <a:buNone/>
              <a:defRPr sz="1600">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6408667" y="5287718"/>
            <a:ext cx="4954245" cy="338554"/>
          </a:xfrm>
          <a:prstGeom prst="rect">
            <a:avLst/>
          </a:prstGeom>
        </p:spPr>
        <p:txBody>
          <a:bodyPr anchor="t">
            <a:spAutoFit/>
          </a:bodyPr>
          <a:lstStyle>
            <a:lvl1pPr marL="0" indent="0" algn="l">
              <a:lnSpc>
                <a:spcPct val="100000"/>
              </a:lnSpc>
              <a:spcBef>
                <a:spcPts val="0"/>
              </a:spcBef>
              <a:buNone/>
              <a:defRPr sz="1600">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body text here</a:t>
            </a:r>
          </a:p>
        </p:txBody>
      </p:sp>
    </p:spTree>
    <p:extLst>
      <p:ext uri="{BB962C8B-B14F-4D97-AF65-F5344CB8AC3E}">
        <p14:creationId xmlns:p14="http://schemas.microsoft.com/office/powerpoint/2010/main" val="32964438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932" y="1163201"/>
            <a:ext cx="8301"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712881" y="1494972"/>
            <a:ext cx="2700352"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712881" y="3095305"/>
            <a:ext cx="2700352"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712881" y="4695639"/>
            <a:ext cx="2700352"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3535170" y="1494972"/>
            <a:ext cx="7913351"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3535170" y="3095305"/>
            <a:ext cx="7913351"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3535170" y="4695639"/>
            <a:ext cx="7913351"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Tree>
    <p:extLst>
      <p:ext uri="{BB962C8B-B14F-4D97-AF65-F5344CB8AC3E}">
        <p14:creationId xmlns:p14="http://schemas.microsoft.com/office/powerpoint/2010/main" val="10593179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142" y="1971675"/>
            <a:ext cx="5288999"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8186" y="1971675"/>
            <a:ext cx="5288999"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969" y="2190628"/>
            <a:ext cx="5016168"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925" y="2190628"/>
            <a:ext cx="5016168"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951" y="2819083"/>
            <a:ext cx="5015565" cy="1600439"/>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969" y="2819083"/>
            <a:ext cx="5015565" cy="1600439"/>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10940673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5534" y="1971675"/>
            <a:ext cx="341108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5470" y="2103334"/>
            <a:ext cx="3060281"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5471" y="3100088"/>
            <a:ext cx="3060252"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169" y="1971675"/>
            <a:ext cx="341108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114" y="2103334"/>
            <a:ext cx="3060281"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114" y="3100088"/>
            <a:ext cx="3060252"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3899" y="1971675"/>
            <a:ext cx="341108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8844" y="2103334"/>
            <a:ext cx="3060281"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8844" y="3100088"/>
            <a:ext cx="3060252"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361836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882"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496"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6127"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7290"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5051"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5065"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666"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680"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8296"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8310"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9458"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9472"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0994581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93"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7092"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891"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8689"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4487"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719"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719"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519"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519"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50318"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50318"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6118"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6118"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1916"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1916"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443" y="498666"/>
            <a:ext cx="10856211"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9493762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5246" y="1973770"/>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2749" y="1973770"/>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169" y="4170217"/>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853" y="4248874"/>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949" y="4824730"/>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5246" y="4170217"/>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930" y="4248874"/>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7026" y="4824730"/>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2749" y="4170217"/>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9433" y="4248874"/>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4530" y="4824730"/>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169" y="1973770"/>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853" y="2052428"/>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949" y="2628283"/>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930" y="2052428"/>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7026" y="2628283"/>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9433" y="2052428"/>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4530" y="2628283"/>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6493888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975" y="644526"/>
            <a:ext cx="6096794"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853" y="1971676"/>
            <a:ext cx="3926927" cy="1723549"/>
          </a:xfrm>
          <a:prstGeom prst="rect">
            <a:avLst/>
          </a:prstGeom>
        </p:spPr>
        <p:txBody>
          <a:bodyPr>
            <a:spAutoFit/>
          </a:bodyPr>
          <a:lstStyle>
            <a:lvl1pPr marL="0" indent="0" algn="l">
              <a:lnSpc>
                <a:spcPct val="100000"/>
              </a:lnSpc>
              <a:buNone/>
              <a:defRPr sz="2600"/>
            </a:lvl1pPr>
            <a:lvl2pPr marL="457189" indent="0">
              <a:buNone/>
              <a:defRPr/>
            </a:lvl2pPr>
            <a:lvl3pPr marL="914377" indent="0">
              <a:buNone/>
              <a:defRPr/>
            </a:lvl3pPr>
            <a:lvl4pPr marL="1371566" indent="0">
              <a:buNone/>
              <a:defRPr/>
            </a:lvl4pPr>
            <a:lvl5pPr marL="1828754"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854" y="644526"/>
            <a:ext cx="3036223"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23634127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698" y="1971675"/>
            <a:ext cx="8437073"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854" y="644526"/>
            <a:ext cx="3036223"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854" y="1971675"/>
            <a:ext cx="2274124" cy="1292662"/>
          </a:xfrm>
          <a:prstGeom prst="rect">
            <a:avLst/>
          </a:prstGeom>
        </p:spPr>
        <p:txBody>
          <a:bodyPr wrap="square">
            <a:spAutoFit/>
          </a:bodyPr>
          <a:lstStyle>
            <a:lvl1pPr marL="0" indent="0" algn="l">
              <a:lnSpc>
                <a:spcPct val="100000"/>
              </a:lnSpc>
              <a:buNone/>
              <a:defRPr sz="2600"/>
            </a:lvl1pPr>
            <a:lvl2pPr marL="457189" indent="0">
              <a:buNone/>
              <a:defRPr/>
            </a:lvl2pPr>
            <a:lvl3pPr marL="914377" indent="0">
              <a:buNone/>
              <a:defRPr/>
            </a:lvl3pPr>
            <a:lvl4pPr marL="1371566" indent="0">
              <a:buNone/>
              <a:defRPr/>
            </a:lvl4pPr>
            <a:lvl5pPr marL="1828754"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28091434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94" y="2229957"/>
            <a:ext cx="10761476" cy="3983519"/>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854" y="1619430"/>
            <a:ext cx="10850916"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854" y="644526"/>
            <a:ext cx="3036223"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25250471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711293" y="1645078"/>
            <a:ext cx="3045222" cy="457315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3846932" y="1645078"/>
            <a:ext cx="3780492"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3900727" y="1771661"/>
            <a:ext cx="359465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7717843" y="1645078"/>
            <a:ext cx="3780492"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7771638" y="1771661"/>
            <a:ext cx="3555646"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3900727" y="2388250"/>
            <a:ext cx="3594651"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7771638" y="2388250"/>
            <a:ext cx="3555646"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328" y="527693"/>
            <a:ext cx="9913480"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536" y="415139"/>
            <a:ext cx="797290"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16303084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319" y="648970"/>
            <a:ext cx="5302941"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715319" y="3468369"/>
            <a:ext cx="5302941"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6122852" y="3468369"/>
            <a:ext cx="5302941"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841" y="1481563"/>
            <a:ext cx="5065442"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840841" y="4308846"/>
            <a:ext cx="5065442"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6248375" y="4308846"/>
            <a:ext cx="5065442"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852" y="649288"/>
            <a:ext cx="5302941" cy="27432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841" y="795225"/>
            <a:ext cx="506544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840841" y="3626915"/>
            <a:ext cx="506544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6248375" y="3626915"/>
            <a:ext cx="506544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3</a:t>
            </a:r>
          </a:p>
        </p:txBody>
      </p:sp>
    </p:spTree>
    <p:extLst>
      <p:ext uri="{BB962C8B-B14F-4D97-AF65-F5344CB8AC3E}">
        <p14:creationId xmlns:p14="http://schemas.microsoft.com/office/powerpoint/2010/main" val="29501265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328" y="527693"/>
            <a:ext cx="9913480"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536" y="415139"/>
            <a:ext cx="797290"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22223720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734140" y="1341439"/>
            <a:ext cx="10727516"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742" y="1594462"/>
            <a:ext cx="1225446"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70207" y="1594462"/>
            <a:ext cx="1417367" cy="369332"/>
          </a:xfrm>
          <a:prstGeom prst="rect">
            <a:avLst/>
          </a:prstGeom>
        </p:spPr>
        <p:txBody>
          <a:bodyPr wrap="square">
            <a:spAutoFit/>
          </a:bodyPr>
          <a:lstStyle>
            <a:lvl1pPr marL="0" indent="0">
              <a:lnSpc>
                <a:spcPct val="100000"/>
              </a:lnSpc>
              <a:buNone/>
              <a:defRPr sz="1800"/>
            </a:lvl1pPr>
            <a:lvl5pPr marL="1828754"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8131056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79"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79"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856"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856"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834"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834"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10812"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10812"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1005"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2095"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4073"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6051"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14475635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743" y="1239125"/>
            <a:ext cx="10864027" cy="492443"/>
          </a:xfrm>
          <a:prstGeom prst="rect">
            <a:avLst/>
          </a:prstGeom>
        </p:spPr>
        <p:txBody>
          <a:bodyPr anchor="t">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443" y="498666"/>
            <a:ext cx="10856211"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472" y="2033590"/>
            <a:ext cx="261034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7407" y="2164639"/>
            <a:ext cx="2376309"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7407" y="2744789"/>
            <a:ext cx="2376309"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1315" y="2033590"/>
            <a:ext cx="261034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1251" y="2164639"/>
            <a:ext cx="2376309"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1251" y="2744789"/>
            <a:ext cx="2376309"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9393" y="2033590"/>
            <a:ext cx="261034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9329" y="2164639"/>
            <a:ext cx="2376309"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9329" y="2744789"/>
            <a:ext cx="2376309"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1005"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1548332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292" y="6358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601"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290" y="2039811"/>
            <a:ext cx="107503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963" y="635870"/>
            <a:ext cx="7641629" cy="1332631"/>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564" y="1463283"/>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564" y="16500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40185539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292" y="6358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601"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291" y="2039811"/>
            <a:ext cx="533589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6133695" y="2039811"/>
            <a:ext cx="5335895" cy="4173664"/>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963" y="635870"/>
            <a:ext cx="7641629" cy="1332631"/>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564" y="1463283"/>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564" y="16500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16387642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711292" y="6358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3831954" y="635870"/>
            <a:ext cx="3038872" cy="1332631"/>
          </a:xfrm>
          <a:prstGeom prst="roundRect">
            <a:avLst>
              <a:gd name="adj" fmla="val 809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1191601"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4312264"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938564" y="1473116"/>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4010585" y="1659929"/>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6952618" y="635870"/>
            <a:ext cx="4516974"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711294" y="2039814"/>
            <a:ext cx="10758298" cy="4173663"/>
          </a:xfrm>
          <a:prstGeom prst="roundRect">
            <a:avLst>
              <a:gd name="adj" fmla="val 343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4010585" y="1473116"/>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938564" y="1659929"/>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713488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3831954" y="1305970"/>
            <a:ext cx="3038872" cy="1332631"/>
          </a:xfrm>
          <a:prstGeom prst="roundRect">
            <a:avLst>
              <a:gd name="adj" fmla="val 7137"/>
            </a:avLst>
          </a:prstGeom>
          <a:solidFill>
            <a:schemeClr val="bg1"/>
          </a:solidFill>
        </p:spPr>
        <p:txBody>
          <a:bodyPr anchor="t">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711292" y="1305970"/>
            <a:ext cx="3038872" cy="1332631"/>
          </a:xfrm>
          <a:prstGeom prst="roundRect">
            <a:avLst>
              <a:gd name="adj" fmla="val 7137"/>
            </a:avLst>
          </a:prstGeom>
          <a:solidFill>
            <a:schemeClr val="bg1"/>
          </a:solidFill>
        </p:spPr>
        <p:txBody>
          <a:bodyPr anchor="t">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6952618" y="1305970"/>
            <a:ext cx="4516974"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443" y="527694"/>
            <a:ext cx="10856211"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601"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2264"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3999154" y="2166077"/>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3999154" y="2352892"/>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904131" y="2164184"/>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904131" y="23509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711291" y="2720493"/>
            <a:ext cx="5335895" cy="3492981"/>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6133695" y="2720493"/>
            <a:ext cx="5335895" cy="3492981"/>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Insert Table</a:t>
            </a:r>
          </a:p>
        </p:txBody>
      </p:sp>
    </p:spTree>
    <p:extLst>
      <p:ext uri="{BB962C8B-B14F-4D97-AF65-F5344CB8AC3E}">
        <p14:creationId xmlns:p14="http://schemas.microsoft.com/office/powerpoint/2010/main" val="10488633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3831954" y="13059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711292" y="13059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6952618" y="1305970"/>
            <a:ext cx="4516974"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711291" y="2720495"/>
            <a:ext cx="10750363" cy="3492980"/>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443" y="527694"/>
            <a:ext cx="10856211"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601"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2264"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904131" y="2164184"/>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4010585" y="23509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4010585" y="2164184"/>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904131" y="23509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20744189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932" y="1507586"/>
            <a:ext cx="145547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924" y="870634"/>
            <a:ext cx="10418531" cy="492443"/>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3126" y="1712423"/>
            <a:ext cx="10418531" cy="4388845"/>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38117155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5266" y="6556891"/>
            <a:ext cx="686233" cy="1472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5872499" y="6523250"/>
            <a:ext cx="448593" cy="218655"/>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800" smtClean="0">
                <a:solidFill>
                  <a:schemeClr val="bg1">
                    <a:lumMod val="75000"/>
                  </a:schemeClr>
                </a:solidFill>
                <a:latin typeface="+mn-lt"/>
              </a:rPr>
              <a:pPr>
                <a:lnSpc>
                  <a:spcPct val="100000"/>
                </a:lnSpc>
              </a:pPr>
              <a:t>‹#›</a:t>
            </a:fld>
            <a:endParaRPr lang="en-US" sz="8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652549" y="6523250"/>
            <a:ext cx="3200816" cy="218655"/>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800">
                <a:solidFill>
                  <a:schemeClr val="bg1">
                    <a:lumMod val="75000"/>
                  </a:schemeClr>
                </a:solidFill>
                <a:latin typeface="+mn-lt"/>
              </a:rPr>
              <a:t>© 2020 Fractal Analytics Inc. All rights reserved | Confidential</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731932" y="1507586"/>
            <a:ext cx="1455478" cy="845823"/>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1043126" y="1712423"/>
            <a:ext cx="10418531" cy="4388845"/>
          </a:xfrm>
          <a:prstGeom prst="rect">
            <a:avLst/>
          </a:prstGeom>
        </p:spPr>
        <p:txBody>
          <a:bodyPr tIns="288000" anchor="t" anchorCtr="0">
            <a:spAutoFit/>
          </a:bodyPr>
          <a:lstStyle>
            <a:lvl1pPr marL="0" indent="0">
              <a:lnSpc>
                <a:spcPct val="100000"/>
              </a:lnSpc>
              <a:spcBef>
                <a:spcPts val="0"/>
              </a:spcBef>
              <a:buNone/>
              <a:defRPr sz="64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1035924" y="870634"/>
            <a:ext cx="10418531" cy="492443"/>
          </a:xfrm>
          <a:prstGeom prst="rect">
            <a:avLst/>
          </a:prstGeom>
        </p:spPr>
        <p:txBody>
          <a:bodyPr anchor="t">
            <a:spAutoFit/>
          </a:bodyPr>
          <a:lstStyle>
            <a:lvl1pPr marL="0" indent="0" algn="l">
              <a:lnSpc>
                <a:spcPct val="100000"/>
              </a:lnSpc>
              <a:spcBef>
                <a:spcPts val="0"/>
              </a:spcBef>
              <a:buNone/>
              <a:defRPr sz="260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27522563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615227" y="667216"/>
            <a:ext cx="1455478" cy="845823"/>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7254" y="1"/>
            <a:ext cx="5306334"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2112" y="1127877"/>
            <a:ext cx="5426781"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2112" y="5730125"/>
            <a:ext cx="5426781" cy="492443"/>
          </a:xfrm>
          <a:prstGeom prst="rect">
            <a:avLst/>
          </a:prstGeom>
        </p:spPr>
        <p:txBody>
          <a:bodyPr anchor="t">
            <a:spAutoFit/>
          </a:bodyPr>
          <a:lstStyle>
            <a:lvl1pPr marL="0" indent="0" algn="r">
              <a:lnSpc>
                <a:spcPct val="100000"/>
              </a:lnSpc>
              <a:spcBef>
                <a:spcPts val="0"/>
              </a:spcBef>
              <a:buNone/>
              <a:defRPr sz="260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1209498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712" y="2595485"/>
            <a:ext cx="5003953"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sz="6800"/>
              <a:t>Thank You.</a:t>
            </a:r>
            <a:endParaRPr lang="en-US" sz="6800"/>
          </a:p>
        </p:txBody>
      </p:sp>
      <p:sp>
        <p:nvSpPr>
          <p:cNvPr id="18" name="TextBox 17">
            <a:extLst>
              <a:ext uri="{FF2B5EF4-FFF2-40B4-BE49-F238E27FC236}">
                <a16:creationId xmlns:a16="http://schemas.microsoft.com/office/drawing/2014/main" id="{0FAC5960-9DFE-4FCE-9F3E-7E71D5335D59}"/>
              </a:ext>
            </a:extLst>
          </p:cNvPr>
          <p:cNvSpPr txBox="1"/>
          <p:nvPr/>
        </p:nvSpPr>
        <p:spPr>
          <a:xfrm>
            <a:off x="729719" y="5382480"/>
            <a:ext cx="4360331" cy="830997"/>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A strategic partner to the most admired Fortune 500® companies globally, we help power every human decision in the enterprise by bringing advanced analytics &amp; AI, engineering and design.</a:t>
            </a:r>
          </a:p>
        </p:txBody>
      </p:sp>
      <p:sp>
        <p:nvSpPr>
          <p:cNvPr id="19" name="TextBox 18">
            <a:extLst>
              <a:ext uri="{FF2B5EF4-FFF2-40B4-BE49-F238E27FC236}">
                <a16:creationId xmlns:a16="http://schemas.microsoft.com/office/drawing/2014/main" id="{436E1585-D766-4B04-A7D7-9B27FF597730}"/>
              </a:ext>
            </a:extLst>
          </p:cNvPr>
          <p:cNvSpPr txBox="1"/>
          <p:nvPr/>
        </p:nvSpPr>
        <p:spPr>
          <a:xfrm>
            <a:off x="10352445" y="6029238"/>
            <a:ext cx="1199859"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www.fractal.ai</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hlinkClick r:id="rId3"/>
            <a:extLst>
              <a:ext uri="{FF2B5EF4-FFF2-40B4-BE49-F238E27FC236}">
                <a16:creationId xmlns:a16="http://schemas.microsoft.com/office/drawing/2014/main" id="{B6C1155E-5832-4871-A7A9-F568C266B18F}"/>
              </a:ext>
            </a:extLst>
          </p:cNvPr>
          <p:cNvSpPr>
            <a:spLocks noEditPoints="1"/>
          </p:cNvSpPr>
          <p:nvPr/>
        </p:nvSpPr>
        <p:spPr bwMode="auto">
          <a:xfrm>
            <a:off x="9002237" y="5942607"/>
            <a:ext cx="30963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hlinkClick r:id="rId4"/>
            <a:extLst>
              <a:ext uri="{FF2B5EF4-FFF2-40B4-BE49-F238E27FC236}">
                <a16:creationId xmlns:a16="http://schemas.microsoft.com/office/drawing/2014/main" id="{123AD49C-4EAA-4A9F-8D0C-E2B97FC4CB79}"/>
              </a:ext>
            </a:extLst>
          </p:cNvPr>
          <p:cNvSpPr>
            <a:spLocks noEditPoints="1"/>
          </p:cNvSpPr>
          <p:nvPr/>
        </p:nvSpPr>
        <p:spPr bwMode="auto">
          <a:xfrm>
            <a:off x="9388149" y="5963631"/>
            <a:ext cx="269183" cy="263699"/>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935" y="4795113"/>
            <a:ext cx="1804362"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1801" y="5975875"/>
            <a:ext cx="237631"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7898" y="5975875"/>
            <a:ext cx="237631" cy="237600"/>
          </a:xfrm>
          <a:prstGeom prst="rect">
            <a:avLst/>
          </a:prstGeom>
        </p:spPr>
      </p:pic>
    </p:spTree>
    <p:extLst>
      <p:ext uri="{BB962C8B-B14F-4D97-AF65-F5344CB8AC3E}">
        <p14:creationId xmlns:p14="http://schemas.microsoft.com/office/powerpoint/2010/main" val="40228565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856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image" Target="../media/image2.emf"/><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theme" Target="../theme/theme2.xml"/><Relationship Id="rId20" Type="http://schemas.openxmlformats.org/officeDocument/2006/relationships/slideLayout" Target="../slideLayouts/slideLayout33.xml"/><Relationship Id="rId41"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25A41-B384-BE45-5EBF-53DA1A99508D}"/>
              </a:ext>
            </a:extLst>
          </p:cNvPr>
          <p:cNvSpPr>
            <a:spLocks noGrp="1"/>
          </p:cNvSpPr>
          <p:nvPr>
            <p:ph type="title"/>
          </p:nvPr>
        </p:nvSpPr>
        <p:spPr>
          <a:xfrm>
            <a:off x="838309" y="366185"/>
            <a:ext cx="10516970" cy="132503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21F026-B779-C806-82F3-BBAB3840240D}"/>
              </a:ext>
            </a:extLst>
          </p:cNvPr>
          <p:cNvSpPr>
            <a:spLocks noGrp="1"/>
          </p:cNvSpPr>
          <p:nvPr>
            <p:ph type="body" idx="1"/>
          </p:nvPr>
        </p:nvSpPr>
        <p:spPr>
          <a:xfrm>
            <a:off x="838309" y="1826684"/>
            <a:ext cx="10516970" cy="434974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524E19C-E8E1-EF78-86F6-DE4E0B7BF8FD}"/>
              </a:ext>
            </a:extLst>
          </p:cNvPr>
          <p:cNvSpPr>
            <a:spLocks noGrp="1"/>
          </p:cNvSpPr>
          <p:nvPr>
            <p:ph type="dt" sz="half" idx="2"/>
          </p:nvPr>
        </p:nvSpPr>
        <p:spPr>
          <a:xfrm>
            <a:off x="838309" y="6356351"/>
            <a:ext cx="2743557" cy="366183"/>
          </a:xfrm>
          <a:prstGeom prst="rect">
            <a:avLst/>
          </a:prstGeom>
        </p:spPr>
        <p:txBody>
          <a:bodyPr vert="horz" lIns="91440" tIns="45720" rIns="91440" bIns="45720" rtlCol="0" anchor="ctr"/>
          <a:lstStyle>
            <a:lvl1pPr algn="l">
              <a:defRPr sz="1600">
                <a:solidFill>
                  <a:schemeClr val="tx1">
                    <a:tint val="82000"/>
                  </a:schemeClr>
                </a:solidFill>
              </a:defRPr>
            </a:lvl1p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2CE320D5-DDC3-8F80-3EF9-0BBEB3F95AB0}"/>
              </a:ext>
            </a:extLst>
          </p:cNvPr>
          <p:cNvSpPr>
            <a:spLocks noGrp="1"/>
          </p:cNvSpPr>
          <p:nvPr>
            <p:ph type="ftr" sz="quarter" idx="3"/>
          </p:nvPr>
        </p:nvSpPr>
        <p:spPr>
          <a:xfrm>
            <a:off x="4039126" y="6356351"/>
            <a:ext cx="4115336" cy="36618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262585-3DDE-BEFE-A6A1-A69A330BBF20}"/>
              </a:ext>
            </a:extLst>
          </p:cNvPr>
          <p:cNvSpPr>
            <a:spLocks noGrp="1"/>
          </p:cNvSpPr>
          <p:nvPr>
            <p:ph type="sldNum" sz="quarter" idx="4"/>
          </p:nvPr>
        </p:nvSpPr>
        <p:spPr>
          <a:xfrm>
            <a:off x="8611722" y="6356351"/>
            <a:ext cx="2743557"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722B8769-7D86-D14A-8278-DEF63398E0A9}" type="slidenum">
              <a:rPr lang="en-US" smtClean="0"/>
              <a:t>‹#›</a:t>
            </a:fld>
            <a:endParaRPr lang="en-US"/>
          </a:p>
        </p:txBody>
      </p:sp>
    </p:spTree>
    <p:extLst>
      <p:ext uri="{BB962C8B-B14F-4D97-AF65-F5344CB8AC3E}">
        <p14:creationId xmlns:p14="http://schemas.microsoft.com/office/powerpoint/2010/main" val="17258548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710" r:id="rId12"/>
    <p:sldLayoutId id="2147483711" r:id="rId13"/>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2499" y="6523250"/>
            <a:ext cx="448593" cy="218655"/>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800" smtClean="0"/>
              <a:pPr/>
              <a:t>‹#›</a:t>
            </a:fld>
            <a:endParaRPr lang="en-US" sz="8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549" y="6523250"/>
            <a:ext cx="3200816" cy="218655"/>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800" dirty="0"/>
              <a:t>© 2026 Fractal Analytics Inc. All rights reserved | Confidential</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7">
            <a:extLst>
              <a:ext uri="{28A0092B-C50C-407E-A947-70E740481C1C}">
                <a14:useLocalDpi xmlns:a14="http://schemas.microsoft.com/office/drawing/2010/main" val="0"/>
              </a:ext>
            </a:extLst>
          </a:blip>
          <a:srcRect b="24104"/>
          <a:stretch/>
        </p:blipFill>
        <p:spPr>
          <a:xfrm>
            <a:off x="10785266" y="6556352"/>
            <a:ext cx="686233" cy="149645"/>
          </a:xfrm>
          <a:prstGeom prst="rect">
            <a:avLst/>
          </a:prstGeom>
        </p:spPr>
      </p:pic>
    </p:spTree>
    <p:extLst>
      <p:ext uri="{BB962C8B-B14F-4D97-AF65-F5344CB8AC3E}">
        <p14:creationId xmlns:p14="http://schemas.microsoft.com/office/powerpoint/2010/main" val="149784429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 id="2147483743" r:id="rId31"/>
    <p:sldLayoutId id="2147483744" r:id="rId32"/>
    <p:sldLayoutId id="2147483745" r:id="rId33"/>
    <p:sldLayoutId id="2147483746" r:id="rId34"/>
    <p:sldLayoutId id="2147483747" r:id="rId35"/>
    <p:sldLayoutId id="2147483748" r:id="rId36"/>
    <p:sldLayoutId id="2147483749" r:id="rId37"/>
    <p:sldLayoutId id="2147483750" r:id="rId38"/>
    <p:sldLayoutId id="2147483751" r:id="rId39"/>
    <p:sldLayoutId id="2147483752" r:id="rId40"/>
    <p:sldLayoutId id="2147483753" r:id="rId41"/>
    <p:sldLayoutId id="2147483754" r:id="rId42"/>
    <p:sldLayoutId id="2147483755" r:id="rId43"/>
    <p:sldLayoutId id="2147483756" r:id="rId44"/>
    <p:sldLayoutId id="2147483757" r:id="rId45"/>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33" userDrawn="1">
          <p15:clr>
            <a:srgbClr val="F26B43"/>
          </p15:clr>
        </p15:guide>
        <p15:guide id="2" pos="597" userDrawn="1">
          <p15:clr>
            <a:srgbClr val="F26B43"/>
          </p15:clr>
        </p15:guide>
        <p15:guide id="29" orient="horz" pos="1079" userDrawn="1">
          <p15:clr>
            <a:srgbClr val="F26B43"/>
          </p15:clr>
        </p15:guide>
        <p15:guide id="43" orient="horz" pos="5219" userDrawn="1">
          <p15:clr>
            <a:srgbClr val="F26B43"/>
          </p15:clr>
        </p15:guide>
        <p15:guide id="44" pos="962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58.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5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3.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58.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4.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0365-B7BC-8899-3513-BDF822F20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13CC98-C233-94D1-8B26-808E93C47D19}"/>
              </a:ext>
            </a:extLst>
          </p:cNvPr>
          <p:cNvSpPr>
            <a:spLocks noGrp="1"/>
          </p:cNvSpPr>
          <p:nvPr>
            <p:ph type="ctrTitle"/>
          </p:nvPr>
        </p:nvSpPr>
        <p:spPr>
          <a:xfrm>
            <a:off x="730800" y="2575840"/>
            <a:ext cx="8967225" cy="2062103"/>
          </a:xfrm>
        </p:spPr>
        <p:txBody>
          <a:bodyPr wrap="square" lIns="91440" tIns="45720" rIns="91440" bIns="45720" anchor="b">
            <a:spAutoFit/>
          </a:bodyPr>
          <a:lstStyle/>
          <a:p>
            <a:r>
              <a:rPr lang="en-IN" sz="6400" dirty="0">
                <a:latin typeface="Open Sans"/>
                <a:ea typeface="Open Sans"/>
                <a:cs typeface="Open Sans"/>
              </a:rPr>
              <a:t>Build Your </a:t>
            </a:r>
            <a:br>
              <a:rPr lang="en-IN" sz="6400" dirty="0">
                <a:solidFill>
                  <a:srgbClr val="383838"/>
                </a:solidFill>
                <a:latin typeface="Open Sans"/>
                <a:ea typeface="Open Sans"/>
                <a:cs typeface="Open Sans"/>
              </a:rPr>
            </a:br>
            <a:r>
              <a:rPr lang="en-IN" sz="6400" dirty="0">
                <a:solidFill>
                  <a:schemeClr val="accent2"/>
                </a:solidFill>
                <a:latin typeface="Open Sans"/>
                <a:ea typeface="Open Sans"/>
                <a:cs typeface="Open Sans"/>
              </a:rPr>
              <a:t>First PoC</a:t>
            </a:r>
            <a:endParaRPr lang="en-US" sz="6400" dirty="0">
              <a:solidFill>
                <a:schemeClr val="accent2"/>
              </a:solidFill>
              <a:latin typeface="Open Sans"/>
              <a:ea typeface="Open Sans"/>
              <a:cs typeface="Open Sans"/>
            </a:endParaRPr>
          </a:p>
        </p:txBody>
      </p:sp>
      <p:sp>
        <p:nvSpPr>
          <p:cNvPr id="7" name="Shape 10">
            <a:extLst>
              <a:ext uri="{FF2B5EF4-FFF2-40B4-BE49-F238E27FC236}">
                <a16:creationId xmlns:a16="http://schemas.microsoft.com/office/drawing/2014/main" id="{D1A2A319-805A-A6E5-04EF-EFF027E090A2}"/>
              </a:ext>
            </a:extLst>
          </p:cNvPr>
          <p:cNvSpPr/>
          <p:nvPr/>
        </p:nvSpPr>
        <p:spPr>
          <a:xfrm>
            <a:off x="730800" y="1780469"/>
            <a:ext cx="2786912" cy="515419"/>
          </a:xfrm>
          <a:prstGeom prst="roundRect">
            <a:avLst>
              <a:gd name="adj" fmla="val 11905"/>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C81D6E02-DB5A-C964-32B1-090C32F51BA4}"/>
              </a:ext>
            </a:extLst>
          </p:cNvPr>
          <p:cNvSpPr txBox="1">
            <a:spLocks/>
          </p:cNvSpPr>
          <p:nvPr/>
        </p:nvSpPr>
        <p:spPr>
          <a:xfrm>
            <a:off x="773765" y="1761180"/>
            <a:ext cx="2703339" cy="584775"/>
          </a:xfrm>
          <a:prstGeom prst="rect">
            <a:avLst/>
          </a:prstGeom>
        </p:spPr>
        <p:txBody>
          <a:bodyPr wrap="square" anchor="b">
            <a:spAutoFit/>
          </a:bodyPr>
          <a:lstStyle>
            <a:lvl1pPr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stStyle>
          <a:p>
            <a:pPr algn="ctr"/>
            <a:r>
              <a:rPr lang="en-IN" sz="3200" dirty="0">
                <a:solidFill>
                  <a:schemeClr val="bg1"/>
                </a:solidFill>
                <a:latin typeface="Open Sans" panose="020B0606030504020204" pitchFamily="34" charset="0"/>
              </a:rPr>
              <a:t>Session 2:</a:t>
            </a:r>
            <a:endParaRPr lang="en-US" sz="3200" dirty="0">
              <a:solidFill>
                <a:schemeClr val="bg1"/>
              </a:solidFill>
              <a:latin typeface="Open Sans" panose="020B0606030504020204" pitchFamily="34" charset="0"/>
            </a:endParaRPr>
          </a:p>
        </p:txBody>
      </p:sp>
    </p:spTree>
    <p:extLst>
      <p:ext uri="{BB962C8B-B14F-4D97-AF65-F5344CB8AC3E}">
        <p14:creationId xmlns:p14="http://schemas.microsoft.com/office/powerpoint/2010/main" val="388391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Session 1 Recap</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867"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You Came In With</a:t>
            </a:r>
            <a:endParaRPr lang="en-US" sz="1867"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292352"/>
            <a:ext cx="11216640" cy="0"/>
          </a:xfrm>
          <a:prstGeom prst="line">
            <a:avLst/>
          </a:prstGeom>
          <a:noFill/>
          <a:ln w="1270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488474" y="1463040"/>
            <a:ext cx="3633216" cy="512064"/>
          </a:xfrm>
          <a:prstGeom prst="roundRect">
            <a:avLst>
              <a:gd name="adj" fmla="val 11905"/>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488474" y="1463040"/>
            <a:ext cx="3633216" cy="512064"/>
          </a:xfrm>
          <a:prstGeom prst="rect">
            <a:avLst/>
          </a:prstGeom>
          <a:noFill/>
          <a:ln/>
        </p:spPr>
        <p:txBody>
          <a:bodyPr wrap="square" lIns="0" tIns="0" rIns="0" bIns="0" rtlCol="0" anchor="ctr"/>
          <a:lstStyle/>
          <a:p>
            <a:pPr algn="ctr"/>
            <a:r>
              <a:rPr lang="en-US" sz="1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AI Coding Landscape</a:t>
            </a:r>
            <a:endPar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488474" y="1999488"/>
            <a:ext cx="3633216" cy="4267200"/>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34778" y="214579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Four tool categories and where each belongs</a:t>
            </a:r>
          </a:p>
        </p:txBody>
      </p:sp>
      <p:sp>
        <p:nvSpPr>
          <p:cNvPr id="9" name="Text 7"/>
          <p:cNvSpPr/>
          <p:nvPr/>
        </p:nvSpPr>
        <p:spPr>
          <a:xfrm>
            <a:off x="634778" y="312115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Selection framework applied to real scenarios</a:t>
            </a:r>
          </a:p>
        </p:txBody>
      </p:sp>
      <p:sp>
        <p:nvSpPr>
          <p:cNvPr id="10" name="Text 8"/>
          <p:cNvSpPr/>
          <p:nvPr/>
        </p:nvSpPr>
        <p:spPr>
          <a:xfrm>
            <a:off x="634778" y="409651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Mental model: AI as the fast junior developer</a:t>
            </a:r>
          </a:p>
        </p:txBody>
      </p:sp>
      <p:sp>
        <p:nvSpPr>
          <p:cNvPr id="11" name="Text 9"/>
          <p:cNvSpPr/>
          <p:nvPr/>
        </p:nvSpPr>
        <p:spPr>
          <a:xfrm>
            <a:off x="634778" y="507187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Right tool matched to the right task</a:t>
            </a:r>
          </a:p>
        </p:txBody>
      </p:sp>
      <p:sp>
        <p:nvSpPr>
          <p:cNvPr id="12" name="Shape 10"/>
          <p:cNvSpPr/>
          <p:nvPr/>
        </p:nvSpPr>
        <p:spPr>
          <a:xfrm>
            <a:off x="4292378" y="1463040"/>
            <a:ext cx="3633216" cy="512064"/>
          </a:xfrm>
          <a:prstGeom prst="roundRect">
            <a:avLst>
              <a:gd name="adj" fmla="val 11905"/>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292378" y="1463040"/>
            <a:ext cx="3633216" cy="512064"/>
          </a:xfrm>
          <a:prstGeom prst="rect">
            <a:avLst/>
          </a:prstGeom>
          <a:noFill/>
          <a:ln/>
        </p:spPr>
        <p:txBody>
          <a:bodyPr wrap="square" lIns="0" tIns="0" rIns="0" bIns="0" rtlCol="0" anchor="ctr"/>
          <a:lstStyle/>
          <a:p>
            <a:pPr algn="ctr"/>
            <a:r>
              <a:rPr lang="en-US" sz="1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Claude Code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4292378" y="1999488"/>
            <a:ext cx="3633216" cy="4267200"/>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438682" y="214579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Terminal interface navigated and understood</a:t>
            </a:r>
          </a:p>
        </p:txBody>
      </p:sp>
      <p:sp>
        <p:nvSpPr>
          <p:cNvPr id="16" name="Text 14"/>
          <p:cNvSpPr/>
          <p:nvPr/>
        </p:nvSpPr>
        <p:spPr>
          <a:xfrm>
            <a:off x="4438682" y="312115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CLAUDE.md</a:t>
            </a:r>
            <a:r>
              <a:rPr lang="en-US" sz="1600" dirty="0">
                <a:latin typeface="Open Sans" panose="020B0606030504020204" pitchFamily="34" charset="0"/>
                <a:ea typeface="Open Sans" panose="020B0606030504020204" pitchFamily="34" charset="0"/>
                <a:cs typeface="Open Sans" panose="020B0606030504020204" pitchFamily="34" charset="0"/>
              </a:rPr>
              <a:t> created and verified</a:t>
            </a:r>
          </a:p>
        </p:txBody>
      </p:sp>
      <p:sp>
        <p:nvSpPr>
          <p:cNvPr id="17" name="Text 15"/>
          <p:cNvSpPr/>
          <p:nvPr/>
        </p:nvSpPr>
        <p:spPr>
          <a:xfrm>
            <a:off x="4438682" y="409651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Permission model — nothing changed without approval</a:t>
            </a:r>
          </a:p>
        </p:txBody>
      </p:sp>
      <p:sp>
        <p:nvSpPr>
          <p:cNvPr id="18" name="Text 16"/>
          <p:cNvSpPr/>
          <p:nvPr/>
        </p:nvSpPr>
        <p:spPr>
          <a:xfrm>
            <a:off x="4438682" y="507187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Key commands: /</a:t>
            </a:r>
            <a:r>
              <a:rPr lang="en-US" sz="1600" dirty="0" err="1">
                <a:latin typeface="Open Sans" panose="020B0606030504020204" pitchFamily="34" charset="0"/>
                <a:ea typeface="Open Sans" panose="020B0606030504020204" pitchFamily="34" charset="0"/>
                <a:cs typeface="Open Sans" panose="020B0606030504020204" pitchFamily="34" charset="0"/>
              </a:rPr>
              <a:t>init</a:t>
            </a:r>
            <a:r>
              <a:rPr lang="en-US" sz="1600" dirty="0">
                <a:latin typeface="Open Sans" panose="020B0606030504020204" pitchFamily="34" charset="0"/>
                <a:ea typeface="Open Sans" panose="020B0606030504020204" pitchFamily="34" charset="0"/>
                <a:cs typeface="Open Sans" panose="020B0606030504020204" pitchFamily="34" charset="0"/>
              </a:rPr>
              <a:t> · /compact · /cost · /clear</a:t>
            </a:r>
          </a:p>
        </p:txBody>
      </p:sp>
      <p:sp>
        <p:nvSpPr>
          <p:cNvPr id="19" name="Shape 17"/>
          <p:cNvSpPr/>
          <p:nvPr/>
        </p:nvSpPr>
        <p:spPr>
          <a:xfrm>
            <a:off x="8096282" y="1463040"/>
            <a:ext cx="3633216" cy="512064"/>
          </a:xfrm>
          <a:prstGeom prst="roundRect">
            <a:avLst>
              <a:gd name="adj" fmla="val 11905"/>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8096282" y="1463040"/>
            <a:ext cx="3633216" cy="512064"/>
          </a:xfrm>
          <a:prstGeom prst="rect">
            <a:avLst/>
          </a:prstGeom>
          <a:noFill/>
          <a:ln/>
        </p:spPr>
        <p:txBody>
          <a:bodyPr wrap="square" lIns="0" tIns="0" rIns="0" bIns="0" rtlCol="0" anchor="ctr"/>
          <a:lstStyle/>
          <a:p>
            <a:pPr algn="ct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Prompt Engineering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8096282" y="1999488"/>
            <a:ext cx="3633216" cy="4267200"/>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8242586" y="214579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Scaffold prompt template applied</a:t>
            </a:r>
          </a:p>
        </p:txBody>
      </p:sp>
      <p:sp>
        <p:nvSpPr>
          <p:cNvPr id="23" name="Text 21"/>
          <p:cNvSpPr/>
          <p:nvPr/>
        </p:nvSpPr>
        <p:spPr>
          <a:xfrm>
            <a:off x="8242586" y="312115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v1 → v2 improvement loop completed</a:t>
            </a:r>
          </a:p>
        </p:txBody>
      </p:sp>
      <p:sp>
        <p:nvSpPr>
          <p:cNvPr id="24" name="Text 22"/>
          <p:cNvSpPr/>
          <p:nvPr/>
        </p:nvSpPr>
        <p:spPr>
          <a:xfrm>
            <a:off x="8242586" y="409651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Brief written for a real utility</a:t>
            </a:r>
          </a:p>
        </p:txBody>
      </p:sp>
      <p:sp>
        <p:nvSpPr>
          <p:cNvPr id="25" name="Text 23"/>
          <p:cNvSpPr/>
          <p:nvPr/>
        </p:nvSpPr>
        <p:spPr>
          <a:xfrm>
            <a:off x="8242586" y="507187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Prompt log started and ready to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 You Will Build Today</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42751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5" name="Text 3"/>
          <p:cNvSpPr/>
          <p:nvPr/>
        </p:nvSpPr>
        <p:spPr>
          <a:xfrm>
            <a:off x="54943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PoC Brief +</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67"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CLAUDE.md</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549434" y="3397398"/>
            <a:ext cx="2438400" cy="1462199"/>
          </a:xfrm>
          <a:prstGeom prst="rect">
            <a:avLst/>
          </a:prstGeom>
          <a:noFill/>
          <a:ln/>
        </p:spPr>
        <p:txBody>
          <a:bodyPr wrap="square" lIns="0" tIns="0" rIns="0" bIns="0" rtlCol="0" anchor="ctr"/>
          <a:lstStyle/>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Scoped, testable,</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and ready to build from</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329263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9" name="Text 7"/>
          <p:cNvSpPr/>
          <p:nvPr/>
        </p:nvSpPr>
        <p:spPr>
          <a:xfrm>
            <a:off x="341455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Working PoC</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3414554" y="3397398"/>
            <a:ext cx="2438400" cy="1462199"/>
          </a:xfrm>
          <a:prstGeom prst="rect">
            <a:avLst/>
          </a:prstGeom>
          <a:noFill/>
          <a:ln/>
        </p:spPr>
        <p:txBody>
          <a:bodyPr wrap="square" lIns="0" tIns="0" rIns="0" bIns="0" rtlCol="0" anchor="ctr"/>
          <a:lstStyle/>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Running code that answers</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 real </a:t>
            </a: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business question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615775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3" name="Text 11"/>
          <p:cNvSpPr/>
          <p:nvPr/>
        </p:nvSpPr>
        <p:spPr>
          <a:xfrm>
            <a:off x="627967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README +</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Git Commit</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279674" y="3397398"/>
            <a:ext cx="2438400" cy="1462199"/>
          </a:xfrm>
          <a:prstGeom prst="rect">
            <a:avLst/>
          </a:prstGeom>
          <a:noFill/>
          <a:ln/>
        </p:spPr>
        <p:txBody>
          <a:bodyPr wrap="square" lIns="0" tIns="0" rIns="0" bIns="0" rtlCol="0" anchor="ctr"/>
          <a:lstStyle/>
          <a:p>
            <a:pPr algn="ct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Documented, version-</a:t>
            </a:r>
            <a:endParaRPr lang="en-US" sz="1600">
              <a:latin typeface="Open Sans" panose="020B0606030504020204" pitchFamily="34" charset="0"/>
              <a:ea typeface="Open Sans" panose="020B0606030504020204" pitchFamily="34" charset="0"/>
              <a:cs typeface="Open Sans" panose="020B0606030504020204" pitchFamily="34" charset="0"/>
            </a:endParaRPr>
          </a:p>
          <a:p>
            <a:pPr algn="ct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controlled, handoff-ready</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902287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7" name="Text 15"/>
          <p:cNvSpPr/>
          <p:nvPr/>
        </p:nvSpPr>
        <p:spPr>
          <a:xfrm>
            <a:off x="914479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Demo-Ready</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Output</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9144794" y="3397398"/>
            <a:ext cx="2438400" cy="1462199"/>
          </a:xfrm>
          <a:prstGeom prst="rect">
            <a:avLst/>
          </a:prstGeom>
          <a:noFill/>
          <a:ln/>
        </p:spPr>
        <p:txBody>
          <a:bodyPr wrap="square" lIns="0" tIns="0" rIns="0" bIns="0" rtlCol="0" anchor="ctr"/>
          <a:lstStyle/>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Showable to a </a:t>
            </a: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non-technical</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stakeholder right now</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485374" y="5713864"/>
            <a:ext cx="11216640" cy="304800"/>
          </a:xfrm>
          <a:prstGeom prst="rect">
            <a:avLst/>
          </a:prstGeom>
          <a:noFill/>
          <a:ln/>
        </p:spPr>
        <p:txBody>
          <a:bodyPr wrap="square" lIns="0" tIns="0" rIns="0" bIns="0" rtlCol="0" anchor="ctr"/>
          <a:lstStyle/>
          <a:p>
            <a:pPr algn="ct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One session. One real PoC. Yours to keep — and build on in Sessions 3 and 4.</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27" name="Graphic 26">
            <a:extLst>
              <a:ext uri="{FF2B5EF4-FFF2-40B4-BE49-F238E27FC236}">
                <a16:creationId xmlns:a16="http://schemas.microsoft.com/office/drawing/2014/main" id="{7AD9314A-995C-0B7B-9447-F23777E393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4802" y="1531832"/>
            <a:ext cx="527664" cy="527664"/>
          </a:xfrm>
          <a:prstGeom prst="rect">
            <a:avLst/>
          </a:prstGeom>
        </p:spPr>
      </p:pic>
      <p:pic>
        <p:nvPicPr>
          <p:cNvPr id="29" name="Graphic 28">
            <a:extLst>
              <a:ext uri="{FF2B5EF4-FFF2-40B4-BE49-F238E27FC236}">
                <a16:creationId xmlns:a16="http://schemas.microsoft.com/office/drawing/2014/main" id="{04878F9D-22FF-1FE5-3ADC-D87E6FAC36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0091" y="1522001"/>
            <a:ext cx="547329" cy="547329"/>
          </a:xfrm>
          <a:prstGeom prst="rect">
            <a:avLst/>
          </a:prstGeom>
        </p:spPr>
      </p:pic>
      <p:pic>
        <p:nvPicPr>
          <p:cNvPr id="31" name="Graphic 30">
            <a:extLst>
              <a:ext uri="{FF2B5EF4-FFF2-40B4-BE49-F238E27FC236}">
                <a16:creationId xmlns:a16="http://schemas.microsoft.com/office/drawing/2014/main" id="{F6403119-59BA-69B7-77F2-9F8DFA71DC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24882" y="1521672"/>
            <a:ext cx="547984" cy="547984"/>
          </a:xfrm>
          <a:prstGeom prst="rect">
            <a:avLst/>
          </a:prstGeom>
        </p:spPr>
      </p:pic>
      <p:pic>
        <p:nvPicPr>
          <p:cNvPr id="33" name="Graphic 32">
            <a:extLst>
              <a:ext uri="{FF2B5EF4-FFF2-40B4-BE49-F238E27FC236}">
                <a16:creationId xmlns:a16="http://schemas.microsoft.com/office/drawing/2014/main" id="{16FC4E8A-C2BA-3FE1-03D4-126C56DF071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89512" y="1521182"/>
            <a:ext cx="548967" cy="5489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Learning Outcomes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1024128"/>
            <a:ext cx="11216640" cy="341376"/>
          </a:xfrm>
          <a:prstGeom prst="rect">
            <a:avLst/>
          </a:prstGeom>
          <a:noFill/>
          <a:ln/>
        </p:spPr>
        <p:txBody>
          <a:bodyPr wrap="square" lIns="0" tIns="0" rIns="0" bIns="0" rtlCol="0" anchor="ctr"/>
          <a:lstStyle/>
          <a:p>
            <a:r>
              <a:rPr lang="en-US" sz="1800" dirty="0">
                <a:solidFill>
                  <a:srgbClr val="757575"/>
                </a:solidFill>
                <a:latin typeface="Open Sans" panose="020B0606030504020204" pitchFamily="34" charset="0"/>
                <a:ea typeface="Open Sans" panose="020B0606030504020204" pitchFamily="34" charset="0"/>
                <a:cs typeface="Open Sans" panose="020B0606030504020204" pitchFamily="34" charset="0"/>
              </a:rPr>
              <a:t>By the end of this session, you will be able to:</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5">
            <a:extLst>
              <a:ext uri="{FF2B5EF4-FFF2-40B4-BE49-F238E27FC236}">
                <a16:creationId xmlns:a16="http://schemas.microsoft.com/office/drawing/2014/main" id="{3B36EA87-3934-17AE-2DA0-125A035802EC}"/>
              </a:ext>
            </a:extLst>
          </p:cNvPr>
          <p:cNvSpPr/>
          <p:nvPr/>
        </p:nvSpPr>
        <p:spPr>
          <a:xfrm>
            <a:off x="579914" y="1713961"/>
            <a:ext cx="670560" cy="670560"/>
          </a:xfrm>
          <a:prstGeom prst="ellipse">
            <a:avLst/>
          </a:prstGeom>
          <a:solidFill>
            <a:srgbClr val="008CCC"/>
          </a:solidFill>
          <a:ln/>
        </p:spPr>
        <p:txBody>
          <a:bodyPr/>
          <a:lstStyle/>
          <a:p>
            <a:endParaRPr lang="en-IN" sz="3200"/>
          </a:p>
        </p:txBody>
      </p:sp>
      <p:sp>
        <p:nvSpPr>
          <p:cNvPr id="4" name="Text 2"/>
          <p:cNvSpPr/>
          <p:nvPr/>
        </p:nvSpPr>
        <p:spPr>
          <a:xfrm>
            <a:off x="488474" y="1610329"/>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1463834" y="1610329"/>
            <a:ext cx="10241280" cy="877824"/>
          </a:xfrm>
          <a:prstGeom prst="rect">
            <a:avLst/>
          </a:prstGeom>
          <a:noFill/>
          <a:ln/>
        </p:spPr>
        <p:txBody>
          <a:bodyPr wrap="square" lIns="0" tIns="0" rIns="0" bIns="0" rtlCol="0" anchor="ctr"/>
          <a:lstStyle/>
          <a:p>
            <a:r>
              <a:rPr lang="en-IN"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Write a PoC brief that is scoped, testable, and translatable into a </a:t>
            </a:r>
            <a:r>
              <a:rPr lang="en-IN" sz="1800"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CLAUDE.md</a:t>
            </a:r>
            <a:endPar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488474" y="2594143"/>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5">
            <a:extLst>
              <a:ext uri="{FF2B5EF4-FFF2-40B4-BE49-F238E27FC236}">
                <a16:creationId xmlns:a16="http://schemas.microsoft.com/office/drawing/2014/main" id="{45A046BE-E793-ECA2-E02D-6D4D18F258E0}"/>
              </a:ext>
            </a:extLst>
          </p:cNvPr>
          <p:cNvSpPr/>
          <p:nvPr/>
        </p:nvSpPr>
        <p:spPr>
          <a:xfrm>
            <a:off x="579914" y="2892848"/>
            <a:ext cx="670560" cy="670560"/>
          </a:xfrm>
          <a:prstGeom prst="ellipse">
            <a:avLst/>
          </a:prstGeom>
          <a:solidFill>
            <a:srgbClr val="008CCC"/>
          </a:solidFill>
          <a:ln/>
        </p:spPr>
        <p:txBody>
          <a:bodyPr/>
          <a:lstStyle/>
          <a:p>
            <a:endParaRPr lang="en-IN" sz="3200"/>
          </a:p>
        </p:txBody>
      </p:sp>
      <p:sp>
        <p:nvSpPr>
          <p:cNvPr id="7" name="Text 5"/>
          <p:cNvSpPr/>
          <p:nvPr/>
        </p:nvSpPr>
        <p:spPr>
          <a:xfrm>
            <a:off x="488474" y="2789216"/>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463834" y="2789216"/>
            <a:ext cx="10241280" cy="877824"/>
          </a:xfrm>
          <a:prstGeom prst="rect">
            <a:avLst/>
          </a:prstGeom>
          <a:noFill/>
          <a:ln/>
        </p:spPr>
        <p:txBody>
          <a:bodyPr wrap="square" lIns="0" tIns="0" rIns="0" bIns="0" rtlCol="0" anchor="ctr"/>
          <a:lstStyle/>
          <a:p>
            <a:r>
              <a:rPr lang="en-IN"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Build a working, runnable PoC from a plain-English brief by applying the five-step build loop</a:t>
            </a:r>
            <a:endPar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5">
            <a:extLst>
              <a:ext uri="{FF2B5EF4-FFF2-40B4-BE49-F238E27FC236}">
                <a16:creationId xmlns:a16="http://schemas.microsoft.com/office/drawing/2014/main" id="{5B1B51B0-C52B-20E0-222E-321C89F35B49}"/>
              </a:ext>
            </a:extLst>
          </p:cNvPr>
          <p:cNvSpPr/>
          <p:nvPr/>
        </p:nvSpPr>
        <p:spPr>
          <a:xfrm>
            <a:off x="579914" y="4095136"/>
            <a:ext cx="670560" cy="670560"/>
          </a:xfrm>
          <a:prstGeom prst="ellipse">
            <a:avLst/>
          </a:prstGeom>
          <a:solidFill>
            <a:srgbClr val="008CCC"/>
          </a:solidFill>
          <a:ln/>
        </p:spPr>
        <p:txBody>
          <a:bodyPr/>
          <a:lstStyle/>
          <a:p>
            <a:endParaRPr lang="en-IN" sz="3200"/>
          </a:p>
        </p:txBody>
      </p:sp>
      <p:sp>
        <p:nvSpPr>
          <p:cNvPr id="9" name="Shape 7"/>
          <p:cNvSpPr/>
          <p:nvPr/>
        </p:nvSpPr>
        <p:spPr>
          <a:xfrm>
            <a:off x="488474" y="3862112"/>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488474" y="3991504"/>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463834" y="3991504"/>
            <a:ext cx="10241280" cy="877824"/>
          </a:xfrm>
          <a:prstGeom prst="rect">
            <a:avLst/>
          </a:prstGeom>
          <a:noFill/>
          <a:ln/>
        </p:spPr>
        <p:txBody>
          <a:bodyPr wrap="square" lIns="0" tIns="0" rIns="0" bIns="0" rtlCol="0" anchor="ctr"/>
          <a:lstStyle/>
          <a:p>
            <a:r>
              <a:rPr lang="en-IN"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Use Claude Code to document and add basic error handling to a completed PoC</a:t>
            </a:r>
            <a:endParaRPr lang="en-US"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488474" y="5038048"/>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5">
            <a:extLst>
              <a:ext uri="{FF2B5EF4-FFF2-40B4-BE49-F238E27FC236}">
                <a16:creationId xmlns:a16="http://schemas.microsoft.com/office/drawing/2014/main" id="{CD2720DA-F749-0DE9-60A0-44B1EFB10931}"/>
              </a:ext>
            </a:extLst>
          </p:cNvPr>
          <p:cNvSpPr/>
          <p:nvPr/>
        </p:nvSpPr>
        <p:spPr>
          <a:xfrm>
            <a:off x="579914" y="5275004"/>
            <a:ext cx="670560" cy="670560"/>
          </a:xfrm>
          <a:prstGeom prst="ellipse">
            <a:avLst/>
          </a:prstGeom>
          <a:solidFill>
            <a:srgbClr val="008CCC"/>
          </a:solidFill>
          <a:ln/>
        </p:spPr>
        <p:txBody>
          <a:bodyPr/>
          <a:lstStyle/>
          <a:p>
            <a:endParaRPr lang="en-IN" sz="3200"/>
          </a:p>
        </p:txBody>
      </p:sp>
      <p:sp>
        <p:nvSpPr>
          <p:cNvPr id="13" name="Text 11"/>
          <p:cNvSpPr/>
          <p:nvPr/>
        </p:nvSpPr>
        <p:spPr>
          <a:xfrm>
            <a:off x="488474" y="5171372"/>
            <a:ext cx="853440" cy="877824"/>
          </a:xfrm>
          <a:prstGeom prst="rect">
            <a:avLst/>
          </a:prstGeom>
          <a:noFill/>
          <a:ln/>
        </p:spPr>
        <p:txBody>
          <a:bodyPr wrap="square" lIns="0" tIns="0" rIns="0" bIns="0" rtlCol="0" anchor="ctr"/>
          <a:lstStyle/>
          <a:p>
            <a:pPr algn="ctr"/>
            <a:r>
              <a:rPr lang="en-US" sz="18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US" sz="18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1463834" y="5171372"/>
            <a:ext cx="10241280" cy="877824"/>
          </a:xfrm>
          <a:prstGeom prst="rect">
            <a:avLst/>
          </a:prstGeom>
          <a:noFill/>
          <a:ln/>
        </p:spPr>
        <p:txBody>
          <a:bodyPr wrap="square" lIns="0" tIns="0" rIns="0" bIns="0" rtlCol="0" anchor="ctr"/>
          <a:lstStyle/>
          <a:p>
            <a:r>
              <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Commit a documented PoC to Git using Claude Code-generated commit messages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Today's Agenda</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5">
            <a:extLst>
              <a:ext uri="{FF2B5EF4-FFF2-40B4-BE49-F238E27FC236}">
                <a16:creationId xmlns:a16="http://schemas.microsoft.com/office/drawing/2014/main" id="{0C8C63D3-9DB9-0FD3-4BBF-C44A1DA087AE}"/>
              </a:ext>
            </a:extLst>
          </p:cNvPr>
          <p:cNvSpPr/>
          <p:nvPr/>
        </p:nvSpPr>
        <p:spPr>
          <a:xfrm>
            <a:off x="601725" y="170732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1" name="Rounded Rectangle 20">
            <a:extLst>
              <a:ext uri="{FF2B5EF4-FFF2-40B4-BE49-F238E27FC236}">
                <a16:creationId xmlns:a16="http://schemas.microsoft.com/office/drawing/2014/main" id="{5D6AF3C5-2E30-4ABB-691C-2B77564C623D}"/>
              </a:ext>
            </a:extLst>
          </p:cNvPr>
          <p:cNvSpPr/>
          <p:nvPr/>
        </p:nvSpPr>
        <p:spPr>
          <a:xfrm>
            <a:off x="601725" y="1572587"/>
            <a:ext cx="3155795" cy="165239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sz="1800" b="1" dirty="0">
                <a:solidFill>
                  <a:schemeClr val="accent2"/>
                </a:solidFill>
              </a:rPr>
              <a:t>PART 1                   ~ 20 min</a:t>
            </a:r>
          </a:p>
          <a:p>
            <a:endParaRPr lang="en-IN" sz="1600" dirty="0">
              <a:solidFill>
                <a:schemeClr val="tx1"/>
              </a:solidFill>
            </a:endParaRPr>
          </a:p>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Scoping and Briefing Your PoC</a:t>
            </a:r>
          </a:p>
          <a:p>
            <a:endParaRPr lang="en-IN" sz="1600" dirty="0">
              <a:solidFill>
                <a:schemeClr val="tx1"/>
              </a:solidFill>
            </a:endParaRPr>
          </a:p>
        </p:txBody>
      </p:sp>
      <p:sp>
        <p:nvSpPr>
          <p:cNvPr id="22" name="Shape 5">
            <a:extLst>
              <a:ext uri="{FF2B5EF4-FFF2-40B4-BE49-F238E27FC236}">
                <a16:creationId xmlns:a16="http://schemas.microsoft.com/office/drawing/2014/main" id="{0BFDC73F-204E-2A55-68C9-35F1CE584BBC}"/>
              </a:ext>
            </a:extLst>
          </p:cNvPr>
          <p:cNvSpPr/>
          <p:nvPr/>
        </p:nvSpPr>
        <p:spPr>
          <a:xfrm>
            <a:off x="4518896" y="170732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5">
            <a:extLst>
              <a:ext uri="{FF2B5EF4-FFF2-40B4-BE49-F238E27FC236}">
                <a16:creationId xmlns:a16="http://schemas.microsoft.com/office/drawing/2014/main" id="{3C0C8B34-DC2E-447D-0372-5DB5B6188E8F}"/>
              </a:ext>
            </a:extLst>
          </p:cNvPr>
          <p:cNvSpPr/>
          <p:nvPr/>
        </p:nvSpPr>
        <p:spPr>
          <a:xfrm>
            <a:off x="8436068" y="170732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Rounded Rectangle 26">
            <a:extLst>
              <a:ext uri="{FF2B5EF4-FFF2-40B4-BE49-F238E27FC236}">
                <a16:creationId xmlns:a16="http://schemas.microsoft.com/office/drawing/2014/main" id="{8309BB36-21D0-1F45-714A-9AEF67FE6BAE}"/>
              </a:ext>
            </a:extLst>
          </p:cNvPr>
          <p:cNvSpPr/>
          <p:nvPr/>
        </p:nvSpPr>
        <p:spPr>
          <a:xfrm>
            <a:off x="4518896" y="1572587"/>
            <a:ext cx="3155795" cy="165239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sz="1800" b="1" dirty="0">
                <a:solidFill>
                  <a:schemeClr val="accent2"/>
                </a:solidFill>
              </a:rPr>
              <a:t>PART 2                   ~ 60 min</a:t>
            </a:r>
          </a:p>
          <a:p>
            <a:endParaRPr lang="en-IN" sz="1600" dirty="0">
              <a:solidFill>
                <a:schemeClr val="tx1"/>
              </a:solidFill>
            </a:endParaRPr>
          </a:p>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The Build Loop</a:t>
            </a:r>
            <a:endPar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endParaRPr lang="en-IN" sz="1600" dirty="0">
              <a:solidFill>
                <a:schemeClr val="tx1"/>
              </a:solidFill>
            </a:endParaRPr>
          </a:p>
        </p:txBody>
      </p:sp>
      <p:sp>
        <p:nvSpPr>
          <p:cNvPr id="28" name="Rounded Rectangle 27">
            <a:extLst>
              <a:ext uri="{FF2B5EF4-FFF2-40B4-BE49-F238E27FC236}">
                <a16:creationId xmlns:a16="http://schemas.microsoft.com/office/drawing/2014/main" id="{CAD2DAA2-6673-9957-6574-388B289631A4}"/>
              </a:ext>
            </a:extLst>
          </p:cNvPr>
          <p:cNvSpPr/>
          <p:nvPr/>
        </p:nvSpPr>
        <p:spPr>
          <a:xfrm>
            <a:off x="8436068" y="1572587"/>
            <a:ext cx="3155795" cy="165239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sz="1800" b="1" dirty="0">
                <a:solidFill>
                  <a:schemeClr val="accent2"/>
                </a:solidFill>
              </a:rPr>
              <a:t>PART 3                   ~ 40 min</a:t>
            </a:r>
          </a:p>
          <a:p>
            <a:endParaRPr lang="en-IN" sz="1600" dirty="0">
              <a:solidFill>
                <a:schemeClr val="tx1"/>
              </a:solidFill>
            </a:endParaRPr>
          </a:p>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Finish, Document, </a:t>
            </a:r>
            <a:r>
              <a:rPr lang="en-US" sz="18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Stabilise</a:t>
            </a:r>
            <a:endPar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endParaRPr lang="en-IN" sz="1600" dirty="0">
              <a:solidFill>
                <a:schemeClr val="tx1"/>
              </a:solidFill>
            </a:endParaRPr>
          </a:p>
        </p:txBody>
      </p:sp>
      <p:sp>
        <p:nvSpPr>
          <p:cNvPr id="29" name="Rounded Rectangle 28">
            <a:extLst>
              <a:ext uri="{FF2B5EF4-FFF2-40B4-BE49-F238E27FC236}">
                <a16:creationId xmlns:a16="http://schemas.microsoft.com/office/drawing/2014/main" id="{4B8A0112-6C52-410E-512C-CA8BFDAD3455}"/>
              </a:ext>
            </a:extLst>
          </p:cNvPr>
          <p:cNvSpPr/>
          <p:nvPr/>
        </p:nvSpPr>
        <p:spPr>
          <a:xfrm>
            <a:off x="601725" y="3056705"/>
            <a:ext cx="3155795" cy="2044699"/>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Brief writing</a:t>
            </a:r>
          </a:p>
          <a:p>
            <a:pPr marL="285750" indent="-285750">
              <a:lnSpc>
                <a:spcPct val="150000"/>
              </a:lnSpc>
              <a:buClr>
                <a:schemeClr val="tx1"/>
              </a:buClr>
              <a:buSzPct val="100000"/>
              <a:buFont typeface="Arial" panose="020B0604020202020204" pitchFamily="34" charset="0"/>
              <a:buChar char="•"/>
            </a:pPr>
            <a:r>
              <a:rPr lang="en-US" sz="16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CLAUDE.md</a:t>
            </a: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Scope check</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Lab</a:t>
            </a:r>
          </a:p>
          <a:p>
            <a:pPr marL="285750" indent="-285750">
              <a:lnSpc>
                <a:spcPct val="150000"/>
              </a:lnSpc>
              <a:buSzPct val="100000"/>
              <a:buFont typeface="Arial" panose="020B0604020202020204" pitchFamily="34" charset="0"/>
              <a:buChar char="•"/>
            </a:pPr>
            <a:endParaRPr lang="en-US" sz="1600" dirty="0">
              <a:solidFill>
                <a:schemeClr val="tx1"/>
              </a:solidFill>
            </a:endParaRPr>
          </a:p>
        </p:txBody>
      </p:sp>
      <p:sp>
        <p:nvSpPr>
          <p:cNvPr id="30" name="Rounded Rectangle 29">
            <a:extLst>
              <a:ext uri="{FF2B5EF4-FFF2-40B4-BE49-F238E27FC236}">
                <a16:creationId xmlns:a16="http://schemas.microsoft.com/office/drawing/2014/main" id="{48ED9B3A-8098-22B8-2508-D0B1248BA8F0}"/>
              </a:ext>
            </a:extLst>
          </p:cNvPr>
          <p:cNvSpPr/>
          <p:nvPr/>
        </p:nvSpPr>
        <p:spPr>
          <a:xfrm>
            <a:off x="4518896" y="3051576"/>
            <a:ext cx="3155795" cy="2049828"/>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Trainer demo</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Live build Part 1</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Working core </a:t>
            </a:r>
          </a:p>
          <a:p>
            <a:pPr marL="285750" indent="-285750">
              <a:lnSpc>
                <a:spcPct val="150000"/>
              </a:lnSpc>
              <a:buSzPct val="100000"/>
              <a:buFont typeface="Arial" panose="020B0604020202020204" pitchFamily="34" charset="0"/>
              <a:buChar char="•"/>
            </a:pPr>
            <a:endParaRPr lang="en-US" sz="1600" dirty="0">
              <a:solidFill>
                <a:schemeClr val="tx1"/>
              </a:solidFill>
            </a:endParaRPr>
          </a:p>
        </p:txBody>
      </p:sp>
      <p:sp>
        <p:nvSpPr>
          <p:cNvPr id="32" name="Rounded Rectangle 31">
            <a:extLst>
              <a:ext uri="{FF2B5EF4-FFF2-40B4-BE49-F238E27FC236}">
                <a16:creationId xmlns:a16="http://schemas.microsoft.com/office/drawing/2014/main" id="{A4D7DC7C-BCF9-30EF-F221-3E735CCED252}"/>
              </a:ext>
            </a:extLst>
          </p:cNvPr>
          <p:cNvSpPr/>
          <p:nvPr/>
        </p:nvSpPr>
        <p:spPr>
          <a:xfrm>
            <a:off x="8436068" y="3056705"/>
            <a:ext cx="3155795" cy="2044699"/>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README</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Error handling</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Git commit</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Demo share-out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754394" y="225997"/>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754394" y="225997"/>
            <a:ext cx="1842565"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WORD CLOUD</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732314" y="1376395"/>
            <a:ext cx="10728960" cy="1371600"/>
          </a:xfrm>
          <a:prstGeom prst="rect">
            <a:avLst/>
          </a:prstGeom>
          <a:noFill/>
          <a:ln/>
        </p:spPr>
        <p:txBody>
          <a:bodyPr wrap="square" lIns="0" tIns="0" rIns="0" bIns="0" rtlCol="0" anchor="ctr"/>
          <a:lstStyle/>
          <a:p>
            <a:pPr algn="ctr"/>
            <a:r>
              <a:rPr lang="en-US" sz="3733"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comes to your mind when you think of building a </a:t>
            </a:r>
            <a:r>
              <a:rPr lang="en-US" sz="3733" dirty="0">
                <a:solidFill>
                  <a:schemeClr val="accent2"/>
                </a:solidFill>
                <a:latin typeface="Open Sans" panose="020B0606030504020204" pitchFamily="34" charset="0"/>
                <a:ea typeface="Open Sans" panose="020B0606030504020204" pitchFamily="34" charset="0"/>
                <a:cs typeface="Open Sans" panose="020B0606030504020204" pitchFamily="34" charset="0"/>
              </a:rPr>
              <a:t>new PoC</a:t>
            </a:r>
            <a:r>
              <a:rPr lang="en-US" sz="3733"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7" name="Shape 5"/>
          <p:cNvSpPr/>
          <p:nvPr/>
        </p:nvSpPr>
        <p:spPr>
          <a:xfrm>
            <a:off x="1829594" y="3429000"/>
            <a:ext cx="8534400" cy="2097024"/>
          </a:xfrm>
          <a:prstGeom prst="roundRect">
            <a:avLst>
              <a:gd name="adj" fmla="val 5814"/>
            </a:avLst>
          </a:prstGeom>
          <a:solidFill>
            <a:schemeClr val="accent5">
              <a:lumMod val="20000"/>
              <a:lumOff val="80000"/>
            </a:schemeClr>
          </a:solidFill>
          <a:ln w="15240">
            <a:solidFill>
              <a:schemeClr val="accent2"/>
            </a:solidFill>
            <a:prstDash val="dash"/>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2561114" y="3575304"/>
            <a:ext cx="2682240" cy="512064"/>
          </a:xfrm>
          <a:prstGeom prst="rect">
            <a:avLst/>
          </a:prstGeom>
          <a:noFill/>
          <a:ln/>
        </p:spPr>
        <p:txBody>
          <a:bodyPr wrap="square" lIns="0" tIns="0" rIns="0" bIns="0" rtlCol="0" anchor="ctr"/>
          <a:lstStyle/>
          <a:p>
            <a:r>
              <a:rPr lang="en-US" sz="2933"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excited</a:t>
            </a:r>
            <a:endParaRPr lang="en-US" sz="2933"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511834" y="3514344"/>
            <a:ext cx="2682240" cy="512064"/>
          </a:xfrm>
          <a:prstGeom prst="rect">
            <a:avLst/>
          </a:prstGeom>
          <a:noFill/>
          <a:ln/>
        </p:spPr>
        <p:txBody>
          <a:bodyPr wrap="square" lIns="0" tIns="0" rIns="0" bIns="0" rtlCol="0" anchor="ctr"/>
          <a:lstStyle/>
          <a:p>
            <a:r>
              <a:rPr lang="en-US" sz="2267">
                <a:solidFill>
                  <a:srgbClr val="757575"/>
                </a:solidFill>
                <a:latin typeface="Open Sans" panose="020B0606030504020204" pitchFamily="34" charset="0"/>
                <a:ea typeface="Open Sans" panose="020B0606030504020204" pitchFamily="34" charset="0"/>
                <a:cs typeface="Open Sans" panose="020B0606030504020204" pitchFamily="34" charset="0"/>
              </a:rPr>
              <a:t>nervous</a:t>
            </a:r>
            <a:endParaRPr lang="en-US" sz="2267">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828314" y="3550920"/>
            <a:ext cx="2682240" cy="512064"/>
          </a:xfrm>
          <a:prstGeom prst="rect">
            <a:avLst/>
          </a:prstGeom>
          <a:noFill/>
          <a:ln/>
        </p:spPr>
        <p:txBody>
          <a:bodyPr wrap="square" lIns="0" tIns="0" rIns="0" bIns="0" rtlCol="0" anchor="ctr"/>
          <a:lstStyle/>
          <a:p>
            <a:r>
              <a:rPr lang="en-US" sz="2667" b="1">
                <a:solidFill>
                  <a:schemeClr val="accent2"/>
                </a:solidFill>
                <a:latin typeface="Open Sans" panose="020B0606030504020204" pitchFamily="34" charset="0"/>
                <a:ea typeface="Open Sans" panose="020B0606030504020204" pitchFamily="34" charset="0"/>
                <a:cs typeface="Open Sans" panose="020B0606030504020204" pitchFamily="34" charset="0"/>
              </a:rPr>
              <a:t>ready</a:t>
            </a:r>
            <a:endParaRPr lang="en-US" sz="2667">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8779034" y="3599688"/>
            <a:ext cx="1097280" cy="512064"/>
          </a:xfrm>
          <a:prstGeom prst="rect">
            <a:avLst/>
          </a:prstGeom>
          <a:noFill/>
          <a:ln/>
        </p:spPr>
        <p:txBody>
          <a:bodyPr wrap="square" lIns="0" tIns="0" rIns="0" bIns="0" rtlCol="0" anchor="ctr"/>
          <a:lstStyle/>
          <a:p>
            <a:r>
              <a:rPr lang="en-US" sz="2000" dirty="0">
                <a:solidFill>
                  <a:srgbClr val="AAAAAA"/>
                </a:solidFill>
                <a:latin typeface="Open Sans" panose="020B0606030504020204" pitchFamily="34" charset="0"/>
                <a:ea typeface="Open Sans" panose="020B0606030504020204" pitchFamily="34" charset="0"/>
                <a:cs typeface="Open Sans" panose="020B0606030504020204" pitchFamily="34" charset="0"/>
              </a:rPr>
              <a:t>curious</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2926874" y="4209288"/>
            <a:ext cx="2682240" cy="512064"/>
          </a:xfrm>
          <a:prstGeom prst="rect">
            <a:avLst/>
          </a:prstGeom>
          <a:noFill/>
          <a:ln/>
        </p:spPr>
        <p:txBody>
          <a:bodyPr wrap="square" lIns="0" tIns="0" rIns="0" bIns="0" rtlCol="0" anchor="ctr"/>
          <a:lstStyle/>
          <a:p>
            <a:r>
              <a:rPr lang="en-US" sz="2133" dirty="0">
                <a:solidFill>
                  <a:srgbClr val="AAAAAA"/>
                </a:solidFill>
                <a:latin typeface="Open Sans" panose="020B0606030504020204" pitchFamily="34" charset="0"/>
                <a:ea typeface="Open Sans" panose="020B0606030504020204" pitchFamily="34" charset="0"/>
                <a:cs typeface="Open Sans" panose="020B0606030504020204" pitchFamily="34" charset="0"/>
              </a:rPr>
              <a:t>unsure</a:t>
            </a:r>
            <a:endParaRPr lang="en-US" sz="2133"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877594" y="4172712"/>
            <a:ext cx="2682240" cy="512064"/>
          </a:xfrm>
          <a:prstGeom prst="rect">
            <a:avLst/>
          </a:prstGeom>
          <a:noFill/>
          <a:ln/>
        </p:spPr>
        <p:txBody>
          <a:bodyPr wrap="square" lIns="0" tIns="0" rIns="0" bIns="0" rtlCol="0" anchor="ctr"/>
          <a:lstStyle/>
          <a:p>
            <a:r>
              <a:rPr lang="en-US" sz="3200" b="1">
                <a:solidFill>
                  <a:schemeClr val="accent2"/>
                </a:solidFill>
                <a:latin typeface="Open Sans" panose="020B0606030504020204" pitchFamily="34" charset="0"/>
                <a:ea typeface="Open Sans" panose="020B0606030504020204" pitchFamily="34" charset="0"/>
                <a:cs typeface="Open Sans" panose="020B0606030504020204" pitchFamily="34" charset="0"/>
              </a:rPr>
              <a:t>confident</a:t>
            </a:r>
            <a:endParaRPr lang="en-US" sz="32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7559834" y="4148328"/>
            <a:ext cx="2682240" cy="512064"/>
          </a:xfrm>
          <a:prstGeom prst="rect">
            <a:avLst/>
          </a:prstGeom>
          <a:noFill/>
          <a:ln/>
        </p:spPr>
        <p:txBody>
          <a:bodyPr wrap="square" lIns="0" tIns="0" rIns="0" bIns="0" rtlCol="0" anchor="ctr"/>
          <a:lstStyle/>
          <a:p>
            <a:r>
              <a:rPr lang="en-US">
                <a:solidFill>
                  <a:srgbClr val="757575"/>
                </a:solidFill>
                <a:latin typeface="Open Sans" panose="020B0606030504020204" pitchFamily="34" charset="0"/>
                <a:ea typeface="Open Sans" panose="020B0606030504020204" pitchFamily="34" charset="0"/>
                <a:cs typeface="Open Sans" panose="020B0606030504020204" pitchFamily="34" charset="0"/>
              </a:rPr>
              <a:t>focused</a:t>
            </a: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2683034" y="4843272"/>
            <a:ext cx="2682240" cy="512064"/>
          </a:xfrm>
          <a:prstGeom prst="rect">
            <a:avLst/>
          </a:prstGeom>
          <a:noFill/>
          <a:ln/>
        </p:spPr>
        <p:txBody>
          <a:bodyPr wrap="square" lIns="0" tIns="0" rIns="0" bIns="0" rtlCol="0" anchor="ctr"/>
          <a:lstStyle/>
          <a:p>
            <a:r>
              <a:rPr lang="en-US" sz="1867">
                <a:solidFill>
                  <a:srgbClr val="AAAAAA"/>
                </a:solidFill>
                <a:latin typeface="Open Sans" panose="020B0606030504020204" pitchFamily="34" charset="0"/>
                <a:ea typeface="Open Sans" panose="020B0606030504020204" pitchFamily="34" charset="0"/>
                <a:cs typeface="Open Sans" panose="020B0606030504020204" pitchFamily="34" charset="0"/>
              </a:rPr>
              <a:t>hopeful</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4511834" y="4770120"/>
            <a:ext cx="2682240" cy="512064"/>
          </a:xfrm>
          <a:prstGeom prst="rect">
            <a:avLst/>
          </a:prstGeom>
          <a:noFill/>
          <a:ln/>
        </p:spPr>
        <p:txBody>
          <a:bodyPr wrap="square" lIns="0" tIns="0" rIns="0" bIns="0" rtlCol="0" anchor="ctr"/>
          <a:lstStyle/>
          <a:p>
            <a:r>
              <a:rPr lang="en-US" sz="2533" b="1" dirty="0">
                <a:solidFill>
                  <a:srgbClr val="757575"/>
                </a:solidFill>
                <a:latin typeface="Open Sans" panose="020B0606030504020204" pitchFamily="34" charset="0"/>
                <a:ea typeface="Open Sans" panose="020B0606030504020204" pitchFamily="34" charset="0"/>
                <a:cs typeface="Open Sans" panose="020B0606030504020204" pitchFamily="34" charset="0"/>
              </a:rPr>
              <a:t>motivated</a:t>
            </a:r>
            <a:endParaRPr lang="en-US" sz="2533"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7681754" y="4806696"/>
            <a:ext cx="2682240" cy="512064"/>
          </a:xfrm>
          <a:prstGeom prst="rect">
            <a:avLst/>
          </a:prstGeom>
          <a:noFill/>
          <a:ln/>
        </p:spPr>
        <p:txBody>
          <a:bodyPr wrap="square" lIns="0" tIns="0" rIns="0" bIns="0" rtlCol="0" anchor="ctr"/>
          <a:lstStyle/>
          <a:p>
            <a:r>
              <a:rPr lang="en-US" sz="2000" dirty="0">
                <a:solidFill>
                  <a:srgbClr val="AAAAAA"/>
                </a:solidFill>
                <a:latin typeface="Open Sans" panose="020B0606030504020204" pitchFamily="34" charset="0"/>
                <a:ea typeface="Open Sans" panose="020B0606030504020204" pitchFamily="34" charset="0"/>
                <a:cs typeface="Open Sans" panose="020B0606030504020204" pitchFamily="34" charset="0"/>
              </a:rPr>
              <a:t>challenged</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7A4D02-33C2-0B60-8F49-65F29783266A}"/>
              </a:ext>
            </a:extLst>
          </p:cNvPr>
          <p:cNvSpPr>
            <a:spLocks noGrp="1"/>
          </p:cNvSpPr>
          <p:nvPr>
            <p:ph type="body" sz="quarter" idx="12"/>
          </p:nvPr>
        </p:nvSpPr>
        <p:spPr>
          <a:xfrm>
            <a:off x="483941" y="2562160"/>
            <a:ext cx="1915924" cy="1733680"/>
          </a:xfrm>
        </p:spPr>
        <p:txBody>
          <a:bodyPr/>
          <a:lstStyle/>
          <a:p>
            <a:r>
              <a:rPr lang="en-US" sz="10600" dirty="0">
                <a:latin typeface="Open Sans" panose="020B0606030504020204" pitchFamily="34" charset="0"/>
                <a:ea typeface="Open Sans" panose="020B0606030504020204" pitchFamily="34" charset="0"/>
                <a:cs typeface="Open Sans" panose="020B0606030504020204" pitchFamily="34" charset="0"/>
              </a:rPr>
              <a:t>01</a:t>
            </a:r>
          </a:p>
        </p:txBody>
      </p:sp>
      <p:sp>
        <p:nvSpPr>
          <p:cNvPr id="3" name="Title 2">
            <a:extLst>
              <a:ext uri="{FF2B5EF4-FFF2-40B4-BE49-F238E27FC236}">
                <a16:creationId xmlns:a16="http://schemas.microsoft.com/office/drawing/2014/main" id="{63D3C685-FF45-687A-6611-BAAE28F29C3D}"/>
              </a:ext>
            </a:extLst>
          </p:cNvPr>
          <p:cNvSpPr>
            <a:spLocks noGrp="1"/>
          </p:cNvSpPr>
          <p:nvPr>
            <p:ph type="title"/>
          </p:nvPr>
        </p:nvSpPr>
        <p:spPr>
          <a:xfrm>
            <a:off x="2399865" y="2382623"/>
            <a:ext cx="9064096" cy="2123658"/>
          </a:xfrm>
        </p:spPr>
        <p:txBody>
          <a:bodyPr/>
          <a:lstStyle/>
          <a:p>
            <a:r>
              <a:rPr lang="en-US" sz="6600" dirty="0">
                <a:solidFill>
                  <a:srgbClr val="2D2D2D"/>
                </a:solidFill>
                <a:latin typeface="Open Sans" panose="020B0606030504020204" pitchFamily="34" charset="0"/>
              </a:rPr>
              <a:t>SCOPING AND</a:t>
            </a:r>
            <a:br>
              <a:rPr lang="en-US" sz="6600" dirty="0">
                <a:solidFill>
                  <a:srgbClr val="2D2D2D"/>
                </a:solidFill>
                <a:latin typeface="Open Sans" panose="020B0606030504020204" pitchFamily="34" charset="0"/>
              </a:rPr>
            </a:br>
            <a:r>
              <a:rPr lang="en-US" sz="6600" dirty="0">
                <a:solidFill>
                  <a:srgbClr val="2D2D2D"/>
                </a:solidFill>
                <a:latin typeface="Open Sans" panose="020B0606030504020204" pitchFamily="34" charset="0"/>
              </a:rPr>
              <a:t>BRIEFING YOUR PoC</a:t>
            </a:r>
            <a:endParaRPr lang="en-US" sz="6600" dirty="0">
              <a:latin typeface="Open Sans" panose="020B0606030504020204" pitchFamily="34" charset="0"/>
            </a:endParaRPr>
          </a:p>
        </p:txBody>
      </p:sp>
    </p:spTree>
    <p:extLst>
      <p:ext uri="{BB962C8B-B14F-4D97-AF65-F5344CB8AC3E}">
        <p14:creationId xmlns:p14="http://schemas.microsoft.com/office/powerpoint/2010/main" val="160821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 Makes a Good PoC Brief</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608287" y="1917085"/>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797208" y="2014621"/>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One user journey</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797208" y="2429149"/>
            <a:ext cx="4864718" cy="48768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Who uses it and what they do — one path, no branches, no secondary flows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608287" y="3575620"/>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7208" y="3673156"/>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One integration</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797208" y="4087684"/>
            <a:ext cx="4864718" cy="487680"/>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One API, one data source, one external connection — not three 'small' ones</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342742" y="1917085"/>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31663" y="2014621"/>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One testable outcome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531663" y="2429149"/>
            <a:ext cx="4864718" cy="48768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 clear binary: does this work or not? If you cannot test it, rewrite it.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6342742" y="3575620"/>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6531663" y="3673156"/>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Deliberately small scope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31663" y="4087684"/>
            <a:ext cx="4864718" cy="487680"/>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If you cannot finish it in a session — cut it until you can. Then cut again.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Questions You Ask Before Building a PoC</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973497"/>
            <a:ext cx="11216640" cy="365760"/>
          </a:xfrm>
          <a:prstGeom prst="rect">
            <a:avLst/>
          </a:prstGeom>
          <a:noFill/>
          <a:ln/>
        </p:spPr>
        <p:txBody>
          <a:bodyPr wrap="square" lIns="0" tIns="0" rIns="0" bIns="0" rtlCol="0" anchor="ctr"/>
          <a:lstStyle/>
          <a:p>
            <a:r>
              <a:rPr lang="en-IN" sz="1600" dirty="0">
                <a:latin typeface="Open Sans" panose="020B0606030504020204" pitchFamily="34" charset="0"/>
                <a:ea typeface="Open Sans" panose="020B0606030504020204" pitchFamily="34" charset="0"/>
                <a:cs typeface="Open Sans" panose="020B0606030504020204" pitchFamily="34" charset="0"/>
              </a:rPr>
              <a:t>The PoC you build should answer something you or your team actually needs to know</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642980"/>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5" name="Text 3"/>
          <p:cNvSpPr/>
          <p:nvPr/>
        </p:nvSpPr>
        <p:spPr>
          <a:xfrm>
            <a:off x="671354" y="1691748"/>
            <a:ext cx="390144" cy="536448"/>
          </a:xfrm>
          <a:prstGeom prst="rect">
            <a:avLst/>
          </a:prstGeom>
          <a:noFill/>
          <a:ln/>
        </p:spPr>
        <p:txBody>
          <a:bodyPr wrap="square" lIns="0" tIns="0" rIns="0" bIns="0" rtlCol="0" anchor="ctr"/>
          <a:lstStyle/>
          <a:p>
            <a:pPr algn="ctr"/>
            <a:r>
              <a:rPr lang="en-US" sz="2933" b="1" dirty="0">
                <a:solidFill>
                  <a:schemeClr val="accent1"/>
                </a:solidFill>
                <a:latin typeface="Arial" pitchFamily="34" charset="0"/>
                <a:ea typeface="Arial" pitchFamily="34" charset="-122"/>
                <a:cs typeface="Arial" pitchFamily="34" charset="-120"/>
              </a:rPr>
              <a:t>“</a:t>
            </a:r>
            <a:endParaRPr lang="en-US" sz="2933" dirty="0">
              <a:solidFill>
                <a:schemeClr val="accent1"/>
              </a:solidFill>
            </a:endParaRPr>
          </a:p>
        </p:txBody>
      </p:sp>
      <p:sp>
        <p:nvSpPr>
          <p:cNvPr id="6" name="Text 4"/>
          <p:cNvSpPr/>
          <p:nvPr/>
        </p:nvSpPr>
        <p:spPr>
          <a:xfrm>
            <a:off x="1159034" y="1716132"/>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Business Outcome</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business problem am I trying to solve?</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
            <a:extLst>
              <a:ext uri="{FF2B5EF4-FFF2-40B4-BE49-F238E27FC236}">
                <a16:creationId xmlns:a16="http://schemas.microsoft.com/office/drawing/2014/main" id="{5415D811-DA7C-BA41-F606-279A5E6EB619}"/>
              </a:ext>
            </a:extLst>
          </p:cNvPr>
          <p:cNvSpPr/>
          <p:nvPr/>
        </p:nvSpPr>
        <p:spPr>
          <a:xfrm>
            <a:off x="488474" y="2569233"/>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27" name="Text 3">
            <a:extLst>
              <a:ext uri="{FF2B5EF4-FFF2-40B4-BE49-F238E27FC236}">
                <a16:creationId xmlns:a16="http://schemas.microsoft.com/office/drawing/2014/main" id="{36524D82-9034-0A15-1BED-1E529E5A3E12}"/>
              </a:ext>
            </a:extLst>
          </p:cNvPr>
          <p:cNvSpPr/>
          <p:nvPr/>
        </p:nvSpPr>
        <p:spPr>
          <a:xfrm>
            <a:off x="671354" y="2618001"/>
            <a:ext cx="390144" cy="536448"/>
          </a:xfrm>
          <a:prstGeom prst="rect">
            <a:avLst/>
          </a:prstGeom>
          <a:noFill/>
          <a:ln/>
        </p:spPr>
        <p:txBody>
          <a:bodyPr wrap="square" lIns="0" tIns="0" rIns="0" bIns="0" rtlCol="0" anchor="ctr"/>
          <a:lstStyle/>
          <a:p>
            <a:pPr algn="ctr"/>
            <a:r>
              <a:rPr lang="en-US" sz="2933" b="1">
                <a:solidFill>
                  <a:schemeClr val="accent1"/>
                </a:solidFill>
                <a:latin typeface="Arial" pitchFamily="34" charset="0"/>
                <a:ea typeface="Arial" pitchFamily="34" charset="-122"/>
                <a:cs typeface="Arial" pitchFamily="34" charset="-120"/>
              </a:rPr>
              <a:t>“</a:t>
            </a:r>
            <a:endParaRPr lang="en-US" sz="2933">
              <a:solidFill>
                <a:schemeClr val="accent1"/>
              </a:solidFill>
            </a:endParaRPr>
          </a:p>
        </p:txBody>
      </p:sp>
      <p:sp>
        <p:nvSpPr>
          <p:cNvPr id="28" name="Text 4">
            <a:extLst>
              <a:ext uri="{FF2B5EF4-FFF2-40B4-BE49-F238E27FC236}">
                <a16:creationId xmlns:a16="http://schemas.microsoft.com/office/drawing/2014/main" id="{F4FB1CE2-A040-2263-2A7F-C268145B8DFD}"/>
              </a:ext>
            </a:extLst>
          </p:cNvPr>
          <p:cNvSpPr/>
          <p:nvPr/>
        </p:nvSpPr>
        <p:spPr>
          <a:xfrm>
            <a:off x="1159034" y="2642385"/>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User Understanding</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Who is the primary user of this solution?</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
            <a:extLst>
              <a:ext uri="{FF2B5EF4-FFF2-40B4-BE49-F238E27FC236}">
                <a16:creationId xmlns:a16="http://schemas.microsoft.com/office/drawing/2014/main" id="{6EC02106-AD46-74C4-C4BC-C0867A9B11E2}"/>
              </a:ext>
            </a:extLst>
          </p:cNvPr>
          <p:cNvSpPr/>
          <p:nvPr/>
        </p:nvSpPr>
        <p:spPr>
          <a:xfrm>
            <a:off x="488474" y="3499212"/>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30" name="Text 3">
            <a:extLst>
              <a:ext uri="{FF2B5EF4-FFF2-40B4-BE49-F238E27FC236}">
                <a16:creationId xmlns:a16="http://schemas.microsoft.com/office/drawing/2014/main" id="{3642DBF4-4447-1D19-3EDC-8810D9ACEE18}"/>
              </a:ext>
            </a:extLst>
          </p:cNvPr>
          <p:cNvSpPr/>
          <p:nvPr/>
        </p:nvSpPr>
        <p:spPr>
          <a:xfrm>
            <a:off x="671354" y="3547980"/>
            <a:ext cx="390144" cy="536448"/>
          </a:xfrm>
          <a:prstGeom prst="rect">
            <a:avLst/>
          </a:prstGeom>
          <a:noFill/>
          <a:ln/>
        </p:spPr>
        <p:txBody>
          <a:bodyPr wrap="square" lIns="0" tIns="0" rIns="0" bIns="0" rtlCol="0" anchor="ctr"/>
          <a:lstStyle/>
          <a:p>
            <a:pPr algn="ctr"/>
            <a:r>
              <a:rPr lang="en-US" sz="2933" b="1">
                <a:solidFill>
                  <a:schemeClr val="accent1"/>
                </a:solidFill>
                <a:latin typeface="Arial" pitchFamily="34" charset="0"/>
                <a:ea typeface="Arial" pitchFamily="34" charset="-122"/>
                <a:cs typeface="Arial" pitchFamily="34" charset="-120"/>
              </a:rPr>
              <a:t>“</a:t>
            </a:r>
            <a:endParaRPr lang="en-US" sz="2933">
              <a:solidFill>
                <a:schemeClr val="accent1"/>
              </a:solidFill>
            </a:endParaRPr>
          </a:p>
        </p:txBody>
      </p:sp>
      <p:sp>
        <p:nvSpPr>
          <p:cNvPr id="31" name="Text 4">
            <a:extLst>
              <a:ext uri="{FF2B5EF4-FFF2-40B4-BE49-F238E27FC236}">
                <a16:creationId xmlns:a16="http://schemas.microsoft.com/office/drawing/2014/main" id="{4A4B0FE8-7181-B4F0-449A-4A589BB710ED}"/>
              </a:ext>
            </a:extLst>
          </p:cNvPr>
          <p:cNvSpPr/>
          <p:nvPr/>
        </p:nvSpPr>
        <p:spPr>
          <a:xfrm>
            <a:off x="1159034" y="3572364"/>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Scope and Focus</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is the smallest version of this idea that can demonstrate value?</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2">
            <a:extLst>
              <a:ext uri="{FF2B5EF4-FFF2-40B4-BE49-F238E27FC236}">
                <a16:creationId xmlns:a16="http://schemas.microsoft.com/office/drawing/2014/main" id="{2D4F1D2F-0801-91A3-F588-8CF58BF83E3F}"/>
              </a:ext>
            </a:extLst>
          </p:cNvPr>
          <p:cNvSpPr/>
          <p:nvPr/>
        </p:nvSpPr>
        <p:spPr>
          <a:xfrm>
            <a:off x="488474" y="4425465"/>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33" name="Text 3">
            <a:extLst>
              <a:ext uri="{FF2B5EF4-FFF2-40B4-BE49-F238E27FC236}">
                <a16:creationId xmlns:a16="http://schemas.microsoft.com/office/drawing/2014/main" id="{01BAB709-0CC6-1197-71C7-A9AEAEC85233}"/>
              </a:ext>
            </a:extLst>
          </p:cNvPr>
          <p:cNvSpPr/>
          <p:nvPr/>
        </p:nvSpPr>
        <p:spPr>
          <a:xfrm>
            <a:off x="671354" y="4474233"/>
            <a:ext cx="390144" cy="536448"/>
          </a:xfrm>
          <a:prstGeom prst="rect">
            <a:avLst/>
          </a:prstGeom>
          <a:noFill/>
          <a:ln/>
        </p:spPr>
        <p:txBody>
          <a:bodyPr wrap="square" lIns="0" tIns="0" rIns="0" bIns="0" rtlCol="0" anchor="ctr"/>
          <a:lstStyle/>
          <a:p>
            <a:pPr algn="ctr"/>
            <a:r>
              <a:rPr lang="en-US" sz="2933" b="1">
                <a:solidFill>
                  <a:schemeClr val="accent1"/>
                </a:solidFill>
                <a:latin typeface="Arial" pitchFamily="34" charset="0"/>
                <a:ea typeface="Arial" pitchFamily="34" charset="-122"/>
                <a:cs typeface="Arial" pitchFamily="34" charset="-120"/>
              </a:rPr>
              <a:t>“</a:t>
            </a:r>
            <a:endParaRPr lang="en-US" sz="2933">
              <a:solidFill>
                <a:schemeClr val="accent1"/>
              </a:solidFill>
            </a:endParaRPr>
          </a:p>
        </p:txBody>
      </p:sp>
      <p:sp>
        <p:nvSpPr>
          <p:cNvPr id="34" name="Text 4">
            <a:extLst>
              <a:ext uri="{FF2B5EF4-FFF2-40B4-BE49-F238E27FC236}">
                <a16:creationId xmlns:a16="http://schemas.microsoft.com/office/drawing/2014/main" id="{488C08E0-B57C-EFFE-B083-0288BA176531}"/>
              </a:ext>
            </a:extLst>
          </p:cNvPr>
          <p:cNvSpPr/>
          <p:nvPr/>
        </p:nvSpPr>
        <p:spPr>
          <a:xfrm>
            <a:off x="1159034" y="4498617"/>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Data and Inputs</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information/data does the solution need?</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TextBox 34">
            <a:extLst>
              <a:ext uri="{FF2B5EF4-FFF2-40B4-BE49-F238E27FC236}">
                <a16:creationId xmlns:a16="http://schemas.microsoft.com/office/drawing/2014/main" id="{F7FE22B6-BC98-032D-493A-6C0A74D782EB}"/>
              </a:ext>
            </a:extLst>
          </p:cNvPr>
          <p:cNvSpPr txBox="1"/>
          <p:nvPr/>
        </p:nvSpPr>
        <p:spPr>
          <a:xfrm>
            <a:off x="1463895" y="5387557"/>
            <a:ext cx="9265799" cy="379656"/>
          </a:xfrm>
          <a:prstGeom prst="rect">
            <a:avLst/>
          </a:prstGeom>
          <a:noFill/>
        </p:spPr>
        <p:txBody>
          <a:bodyPr wrap="square" rtlCol="0">
            <a:spAutoFit/>
          </a:bodyPr>
          <a:lstStyle/>
          <a:p>
            <a:r>
              <a:rPr lang="en-US" sz="1800" dirty="0">
                <a:solidFill>
                  <a:schemeClr val="tx1">
                    <a:lumMod val="60000"/>
                    <a:lumOff val="40000"/>
                  </a:schemeClr>
                </a:solidFill>
              </a:rPr>
              <a:t>Ask learners to write some similar questions they think before starting on a PoC.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The Four Elements of PoC Brief</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Write this before you open Claude Code. Every element has a job.</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439443"/>
            <a:ext cx="5486400" cy="2292096"/>
          </a:xfrm>
          <a:prstGeom prst="roundRect">
            <a:avLst>
              <a:gd name="adj" fmla="val 5319"/>
            </a:avLst>
          </a:prstGeom>
          <a:solidFill>
            <a:srgbClr val="E3F2FD"/>
          </a:solidFill>
          <a:ln w="15240">
            <a:solidFill>
              <a:schemeClr val="accent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659162" y="1610131"/>
            <a:ext cx="463296" cy="463296"/>
          </a:xfrm>
          <a:prstGeom prst="ellipse">
            <a:avLst/>
          </a:prstGeom>
          <a:solidFill>
            <a:schemeClr val="accent2"/>
          </a:solidFill>
          <a:ln w="12700">
            <a:solidFill>
              <a:schemeClr val="accent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659162" y="1610131"/>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1244378" y="1628419"/>
            <a:ext cx="4572000" cy="42672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What does it do?</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59162" y="2262403"/>
            <a:ext cx="5145024" cy="46329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One sentence. Active voice. Name the action and the output.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659162" y="2737891"/>
            <a:ext cx="5145024" cy="926592"/>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 script that reads stale CRM deals and drafts a follow-up email for each one."</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88474" y="3902227"/>
            <a:ext cx="5486400" cy="2292096"/>
          </a:xfrm>
          <a:prstGeom prst="roundRect">
            <a:avLst>
              <a:gd name="adj" fmla="val 5319"/>
            </a:avLst>
          </a:prstGeom>
          <a:solidFill>
            <a:srgbClr val="FFF8E1"/>
          </a:solidFill>
          <a:ln w="15240">
            <a:solidFill>
              <a:schemeClr val="accent1"/>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659162" y="4072915"/>
            <a:ext cx="463296" cy="463296"/>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659162" y="4072915"/>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244378" y="4091203"/>
            <a:ext cx="4572000" cy="42672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Who uses it?</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9162" y="4702376"/>
            <a:ext cx="5145024" cy="46329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Name the role and the context. Not 'the team' — the specific person in a specific moment.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59162" y="5165672"/>
            <a:ext cx="5145024" cy="926592"/>
          </a:xfrm>
          <a:prstGeom prst="rect">
            <a:avLst/>
          </a:prstGeom>
          <a:noFill/>
          <a:ln/>
        </p:spPr>
        <p:txBody>
          <a:bodyPr wrap="square" lIns="0" tIns="0" rIns="0" bIns="0" rtlCol="0" anchor="ctr"/>
          <a:lstStyle/>
          <a:p>
            <a:r>
              <a:rPr lang="en-US" sz="1400" i="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 Sales Executive who runs it on Monday mornings before the pipeline review."</a:t>
            </a:r>
            <a:endPar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6218714" y="1439443"/>
            <a:ext cx="5486400" cy="2292096"/>
          </a:xfrm>
          <a:prstGeom prst="roundRect">
            <a:avLst>
              <a:gd name="adj" fmla="val 5319"/>
            </a:avLst>
          </a:prstGeom>
          <a:solidFill>
            <a:srgbClr val="ECFDF5"/>
          </a:solidFill>
          <a:ln w="1524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6389402" y="1610131"/>
            <a:ext cx="463296" cy="463296"/>
          </a:xfrm>
          <a:prstGeom prst="ellipse">
            <a:avLst/>
          </a:prstGeom>
          <a:solidFill>
            <a:srgbClr val="00B050"/>
          </a:solidFill>
          <a:ln w="1270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389402" y="1610131"/>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6974618" y="1628419"/>
            <a:ext cx="4572000" cy="42672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What does success look like?</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6389402" y="2262403"/>
            <a:ext cx="5145024" cy="46329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One testable outcome. If you cannot verify it in under 60 seconds, rewrite it.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6389402" y="2737891"/>
            <a:ext cx="5145024" cy="926592"/>
          </a:xfrm>
          <a:prstGeom prst="rect">
            <a:avLst/>
          </a:prstGeom>
          <a:noFill/>
          <a:ln/>
        </p:spPr>
        <p:txBody>
          <a:bodyPr wrap="square" lIns="0" tIns="0" rIns="0" bIns="0" rtlCol="0" anchor="ctr"/>
          <a:lstStyle/>
          <a:p>
            <a:r>
              <a:rPr lang="en-US" sz="1400" i="1">
                <a:solidFill>
                  <a:srgbClr val="2E7D32"/>
                </a:solidFill>
                <a:latin typeface="Open Sans" panose="020B0606030504020204" pitchFamily="34" charset="0"/>
                <a:ea typeface="Open Sans" panose="020B0606030504020204" pitchFamily="34" charset="0"/>
                <a:cs typeface="Open Sans" panose="020B0606030504020204" pitchFamily="34" charset="0"/>
              </a:rPr>
              <a:t>"Correctly identifies deals stale 30+ days and produces a usable email draft for each."</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6218714" y="3902227"/>
            <a:ext cx="5486400" cy="2292096"/>
          </a:xfrm>
          <a:prstGeom prst="roundRect">
            <a:avLst>
              <a:gd name="adj" fmla="val 5319"/>
            </a:avLst>
          </a:prstGeom>
          <a:solidFill>
            <a:srgbClr val="FFF2F2"/>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6389402" y="4072915"/>
            <a:ext cx="463296" cy="463296"/>
          </a:xfrm>
          <a:prstGeom prst="ellipse">
            <a:avLst/>
          </a:prstGeom>
          <a:solidFill>
            <a:schemeClr val="accent3"/>
          </a:solidFill>
          <a:ln w="12700">
            <a:solidFill>
              <a:schemeClr val="accent3"/>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6389402" y="4072915"/>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6974618" y="4091203"/>
            <a:ext cx="4572000" cy="42672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What is deliberately out of scope?</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6389402" y="4702376"/>
            <a:ext cx="5145024" cy="46329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Name what you will not build. This is as important as what you will.</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6389402" y="5165672"/>
            <a:ext cx="5145024" cy="926592"/>
          </a:xfrm>
          <a:prstGeom prst="rect">
            <a:avLst/>
          </a:prstGeom>
          <a:noFill/>
          <a:ln/>
        </p:spPr>
        <p:txBody>
          <a:bodyPr wrap="square" lIns="0" tIns="0" rIns="0" bIns="0" rtlCol="0" anchor="ctr"/>
          <a:lstStyle/>
          <a:p>
            <a:r>
              <a:rPr lang="en-US" sz="1400" i="1" dirty="0">
                <a:solidFill>
                  <a:schemeClr val="accent3"/>
                </a:solidFill>
                <a:latin typeface="Open Sans" panose="020B0606030504020204" pitchFamily="34" charset="0"/>
                <a:ea typeface="Open Sans" panose="020B0606030504020204" pitchFamily="34" charset="0"/>
                <a:cs typeface="Open Sans" panose="020B0606030504020204" pitchFamily="34" charset="0"/>
              </a:rPr>
              <a:t>"No email sending. No CRM write-back. No UI. CLI output only."</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Common Scoping Mistakes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488474" y="121920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671354" y="1560576"/>
            <a:ext cx="390144" cy="390144"/>
          </a:xfrm>
          <a:prstGeom prst="rect">
            <a:avLst/>
          </a:prstGeom>
          <a:noFill/>
          <a:ln/>
        </p:spPr>
        <p:txBody>
          <a:bodyPr wrap="square" lIns="0" tIns="0" rIns="0" bIns="0" rtlCol="0" anchor="ctr"/>
          <a:lstStyle/>
          <a:p>
            <a:pPr algn="ctr"/>
            <a:r>
              <a:rPr lang="en-US" sz="20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1159034" y="1359408"/>
            <a:ext cx="4450080" cy="79248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Trying to build a product instead of a proof</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5877338" y="156057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6401594" y="121920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584474" y="1560576"/>
            <a:ext cx="390144" cy="390144"/>
          </a:xfrm>
          <a:prstGeom prst="rect">
            <a:avLst/>
          </a:prstGeom>
          <a:noFill/>
          <a:ln/>
        </p:spPr>
        <p:txBody>
          <a:bodyPr wrap="square" lIns="0" tIns="0" rIns="0" bIns="0" rtlCol="0" anchor="ct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072154" y="1359408"/>
            <a:ext cx="4450080" cy="79248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Ask: what is the one question this needs to answer? Build only that.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88474" y="249936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71354" y="2840736"/>
            <a:ext cx="390144" cy="390144"/>
          </a:xfrm>
          <a:prstGeom prst="rect">
            <a:avLst/>
          </a:prstGeom>
          <a:noFill/>
          <a:ln/>
        </p:spPr>
        <p:txBody>
          <a:bodyPr wrap="square" lIns="0" tIns="0" rIns="0" bIns="0" rtlCol="0" anchor="ctr"/>
          <a:lstStyle/>
          <a:p>
            <a:pPr algn="ctr"/>
            <a:r>
              <a:rPr lang="en-US" sz="20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159034" y="263956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Not defining what 'done' looks like before starting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5877338" y="284073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401594" y="249936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584474" y="2840736"/>
            <a:ext cx="390144" cy="390144"/>
          </a:xfrm>
          <a:prstGeom prst="rect">
            <a:avLst/>
          </a:prstGeom>
          <a:noFill/>
          <a:ln/>
        </p:spPr>
        <p:txBody>
          <a:bodyPr wrap="square" lIns="0" tIns="0" rIns="0" bIns="0" rtlCol="0" anchor="ctr"/>
          <a:lstStyle/>
          <a:p>
            <a:pPr algn="ctr"/>
            <a:r>
              <a:rPr lang="en-US" sz="20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7072154" y="263956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Write your success criterion first. If you cannot test it, rewrite it.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488474" y="377952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71354" y="4120896"/>
            <a:ext cx="390144" cy="390144"/>
          </a:xfrm>
          <a:prstGeom prst="rect">
            <a:avLst/>
          </a:prstGeom>
          <a:noFill/>
          <a:ln/>
        </p:spPr>
        <p:txBody>
          <a:bodyPr wrap="square" lIns="0" tIns="0" rIns="0" bIns="0" rtlCol="0" anchor="ctr"/>
          <a:lstStyle/>
          <a:p>
            <a:pPr algn="ctr"/>
            <a:r>
              <a:rPr lang="en-US" sz="20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159034" y="391972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Letting Claude expand scope mid-build</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5877338" y="412089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401594" y="377952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84474" y="4120896"/>
            <a:ext cx="390144" cy="390144"/>
          </a:xfrm>
          <a:prstGeom prst="rect">
            <a:avLst/>
          </a:prstGeom>
          <a:noFill/>
          <a:ln/>
        </p:spPr>
        <p:txBody>
          <a:bodyPr wrap="square" lIns="0" tIns="0" rIns="0" bIns="0" rtlCol="0" anchor="ctr"/>
          <a:lstStyle/>
          <a:p>
            <a:pPr algn="ctr"/>
            <a:r>
              <a:rPr lang="en-US" sz="20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7072154" y="391972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When Claude suggests extras, add them to a backlog — not the current session.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488474" y="505968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671354" y="5401056"/>
            <a:ext cx="390144" cy="390144"/>
          </a:xfrm>
          <a:prstGeom prst="rect">
            <a:avLst/>
          </a:prstGeom>
          <a:noFill/>
          <a:ln/>
        </p:spPr>
        <p:txBody>
          <a:bodyPr wrap="square" lIns="0" tIns="0" rIns="0" bIns="0" rtlCol="0" anchor="ctr"/>
          <a:lstStyle/>
          <a:p>
            <a:pPr algn="ctr"/>
            <a:r>
              <a:rPr lang="en-US" sz="20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1159034" y="519988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Choosing a toy example instead of a real problem</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5877338" y="540105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6401594" y="505968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6584474" y="5401056"/>
            <a:ext cx="390144" cy="390144"/>
          </a:xfrm>
          <a:prstGeom prst="rect">
            <a:avLst/>
          </a:prstGeom>
          <a:noFill/>
          <a:ln/>
        </p:spPr>
        <p:txBody>
          <a:bodyPr wrap="square" lIns="0" tIns="0" rIns="0" bIns="0" rtlCol="0" anchor="ctr"/>
          <a:lstStyle/>
          <a:p>
            <a:pPr algn="ctr"/>
            <a:r>
              <a:rPr lang="en-US" sz="20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7072154" y="5199888"/>
            <a:ext cx="4450080" cy="79248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If you would not use the output in your actual work, pick a different problem.</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75C6BDF8-7C4E-B9A2-F878-A7F679435668}"/>
              </a:ext>
            </a:extLst>
          </p:cNvPr>
          <p:cNvSpPr/>
          <p:nvPr/>
        </p:nvSpPr>
        <p:spPr>
          <a:xfrm>
            <a:off x="537294" y="139190"/>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Components of a PoC</a:t>
            </a:r>
          </a:p>
        </p:txBody>
      </p:sp>
      <p:graphicFrame>
        <p:nvGraphicFramePr>
          <p:cNvPr id="18" name="Diagram 17">
            <a:extLst>
              <a:ext uri="{FF2B5EF4-FFF2-40B4-BE49-F238E27FC236}">
                <a16:creationId xmlns:a16="http://schemas.microsoft.com/office/drawing/2014/main" id="{0C29CDC0-3C9C-FD17-D82C-55612EE1DAC5}"/>
              </a:ext>
            </a:extLst>
          </p:cNvPr>
          <p:cNvGraphicFramePr/>
          <p:nvPr>
            <p:extLst>
              <p:ext uri="{D42A27DB-BD31-4B8C-83A1-F6EECF244321}">
                <p14:modId xmlns:p14="http://schemas.microsoft.com/office/powerpoint/2010/main" val="1769190232"/>
              </p:ext>
            </p:extLst>
          </p:nvPr>
        </p:nvGraphicFramePr>
        <p:xfrm>
          <a:off x="537293" y="1427356"/>
          <a:ext cx="11204941" cy="4711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5523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20A8-D451-FF2A-C0DA-9D80EB54EAF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08A37D9-5940-D792-4BFE-E559A4154160}"/>
              </a:ext>
            </a:extLst>
          </p:cNvPr>
          <p:cNvSpPr/>
          <p:nvPr/>
        </p:nvSpPr>
        <p:spPr>
          <a:xfrm>
            <a:off x="537294" y="139190"/>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3 Usable Problem Statements</a:t>
            </a:r>
          </a:p>
        </p:txBody>
      </p:sp>
      <p:sp>
        <p:nvSpPr>
          <p:cNvPr id="5" name="Shape 1">
            <a:extLst>
              <a:ext uri="{FF2B5EF4-FFF2-40B4-BE49-F238E27FC236}">
                <a16:creationId xmlns:a16="http://schemas.microsoft.com/office/drawing/2014/main" id="{5529032D-923F-F789-CA94-BC88A6CCBF0E}"/>
              </a:ext>
            </a:extLst>
          </p:cNvPr>
          <p:cNvSpPr/>
          <p:nvPr/>
        </p:nvSpPr>
        <p:spPr>
          <a:xfrm>
            <a:off x="537294" y="1579773"/>
            <a:ext cx="3620148" cy="3647374"/>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2">
            <a:extLst>
              <a:ext uri="{FF2B5EF4-FFF2-40B4-BE49-F238E27FC236}">
                <a16:creationId xmlns:a16="http://schemas.microsoft.com/office/drawing/2014/main" id="{34586A33-CE0B-73FD-B140-2C5A49EE22D3}"/>
              </a:ext>
            </a:extLst>
          </p:cNvPr>
          <p:cNvSpPr/>
          <p:nvPr/>
        </p:nvSpPr>
        <p:spPr>
          <a:xfrm>
            <a:off x="667750" y="1903984"/>
            <a:ext cx="3359237" cy="393167"/>
          </a:xfrm>
          <a:prstGeom prst="rect">
            <a:avLst/>
          </a:prstGeom>
          <a:noFill/>
          <a:ln/>
        </p:spPr>
        <p:txBody>
          <a:bodyPr wrap="square" lIns="0" tIns="0" rIns="0" bIns="0" rtlCol="0" anchor="t"/>
          <a:lstStyle/>
          <a:p>
            <a:r>
              <a:rPr lang="en-US" sz="1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ExpenseFlow</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a:extLst>
              <a:ext uri="{FF2B5EF4-FFF2-40B4-BE49-F238E27FC236}">
                <a16:creationId xmlns:a16="http://schemas.microsoft.com/office/drawing/2014/main" id="{20BDE820-3EC6-6BF0-3FE7-7C1E6B6ADFCA}"/>
              </a:ext>
            </a:extLst>
          </p:cNvPr>
          <p:cNvSpPr/>
          <p:nvPr/>
        </p:nvSpPr>
        <p:spPr>
          <a:xfrm>
            <a:off x="667750" y="2386361"/>
            <a:ext cx="3359237" cy="2516576"/>
          </a:xfrm>
          <a:prstGeom prst="rect">
            <a:avLst/>
          </a:prstGeom>
          <a:noFill/>
          <a:ln/>
        </p:spPr>
        <p:txBody>
          <a:bodyPr wrap="square" lIns="0" tIns="0" rIns="0" bIns="0" rtlCol="0" anchor="t"/>
          <a:lstStyle/>
          <a:p>
            <a:r>
              <a:rPr lang="en-US" sz="1600" b="1"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it does:</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Submit an expense, store it, normalize to INR</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Generate an AI spending insight via Claude API</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Approver accepts or rejects the submission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1">
            <a:extLst>
              <a:ext uri="{FF2B5EF4-FFF2-40B4-BE49-F238E27FC236}">
                <a16:creationId xmlns:a16="http://schemas.microsoft.com/office/drawing/2014/main" id="{2F12F40D-A362-ED53-55E2-FA72D85D75B3}"/>
              </a:ext>
            </a:extLst>
          </p:cNvPr>
          <p:cNvSpPr/>
          <p:nvPr/>
        </p:nvSpPr>
        <p:spPr>
          <a:xfrm>
            <a:off x="4427732" y="1579773"/>
            <a:ext cx="3620148" cy="3647374"/>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2">
            <a:extLst>
              <a:ext uri="{FF2B5EF4-FFF2-40B4-BE49-F238E27FC236}">
                <a16:creationId xmlns:a16="http://schemas.microsoft.com/office/drawing/2014/main" id="{6073024F-9D4B-334F-FE1F-D3F280345D5C}"/>
              </a:ext>
            </a:extLst>
          </p:cNvPr>
          <p:cNvSpPr/>
          <p:nvPr/>
        </p:nvSpPr>
        <p:spPr>
          <a:xfrm>
            <a:off x="4558188" y="1903984"/>
            <a:ext cx="3359237" cy="393167"/>
          </a:xfrm>
          <a:prstGeom prst="rect">
            <a:avLst/>
          </a:prstGeom>
          <a:noFill/>
          <a:ln/>
        </p:spPr>
        <p:txBody>
          <a:bodyPr wrap="square" lIns="0" tIns="0" rIns="0" bIns="0" rtlCol="0" anchor="t"/>
          <a:lstStyle/>
          <a:p>
            <a:r>
              <a:rPr lang="en-US" sz="1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DischargeFlow</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3">
            <a:extLst>
              <a:ext uri="{FF2B5EF4-FFF2-40B4-BE49-F238E27FC236}">
                <a16:creationId xmlns:a16="http://schemas.microsoft.com/office/drawing/2014/main" id="{1D1BF3AF-0364-7AE8-5A5A-C888AD0F4F64}"/>
              </a:ext>
            </a:extLst>
          </p:cNvPr>
          <p:cNvSpPr/>
          <p:nvPr/>
        </p:nvSpPr>
        <p:spPr>
          <a:xfrm>
            <a:off x="4558188" y="2621363"/>
            <a:ext cx="3359237" cy="2281574"/>
          </a:xfrm>
          <a:prstGeom prst="rect">
            <a:avLst/>
          </a:prstGeom>
          <a:noFill/>
          <a:ln/>
        </p:spPr>
        <p:txBody>
          <a:bodyPr wrap="square" lIns="0" tIns="0" rIns="0" bIns="0" rtlCol="0" anchor="ctr"/>
          <a:lstStyle/>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
            <a:extLst>
              <a:ext uri="{FF2B5EF4-FFF2-40B4-BE49-F238E27FC236}">
                <a16:creationId xmlns:a16="http://schemas.microsoft.com/office/drawing/2014/main" id="{591DD61D-7BC4-6F83-7C13-AB38CC8CBF73}"/>
              </a:ext>
            </a:extLst>
          </p:cNvPr>
          <p:cNvSpPr/>
          <p:nvPr/>
        </p:nvSpPr>
        <p:spPr>
          <a:xfrm>
            <a:off x="8318171" y="1570472"/>
            <a:ext cx="3620148" cy="3647374"/>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2">
            <a:extLst>
              <a:ext uri="{FF2B5EF4-FFF2-40B4-BE49-F238E27FC236}">
                <a16:creationId xmlns:a16="http://schemas.microsoft.com/office/drawing/2014/main" id="{32DCA2E7-11E0-13F0-A110-17B93F48088C}"/>
              </a:ext>
            </a:extLst>
          </p:cNvPr>
          <p:cNvSpPr/>
          <p:nvPr/>
        </p:nvSpPr>
        <p:spPr>
          <a:xfrm>
            <a:off x="8448627" y="1894683"/>
            <a:ext cx="3359237" cy="393167"/>
          </a:xfrm>
          <a:prstGeom prst="rect">
            <a:avLst/>
          </a:prstGeom>
          <a:noFill/>
          <a:ln/>
        </p:spPr>
        <p:txBody>
          <a:bodyPr wrap="square" lIns="0" tIns="0" rIns="0" bIns="0" rtlCol="0" anchor="t"/>
          <a:lstStyle/>
          <a:p>
            <a:r>
              <a:rPr lang="en-US" sz="1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ReturnFlow</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3">
            <a:extLst>
              <a:ext uri="{FF2B5EF4-FFF2-40B4-BE49-F238E27FC236}">
                <a16:creationId xmlns:a16="http://schemas.microsoft.com/office/drawing/2014/main" id="{91214079-0D91-6DE8-6107-A6AE7925BDAC}"/>
              </a:ext>
            </a:extLst>
          </p:cNvPr>
          <p:cNvSpPr/>
          <p:nvPr/>
        </p:nvSpPr>
        <p:spPr>
          <a:xfrm>
            <a:off x="8448627" y="2386361"/>
            <a:ext cx="3359237" cy="2507275"/>
          </a:xfrm>
          <a:prstGeom prst="rect">
            <a:avLst/>
          </a:prstGeom>
          <a:noFill/>
          <a:ln/>
        </p:spPr>
        <p:txBody>
          <a:bodyPr wrap="square" lIns="0" tIns="0" rIns="0" bIns="0" rtlCol="0" anchor="t"/>
          <a:lstStyle/>
          <a:p>
            <a:r>
              <a:rPr lang="en-US" sz="1600" b="1"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it does:</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Customer raises a return against an order line</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Return window eligibility is computed server-side</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Claude API generates a returns insight. Agent approves or rejects with a disposition</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3">
            <a:extLst>
              <a:ext uri="{FF2B5EF4-FFF2-40B4-BE49-F238E27FC236}">
                <a16:creationId xmlns:a16="http://schemas.microsoft.com/office/drawing/2014/main" id="{09C63338-41F7-7908-4FBD-8E1C8B12648C}"/>
              </a:ext>
            </a:extLst>
          </p:cNvPr>
          <p:cNvSpPr/>
          <p:nvPr/>
        </p:nvSpPr>
        <p:spPr>
          <a:xfrm>
            <a:off x="4558188" y="2386361"/>
            <a:ext cx="3359237" cy="2516576"/>
          </a:xfrm>
          <a:prstGeom prst="rect">
            <a:avLst/>
          </a:prstGeom>
          <a:noFill/>
          <a:ln/>
        </p:spPr>
        <p:txBody>
          <a:bodyPr wrap="square" lIns="0" tIns="0" rIns="0" bIns="0" rtlCol="0" anchor="t"/>
          <a:lstStyle/>
          <a:p>
            <a:r>
              <a:rPr lang="en-US" sz="1600" b="1"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it does:</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Clinician submits a structured discharge record</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Claude API drafts a plain-language patient summary</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Reviewing clinician approves or rejects the draft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51682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6431" y="256723"/>
            <a:ext cx="11094720" cy="609600"/>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From Brief to </a:t>
            </a:r>
            <a:r>
              <a:rPr lang="en-US" sz="3600" b="1" dirty="0" err="1">
                <a:latin typeface="Open Sans" panose="020B0606030504020204" pitchFamily="34" charset="0"/>
                <a:ea typeface="Open Sans" panose="020B0606030504020204" pitchFamily="34" charset="0"/>
                <a:cs typeface="Open Sans" panose="020B0606030504020204" pitchFamily="34" charset="0"/>
              </a:rPr>
              <a:t>CLAUDE.md</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549434" y="877824"/>
            <a:ext cx="11094720" cy="316992"/>
          </a:xfrm>
          <a:prstGeom prst="rect">
            <a:avLst/>
          </a:prstGeom>
          <a:noFill/>
          <a:ln/>
        </p:spPr>
        <p:txBody>
          <a:bodyPr wrap="square" lIns="0" tIns="0" rIns="0" bIns="0" rtlCol="0" anchor="ctr"/>
          <a:lstStyle/>
          <a:p>
            <a:r>
              <a:rPr lang="en-US" sz="1600" dirty="0">
                <a:solidFill>
                  <a:srgbClr val="555555"/>
                </a:solidFill>
                <a:latin typeface="Open Sans" panose="020B0606030504020204" pitchFamily="34" charset="0"/>
                <a:ea typeface="Open Sans" panose="020B0606030504020204" pitchFamily="34" charset="0"/>
                <a:cs typeface="Open Sans" panose="020B0606030504020204" pitchFamily="34" charset="0"/>
              </a:rPr>
              <a:t>Your brief becomes the standing instruction that keeps Claude Code focused throughout the build.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549434" y="1370617"/>
            <a:ext cx="5242560" cy="4998720"/>
          </a:xfrm>
          <a:prstGeom prst="roundRect">
            <a:avLst>
              <a:gd name="adj" fmla="val 2439"/>
            </a:avLst>
          </a:prstGeom>
          <a:solidFill>
            <a:srgbClr val="F2F2F2"/>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3200"/>
          </a:p>
        </p:txBody>
      </p:sp>
      <p:sp>
        <p:nvSpPr>
          <p:cNvPr id="5" name="Text 3"/>
          <p:cNvSpPr/>
          <p:nvPr/>
        </p:nvSpPr>
        <p:spPr>
          <a:xfrm>
            <a:off x="549434" y="1370617"/>
            <a:ext cx="5242560" cy="463296"/>
          </a:xfrm>
          <a:prstGeom prst="rect">
            <a:avLst/>
          </a:prstGeom>
          <a:noFill/>
          <a:ln/>
        </p:spPr>
        <p:txBody>
          <a:bodyPr wrap="square" lIns="0" tIns="0" rIns="0" bIns="0" rtlCol="0" anchor="ctr"/>
          <a:lstStyle/>
          <a:p>
            <a:pPr algn="ctr"/>
            <a:r>
              <a:rPr lang="en-US" sz="14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PoC BRIEF</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793274" y="1882681"/>
            <a:ext cx="4754880" cy="4291584"/>
          </a:xfrm>
          <a:prstGeom prst="rect">
            <a:avLst/>
          </a:prstGeom>
          <a:noFill/>
          <a:ln/>
        </p:spPr>
        <p:txBody>
          <a:bodyPr wrap="square" lIns="0" tIns="0" rIns="0" bIns="0" rtlCol="0" anchor="t"/>
          <a:lstStyle/>
          <a:p>
            <a:r>
              <a:rPr lang="en-US" sz="1267">
                <a:solidFill>
                  <a:srgbClr val="2D2D2D"/>
                </a:solidFill>
                <a:latin typeface="Courier New" pitchFamily="34" charset="0"/>
                <a:ea typeface="Courier New" pitchFamily="34" charset="-122"/>
                <a:cs typeface="Courier New" pitchFamily="34" charset="-120"/>
              </a:rPr>
              <a:t>What: Expense submission API that stores</a:t>
            </a:r>
            <a:endParaRPr lang="en-US" sz="1267"/>
          </a:p>
          <a:p>
            <a:r>
              <a:rPr lang="en-US" sz="1267">
                <a:solidFill>
                  <a:srgbClr val="2D2D2D"/>
                </a:solidFill>
                <a:latin typeface="Courier New" pitchFamily="34" charset="0"/>
                <a:ea typeface="Courier New" pitchFamily="34" charset="-122"/>
                <a:cs typeface="Courier New" pitchFamily="34" charset="-120"/>
              </a:rPr>
              <a:t>      expenses, normalises amounts</a:t>
            </a:r>
            <a:endParaRPr lang="en-US" sz="1267"/>
          </a:p>
          <a:p>
            <a:r>
              <a:rPr lang="en-US" sz="1267">
                <a:solidFill>
                  <a:srgbClr val="2D2D2D"/>
                </a:solidFill>
                <a:latin typeface="Courier New" pitchFamily="34" charset="0"/>
                <a:ea typeface="Courier New" pitchFamily="34" charset="-122"/>
                <a:cs typeface="Courier New" pitchFamily="34" charset="-120"/>
              </a:rPr>
              <a:t>      to INR, and generates an AI</a:t>
            </a:r>
            <a:endParaRPr lang="en-US" sz="1267"/>
          </a:p>
          <a:p>
            <a:r>
              <a:rPr lang="en-US" sz="1267">
                <a:solidFill>
                  <a:srgbClr val="2D2D2D"/>
                </a:solidFill>
                <a:latin typeface="Courier New" pitchFamily="34" charset="0"/>
                <a:ea typeface="Courier New" pitchFamily="34" charset="-122"/>
                <a:cs typeface="Courier New" pitchFamily="34" charset="-120"/>
              </a:rPr>
              <a:t>      spending insight per submission</a:t>
            </a:r>
            <a:endParaRPr lang="en-US" sz="1267"/>
          </a:p>
          <a:p>
            <a:endParaRPr lang="en-US" sz="1267"/>
          </a:p>
          <a:p>
            <a:r>
              <a:rPr lang="en-US" sz="1267">
                <a:solidFill>
                  <a:srgbClr val="2D2D2D"/>
                </a:solidFill>
                <a:latin typeface="Courier New" pitchFamily="34" charset="0"/>
                <a:ea typeface="Courier New" pitchFamily="34" charset="-122"/>
                <a:cs typeface="Courier New" pitchFamily="34" charset="-120"/>
              </a:rPr>
              <a:t>Who: Finance professional submitting and</a:t>
            </a:r>
            <a:endParaRPr lang="en-US" sz="1267"/>
          </a:p>
          <a:p>
            <a:r>
              <a:rPr lang="en-US" sz="1267">
                <a:solidFill>
                  <a:srgbClr val="2D2D2D"/>
                </a:solidFill>
                <a:latin typeface="Courier New" pitchFamily="34" charset="0"/>
                <a:ea typeface="Courier New" pitchFamily="34" charset="-122"/>
                <a:cs typeface="Courier New" pitchFamily="34" charset="-120"/>
              </a:rPr>
              <a:t>      approving expenses — CLI workflow</a:t>
            </a:r>
            <a:endParaRPr lang="en-US" sz="1267"/>
          </a:p>
          <a:p>
            <a:endParaRPr lang="en-US" sz="1267"/>
          </a:p>
          <a:p>
            <a:r>
              <a:rPr lang="en-US" sz="1267">
                <a:solidFill>
                  <a:srgbClr val="2D2D2D"/>
                </a:solidFill>
                <a:latin typeface="Courier New" pitchFamily="34" charset="0"/>
                <a:ea typeface="Courier New" pitchFamily="34" charset="-122"/>
                <a:cs typeface="Courier New" pitchFamily="34" charset="-120"/>
              </a:rPr>
              <a:t>Success: Expense stored, amount in INR minor</a:t>
            </a:r>
            <a:endParaRPr lang="en-US" sz="1267"/>
          </a:p>
          <a:p>
            <a:r>
              <a:rPr lang="en-US" sz="1267">
                <a:solidFill>
                  <a:srgbClr val="2D2D2D"/>
                </a:solidFill>
                <a:latin typeface="Courier New" pitchFamily="34" charset="0"/>
                <a:ea typeface="Courier New" pitchFamily="34" charset="-122"/>
                <a:cs typeface="Courier New" pitchFamily="34" charset="-120"/>
              </a:rPr>
              <a:t>        units, one insight generated,</a:t>
            </a:r>
            <a:endParaRPr lang="en-US" sz="1267"/>
          </a:p>
          <a:p>
            <a:r>
              <a:rPr lang="en-US" sz="1267">
                <a:solidFill>
                  <a:srgbClr val="2D2D2D"/>
                </a:solidFill>
                <a:latin typeface="Courier New" pitchFamily="34" charset="0"/>
                <a:ea typeface="Courier New" pitchFamily="34" charset="-122"/>
                <a:cs typeface="Courier New" pitchFamily="34" charset="-120"/>
              </a:rPr>
              <a:t>        CLI output shows result</a:t>
            </a:r>
            <a:endParaRPr lang="en-US" sz="1267"/>
          </a:p>
          <a:p>
            <a:endParaRPr lang="en-US" sz="1267"/>
          </a:p>
          <a:p>
            <a:r>
              <a:rPr lang="en-US" sz="1267">
                <a:solidFill>
                  <a:srgbClr val="2D2D2D"/>
                </a:solidFill>
                <a:latin typeface="Courier New" pitchFamily="34" charset="0"/>
                <a:ea typeface="Courier New" pitchFamily="34" charset="-122"/>
                <a:cs typeface="Courier New" pitchFamily="34" charset="-120"/>
              </a:rPr>
              <a:t>Out of scope: No UI, no email, no Postgres,</a:t>
            </a:r>
            <a:endParaRPr lang="en-US" sz="1267"/>
          </a:p>
          <a:p>
            <a:r>
              <a:rPr lang="en-US" sz="1267">
                <a:solidFill>
                  <a:srgbClr val="2D2D2D"/>
                </a:solidFill>
                <a:latin typeface="Courier New" pitchFamily="34" charset="0"/>
                <a:ea typeface="Courier New" pitchFamily="34" charset="-122"/>
                <a:cs typeface="Courier New" pitchFamily="34" charset="-120"/>
              </a:rPr>
              <a:t>             no multi-currency UI</a:t>
            </a:r>
            <a:endParaRPr lang="en-US" sz="1267"/>
          </a:p>
        </p:txBody>
      </p:sp>
      <p:sp>
        <p:nvSpPr>
          <p:cNvPr id="7" name="Text 5"/>
          <p:cNvSpPr/>
          <p:nvPr/>
        </p:nvSpPr>
        <p:spPr>
          <a:xfrm>
            <a:off x="5877338" y="3626137"/>
            <a:ext cx="438912" cy="487680"/>
          </a:xfrm>
          <a:prstGeom prst="rect">
            <a:avLst/>
          </a:prstGeom>
          <a:noFill/>
          <a:ln/>
        </p:spPr>
        <p:txBody>
          <a:bodyPr wrap="square" lIns="0" tIns="0" rIns="0" bIns="0" rtlCol="0" anchor="ctr"/>
          <a:lstStyle/>
          <a:p>
            <a:pPr algn="ctr"/>
            <a:r>
              <a:rPr lang="en-US" sz="2667" dirty="0">
                <a:solidFill>
                  <a:schemeClr val="tx1">
                    <a:lumMod val="60000"/>
                    <a:lumOff val="40000"/>
                  </a:schemeClr>
                </a:solidFill>
                <a:latin typeface="Calibri" pitchFamily="34" charset="0"/>
                <a:ea typeface="Calibri" pitchFamily="34" charset="-122"/>
                <a:cs typeface="Calibri" pitchFamily="34" charset="-120"/>
              </a:rPr>
              <a:t>→</a:t>
            </a:r>
            <a:endParaRPr lang="en-US" sz="2667" dirty="0">
              <a:solidFill>
                <a:schemeClr val="tx1">
                  <a:lumMod val="60000"/>
                  <a:lumOff val="40000"/>
                </a:schemeClr>
              </a:solidFill>
            </a:endParaRPr>
          </a:p>
        </p:txBody>
      </p:sp>
      <p:sp>
        <p:nvSpPr>
          <p:cNvPr id="8" name="Shape 6"/>
          <p:cNvSpPr/>
          <p:nvPr/>
        </p:nvSpPr>
        <p:spPr>
          <a:xfrm>
            <a:off x="6401594" y="1370617"/>
            <a:ext cx="5242560" cy="4998720"/>
          </a:xfrm>
          <a:prstGeom prst="roundRect">
            <a:avLst>
              <a:gd name="adj" fmla="val 2439"/>
            </a:avLst>
          </a:prstGeom>
          <a:solidFill>
            <a:srgbClr val="1A1A1A"/>
          </a:solidFill>
          <a:ln w="15240">
            <a:solidFill>
              <a:schemeClr val="accent2"/>
            </a:solidFill>
            <a:prstDash val="solid"/>
          </a:ln>
          <a:effectLst>
            <a:outerShdw blurRad="63500" dist="25400" dir="2700000" algn="bl" rotWithShape="0">
              <a:srgbClr val="000000">
                <a:alpha val="9000"/>
              </a:srgbClr>
            </a:outerShdw>
          </a:effectLst>
        </p:spPr>
        <p:txBody>
          <a:bodyPr/>
          <a:lstStyle/>
          <a:p>
            <a:endParaRPr lang="en-US" sz="3200"/>
          </a:p>
        </p:txBody>
      </p:sp>
      <p:sp>
        <p:nvSpPr>
          <p:cNvPr id="9" name="Text 7"/>
          <p:cNvSpPr/>
          <p:nvPr/>
        </p:nvSpPr>
        <p:spPr>
          <a:xfrm>
            <a:off x="6401594" y="1370617"/>
            <a:ext cx="5242560" cy="463296"/>
          </a:xfrm>
          <a:prstGeom prst="rect">
            <a:avLst/>
          </a:prstGeom>
          <a:noFill/>
          <a:ln/>
        </p:spPr>
        <p:txBody>
          <a:bodyPr wrap="square" lIns="0" tIns="0" rIns="0" bIns="0" rtlCol="0" anchor="ctr"/>
          <a:lstStyle/>
          <a:p>
            <a:pPr algn="ctr"/>
            <a:r>
              <a:rPr lang="en-US" sz="14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CLAUDE.md</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608858" y="1919258"/>
            <a:ext cx="4828032" cy="241401"/>
          </a:xfrm>
          <a:prstGeom prst="rect">
            <a:avLst/>
          </a:prstGeom>
          <a:noFill/>
          <a:ln/>
        </p:spPr>
        <p:txBody>
          <a:bodyPr wrap="square" lIns="0" tIns="0" rIns="0" bIns="0" rtlCol="0" anchor="t"/>
          <a:lstStyle/>
          <a:p>
            <a:r>
              <a:rPr lang="en-US" sz="1200" dirty="0">
                <a:solidFill>
                  <a:srgbClr val="00B050"/>
                </a:solidFill>
                <a:latin typeface="Courier New" pitchFamily="34" charset="0"/>
                <a:ea typeface="Courier New" pitchFamily="34" charset="-122"/>
                <a:cs typeface="Courier New" pitchFamily="34" charset="-120"/>
              </a:rPr>
              <a:t>## Project Overview</a:t>
            </a:r>
            <a:endParaRPr lang="en-US" sz="1200" dirty="0">
              <a:solidFill>
                <a:srgbClr val="00B050"/>
              </a:solidFill>
            </a:endParaRPr>
          </a:p>
        </p:txBody>
      </p:sp>
      <p:sp>
        <p:nvSpPr>
          <p:cNvPr id="11" name="Text 9"/>
          <p:cNvSpPr/>
          <p:nvPr/>
        </p:nvSpPr>
        <p:spPr>
          <a:xfrm>
            <a:off x="6608858" y="2160660"/>
            <a:ext cx="4828032" cy="241401"/>
          </a:xfrm>
          <a:prstGeom prst="rect">
            <a:avLst/>
          </a:prstGeom>
          <a:noFill/>
          <a:ln/>
        </p:spPr>
        <p:txBody>
          <a:bodyPr wrap="square" lIns="0" tIns="0" rIns="0" bIns="0" rtlCol="0" anchor="t"/>
          <a:lstStyle/>
          <a:p>
            <a:r>
              <a:rPr lang="en-US" sz="1200" dirty="0" err="1">
                <a:solidFill>
                  <a:schemeClr val="accent2"/>
                </a:solidFill>
                <a:latin typeface="Courier New" pitchFamily="34" charset="0"/>
                <a:ea typeface="Courier New" pitchFamily="34" charset="-122"/>
                <a:cs typeface="Courier New" pitchFamily="34" charset="-120"/>
              </a:rPr>
              <a:t>ExpenseFlow</a:t>
            </a:r>
            <a:r>
              <a:rPr lang="en-US" sz="1200" dirty="0">
                <a:solidFill>
                  <a:schemeClr val="accent2"/>
                </a:solidFill>
                <a:latin typeface="Courier New" pitchFamily="34" charset="0"/>
                <a:ea typeface="Courier New" pitchFamily="34" charset="-122"/>
                <a:cs typeface="Courier New" pitchFamily="34" charset="-120"/>
              </a:rPr>
              <a:t> PoC — expense submission,</a:t>
            </a:r>
            <a:endParaRPr lang="en-US" sz="1200" dirty="0">
              <a:solidFill>
                <a:schemeClr val="accent2"/>
              </a:solidFill>
            </a:endParaRPr>
          </a:p>
        </p:txBody>
      </p:sp>
      <p:sp>
        <p:nvSpPr>
          <p:cNvPr id="12" name="Text 10"/>
          <p:cNvSpPr/>
          <p:nvPr/>
        </p:nvSpPr>
        <p:spPr>
          <a:xfrm>
            <a:off x="6608858" y="2402061"/>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normalisation to INR minor units,</a:t>
            </a:r>
            <a:endParaRPr lang="en-US" sz="1200">
              <a:solidFill>
                <a:schemeClr val="accent2"/>
              </a:solidFill>
            </a:endParaRPr>
          </a:p>
        </p:txBody>
      </p:sp>
      <p:sp>
        <p:nvSpPr>
          <p:cNvPr id="13" name="Text 11"/>
          <p:cNvSpPr/>
          <p:nvPr/>
        </p:nvSpPr>
        <p:spPr>
          <a:xfrm>
            <a:off x="6608858" y="2643464"/>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and Claude-generated spending insight.</a:t>
            </a:r>
            <a:endParaRPr lang="en-US" sz="1200">
              <a:solidFill>
                <a:schemeClr val="accent2"/>
              </a:solidFill>
            </a:endParaRPr>
          </a:p>
        </p:txBody>
      </p:sp>
      <p:sp>
        <p:nvSpPr>
          <p:cNvPr id="14" name="Text 12"/>
          <p:cNvSpPr/>
          <p:nvPr/>
        </p:nvSpPr>
        <p:spPr>
          <a:xfrm>
            <a:off x="6608858" y="2884865"/>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Used by finance staff — CLI only.</a:t>
            </a:r>
            <a:endParaRPr lang="en-US" sz="1200">
              <a:solidFill>
                <a:schemeClr val="accent2"/>
              </a:solidFill>
            </a:endParaRPr>
          </a:p>
        </p:txBody>
      </p:sp>
      <p:sp>
        <p:nvSpPr>
          <p:cNvPr id="15" name="Text 13"/>
          <p:cNvSpPr/>
          <p:nvPr/>
        </p:nvSpPr>
        <p:spPr>
          <a:xfrm>
            <a:off x="6608858" y="3126266"/>
            <a:ext cx="4828032" cy="241401"/>
          </a:xfrm>
          <a:prstGeom prst="rect">
            <a:avLst/>
          </a:prstGeom>
          <a:noFill/>
          <a:ln/>
        </p:spPr>
        <p:txBody>
          <a:bodyPr wrap="square" lIns="0" tIns="0" rIns="0" bIns="0" rtlCol="0" anchor="t"/>
          <a:lstStyle/>
          <a:p>
            <a:endParaRPr lang="en-US" sz="1200"/>
          </a:p>
        </p:txBody>
      </p:sp>
      <p:sp>
        <p:nvSpPr>
          <p:cNvPr id="16" name="Text 14"/>
          <p:cNvSpPr/>
          <p:nvPr/>
        </p:nvSpPr>
        <p:spPr>
          <a:xfrm>
            <a:off x="6608858" y="3367668"/>
            <a:ext cx="4828032" cy="241401"/>
          </a:xfrm>
          <a:prstGeom prst="rect">
            <a:avLst/>
          </a:prstGeom>
          <a:noFill/>
          <a:ln/>
        </p:spPr>
        <p:txBody>
          <a:bodyPr wrap="square" lIns="0" tIns="0" rIns="0" bIns="0" rtlCol="0" anchor="t"/>
          <a:lstStyle/>
          <a:p>
            <a:r>
              <a:rPr lang="en-US" sz="1200">
                <a:solidFill>
                  <a:srgbClr val="00B050"/>
                </a:solidFill>
                <a:latin typeface="Courier New" pitchFamily="34" charset="0"/>
                <a:ea typeface="Courier New" pitchFamily="34" charset="-122"/>
                <a:cs typeface="Courier New" pitchFamily="34" charset="-120"/>
              </a:rPr>
              <a:t>## Tech Stack</a:t>
            </a:r>
            <a:endParaRPr lang="en-US" sz="1200">
              <a:solidFill>
                <a:srgbClr val="00B050"/>
              </a:solidFill>
            </a:endParaRPr>
          </a:p>
        </p:txBody>
      </p:sp>
      <p:sp>
        <p:nvSpPr>
          <p:cNvPr id="17" name="Text 15"/>
          <p:cNvSpPr/>
          <p:nvPr/>
        </p:nvSpPr>
        <p:spPr>
          <a:xfrm>
            <a:off x="6608858" y="3609069"/>
            <a:ext cx="4828032" cy="241401"/>
          </a:xfrm>
          <a:prstGeom prst="rect">
            <a:avLst/>
          </a:prstGeom>
          <a:noFill/>
          <a:ln/>
        </p:spPr>
        <p:txBody>
          <a:bodyPr wrap="square" lIns="0" tIns="0" rIns="0" bIns="0" rtlCol="0" anchor="t"/>
          <a:lstStyle/>
          <a:p>
            <a:r>
              <a:rPr lang="en-US" sz="1200" dirty="0">
                <a:solidFill>
                  <a:schemeClr val="accent2"/>
                </a:solidFill>
                <a:latin typeface="Courier New" pitchFamily="34" charset="0"/>
                <a:ea typeface="Courier New" pitchFamily="34" charset="-122"/>
                <a:cs typeface="Courier New" pitchFamily="34" charset="-120"/>
              </a:rPr>
              <a:t>Python 3.11 · </a:t>
            </a:r>
            <a:r>
              <a:rPr lang="en-US" sz="1200" dirty="0" err="1">
                <a:solidFill>
                  <a:schemeClr val="accent2"/>
                </a:solidFill>
                <a:latin typeface="Courier New" pitchFamily="34" charset="0"/>
                <a:ea typeface="Courier New" pitchFamily="34" charset="-122"/>
                <a:cs typeface="Courier New" pitchFamily="34" charset="-120"/>
              </a:rPr>
              <a:t>FastAPI</a:t>
            </a:r>
            <a:r>
              <a:rPr lang="en-US" sz="1200" dirty="0">
                <a:solidFill>
                  <a:schemeClr val="accent2"/>
                </a:solidFill>
                <a:latin typeface="Courier New" pitchFamily="34" charset="0"/>
                <a:ea typeface="Courier New" pitchFamily="34" charset="-122"/>
                <a:cs typeface="Courier New" pitchFamily="34" charset="-120"/>
              </a:rPr>
              <a:t> · SQLite</a:t>
            </a:r>
            <a:endParaRPr lang="en-US" sz="1200" dirty="0">
              <a:solidFill>
                <a:schemeClr val="accent2"/>
              </a:solidFill>
            </a:endParaRPr>
          </a:p>
        </p:txBody>
      </p:sp>
      <p:sp>
        <p:nvSpPr>
          <p:cNvPr id="18" name="Text 16"/>
          <p:cNvSpPr/>
          <p:nvPr/>
        </p:nvSpPr>
        <p:spPr>
          <a:xfrm>
            <a:off x="6608858" y="3850472"/>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anthropic SDK · Entry: main.py</a:t>
            </a:r>
            <a:endParaRPr lang="en-US" sz="1200">
              <a:solidFill>
                <a:schemeClr val="accent2"/>
              </a:solidFill>
            </a:endParaRPr>
          </a:p>
        </p:txBody>
      </p:sp>
      <p:sp>
        <p:nvSpPr>
          <p:cNvPr id="19" name="Text 17"/>
          <p:cNvSpPr/>
          <p:nvPr/>
        </p:nvSpPr>
        <p:spPr>
          <a:xfrm>
            <a:off x="6608858" y="4091873"/>
            <a:ext cx="4828032" cy="241401"/>
          </a:xfrm>
          <a:prstGeom prst="rect">
            <a:avLst/>
          </a:prstGeom>
          <a:noFill/>
          <a:ln/>
        </p:spPr>
        <p:txBody>
          <a:bodyPr wrap="square" lIns="0" tIns="0" rIns="0" bIns="0" rtlCol="0" anchor="t"/>
          <a:lstStyle/>
          <a:p>
            <a:endParaRPr lang="en-US" sz="1200"/>
          </a:p>
        </p:txBody>
      </p:sp>
      <p:sp>
        <p:nvSpPr>
          <p:cNvPr id="20" name="Text 18"/>
          <p:cNvSpPr/>
          <p:nvPr/>
        </p:nvSpPr>
        <p:spPr>
          <a:xfrm>
            <a:off x="6608858" y="4333274"/>
            <a:ext cx="4828032" cy="241401"/>
          </a:xfrm>
          <a:prstGeom prst="rect">
            <a:avLst/>
          </a:prstGeom>
          <a:noFill/>
          <a:ln/>
        </p:spPr>
        <p:txBody>
          <a:bodyPr wrap="square" lIns="0" tIns="0" rIns="0" bIns="0" rtlCol="0" anchor="t"/>
          <a:lstStyle/>
          <a:p>
            <a:r>
              <a:rPr lang="en-US" sz="1200">
                <a:solidFill>
                  <a:srgbClr val="00B050"/>
                </a:solidFill>
                <a:latin typeface="Courier New" pitchFamily="34" charset="0"/>
                <a:ea typeface="Courier New" pitchFamily="34" charset="-122"/>
                <a:cs typeface="Courier New" pitchFamily="34" charset="-120"/>
              </a:rPr>
              <a:t>## Constraints</a:t>
            </a:r>
            <a:endParaRPr lang="en-US" sz="1200">
              <a:solidFill>
                <a:srgbClr val="00B050"/>
              </a:solidFill>
            </a:endParaRPr>
          </a:p>
        </p:txBody>
      </p:sp>
      <p:sp>
        <p:nvSpPr>
          <p:cNvPr id="21" name="Text 19"/>
          <p:cNvSpPr/>
          <p:nvPr/>
        </p:nvSpPr>
        <p:spPr>
          <a:xfrm>
            <a:off x="6608858" y="4574676"/>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Money as integer minor units (paise).</a:t>
            </a:r>
            <a:endParaRPr lang="en-US" sz="1200">
              <a:solidFill>
                <a:schemeClr val="accent2"/>
              </a:solidFill>
            </a:endParaRPr>
          </a:p>
        </p:txBody>
      </p:sp>
      <p:sp>
        <p:nvSpPr>
          <p:cNvPr id="22" name="Text 20"/>
          <p:cNvSpPr/>
          <p:nvPr/>
        </p:nvSpPr>
        <p:spPr>
          <a:xfrm>
            <a:off x="6608858" y="4816077"/>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All amounts normalised to INR on write.</a:t>
            </a:r>
            <a:endParaRPr lang="en-US" sz="1200">
              <a:solidFill>
                <a:schemeClr val="accent2"/>
              </a:solidFill>
            </a:endParaRPr>
          </a:p>
        </p:txBody>
      </p:sp>
      <p:sp>
        <p:nvSpPr>
          <p:cNvPr id="23" name="Text 21"/>
          <p:cNvSpPr/>
          <p:nvPr/>
        </p:nvSpPr>
        <p:spPr>
          <a:xfrm>
            <a:off x="6608858" y="5057480"/>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CLI output only. No UI.</a:t>
            </a:r>
            <a:endParaRPr lang="en-US" sz="1200">
              <a:solidFill>
                <a:schemeClr val="accent2"/>
              </a:solidFill>
            </a:endParaRPr>
          </a:p>
        </p:txBody>
      </p:sp>
      <p:sp>
        <p:nvSpPr>
          <p:cNvPr id="24" name="Text 22"/>
          <p:cNvSpPr/>
          <p:nvPr/>
        </p:nvSpPr>
        <p:spPr>
          <a:xfrm>
            <a:off x="6608858" y="5298881"/>
            <a:ext cx="4828032" cy="241401"/>
          </a:xfrm>
          <a:prstGeom prst="rect">
            <a:avLst/>
          </a:prstGeom>
          <a:noFill/>
          <a:ln/>
        </p:spPr>
        <p:txBody>
          <a:bodyPr wrap="square" lIns="0" tIns="0" rIns="0" bIns="0" rtlCol="0" anchor="t"/>
          <a:lstStyle/>
          <a:p>
            <a:endParaRPr lang="en-US" sz="1200"/>
          </a:p>
        </p:txBody>
      </p:sp>
      <p:sp>
        <p:nvSpPr>
          <p:cNvPr id="25" name="Text 23"/>
          <p:cNvSpPr/>
          <p:nvPr/>
        </p:nvSpPr>
        <p:spPr>
          <a:xfrm>
            <a:off x="6608858" y="5540282"/>
            <a:ext cx="4828032" cy="241401"/>
          </a:xfrm>
          <a:prstGeom prst="rect">
            <a:avLst/>
          </a:prstGeom>
          <a:noFill/>
          <a:ln/>
        </p:spPr>
        <p:txBody>
          <a:bodyPr wrap="square" lIns="0" tIns="0" rIns="0" bIns="0" rtlCol="0" anchor="t"/>
          <a:lstStyle/>
          <a:p>
            <a:r>
              <a:rPr lang="en-US" sz="1200">
                <a:solidFill>
                  <a:srgbClr val="00B050"/>
                </a:solidFill>
                <a:latin typeface="Courier New" pitchFamily="34" charset="0"/>
                <a:ea typeface="Courier New" pitchFamily="34" charset="-122"/>
                <a:cs typeface="Courier New" pitchFamily="34" charset="-120"/>
              </a:rPr>
              <a:t>## Do Not Touch</a:t>
            </a:r>
            <a:endParaRPr lang="en-US" sz="1200">
              <a:solidFill>
                <a:srgbClr val="00B050"/>
              </a:solidFill>
            </a:endParaRPr>
          </a:p>
        </p:txBody>
      </p:sp>
      <p:sp>
        <p:nvSpPr>
          <p:cNvPr id="26" name="Text 24"/>
          <p:cNvSpPr/>
          <p:nvPr/>
        </p:nvSpPr>
        <p:spPr>
          <a:xfrm>
            <a:off x="6608858" y="5781684"/>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Do not add a UI, email, or Postgres.</a:t>
            </a:r>
            <a:endParaRPr lang="en-US" sz="1200">
              <a:solidFill>
                <a:schemeClr val="accent2"/>
              </a:solidFill>
            </a:endParaRPr>
          </a:p>
        </p:txBody>
      </p:sp>
      <p:sp>
        <p:nvSpPr>
          <p:cNvPr id="27" name="Text 25"/>
          <p:cNvSpPr/>
          <p:nvPr/>
        </p:nvSpPr>
        <p:spPr>
          <a:xfrm>
            <a:off x="6608858" y="6023085"/>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Do not change the money convention.</a:t>
            </a:r>
            <a:endParaRPr lang="en-US" sz="1200">
              <a:solidFill>
                <a:schemeClr val="accen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hape 0">
            <a:extLst>
              <a:ext uri="{FF2B5EF4-FFF2-40B4-BE49-F238E27FC236}">
                <a16:creationId xmlns:a16="http://schemas.microsoft.com/office/drawing/2014/main" id="{4A0CC85B-7B7F-B789-45A0-6BBA3BA5C003}"/>
              </a:ext>
            </a:extLst>
          </p:cNvPr>
          <p:cNvSpPr/>
          <p:nvPr/>
        </p:nvSpPr>
        <p:spPr>
          <a:xfrm>
            <a:off x="9745544" y="22142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543000" y="160464"/>
            <a:ext cx="2247655" cy="58521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REFLECT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549434" y="274320"/>
            <a:ext cx="8534400" cy="585216"/>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Is Your PoC Good Enough?</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944765"/>
            <a:ext cx="11094720" cy="316992"/>
          </a:xfrm>
          <a:prstGeom prst="rect">
            <a:avLst/>
          </a:prstGeom>
          <a:noFill/>
          <a:ln/>
        </p:spPr>
        <p:txBody>
          <a:bodyPr wrap="square" lIns="0" tIns="0" rIns="0" bIns="0" rtlCol="0" anchor="ctr"/>
          <a:lstStyle/>
          <a:p>
            <a:r>
              <a:rPr lang="en-US" sz="1600" dirty="0">
                <a:solidFill>
                  <a:srgbClr val="555555"/>
                </a:solidFill>
                <a:latin typeface="Open Sans" panose="020B0606030504020204" pitchFamily="34" charset="0"/>
                <a:ea typeface="Open Sans" panose="020B0606030504020204" pitchFamily="34" charset="0"/>
                <a:cs typeface="Open Sans" panose="020B0606030504020204" pitchFamily="34" charset="0"/>
              </a:rPr>
              <a:t>Four questions — one per element of your brief. If any answer is no, revise before you open Claude Code.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549434" y="1420253"/>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756698" y="1712861"/>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756698" y="1712861"/>
            <a:ext cx="536448" cy="536448"/>
          </a:xfrm>
          <a:prstGeom prst="rect">
            <a:avLst/>
          </a:prstGeom>
          <a:noFill/>
          <a:ln/>
        </p:spPr>
        <p:txBody>
          <a:bodyPr wrap="square" lIns="0" tIns="0" rIns="0" bIns="0" rtlCol="0" anchor="ctr"/>
          <a:lstStyle/>
          <a:p>
            <a:pPr algn="ctr"/>
            <a:r>
              <a:rPr lang="en-US" sz="1733" b="1" dirty="0">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524794" y="1542173"/>
            <a:ext cx="2682240" cy="316992"/>
          </a:xfrm>
          <a:prstGeom prst="rect">
            <a:avLst/>
          </a:prstGeom>
          <a:noFill/>
          <a:ln/>
        </p:spPr>
        <p:txBody>
          <a:bodyPr wrap="square" lIns="0" tIns="0" rIns="0" bIns="0" rtlCol="0" anchor="ctr"/>
          <a:lstStyle/>
          <a:p>
            <a:r>
              <a:rPr lang="en-US" sz="1100" b="1" kern="0" spc="107" dirty="0">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IT DO?</a:t>
            </a:r>
            <a:endParaRPr lang="en-US" sz="11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524794" y="1859165"/>
            <a:ext cx="5608320" cy="585216"/>
          </a:xfrm>
          <a:prstGeom prst="rect">
            <a:avLst/>
          </a:prstGeom>
          <a:noFill/>
          <a:ln/>
        </p:spPr>
        <p:txBody>
          <a:bodyPr wrap="square" lIns="0" tIns="0" rIns="0" bIns="0" rtlCol="0" anchor="t"/>
          <a:lstStyle/>
          <a:p>
            <a:r>
              <a:rPr lang="en-US" sz="1600" dirty="0">
                <a:latin typeface="Open Sans" panose="020B0606030504020204" pitchFamily="34" charset="0"/>
                <a:ea typeface="Open Sans" panose="020B0606030504020204" pitchFamily="34" charset="0"/>
                <a:cs typeface="Open Sans" panose="020B0606030504020204" pitchFamily="34" charset="0"/>
              </a:rPr>
              <a:t>Can you describe it in one sentence, active voice, with 'and' used at most once?</a:t>
            </a:r>
          </a:p>
        </p:txBody>
      </p:sp>
      <p:sp>
        <p:nvSpPr>
          <p:cNvPr id="13" name="Text 11"/>
          <p:cNvSpPr/>
          <p:nvPr/>
        </p:nvSpPr>
        <p:spPr>
          <a:xfrm>
            <a:off x="7681754" y="1542173"/>
            <a:ext cx="585216" cy="426720"/>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7437914" y="1993277"/>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7681754" y="2042045"/>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549434" y="2712605"/>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756698" y="3005213"/>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756698" y="3005213"/>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524794" y="2834525"/>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WHO USES IT?</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524794" y="3151517"/>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named a specific role in a specific moment — not just 'the team'?</a:t>
            </a:r>
          </a:p>
        </p:txBody>
      </p:sp>
      <p:sp>
        <p:nvSpPr>
          <p:cNvPr id="26" name="Text 24"/>
          <p:cNvSpPr/>
          <p:nvPr/>
        </p:nvSpPr>
        <p:spPr>
          <a:xfrm>
            <a:off x="7681754" y="2834525"/>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7437914" y="3285629"/>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7681754" y="3334397"/>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549434" y="4004957"/>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31"/>
          <p:cNvSpPr/>
          <p:nvPr/>
        </p:nvSpPr>
        <p:spPr>
          <a:xfrm>
            <a:off x="756698" y="4297565"/>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32"/>
          <p:cNvSpPr/>
          <p:nvPr/>
        </p:nvSpPr>
        <p:spPr>
          <a:xfrm>
            <a:off x="756698" y="4297565"/>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1524794" y="4126877"/>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SUCCESS LOOK LIKE?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4"/>
          <p:cNvSpPr/>
          <p:nvPr/>
        </p:nvSpPr>
        <p:spPr>
          <a:xfrm>
            <a:off x="1524794" y="4443869"/>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Can you verify whether it worked in under 60 seconds of running it?</a:t>
            </a:r>
          </a:p>
        </p:txBody>
      </p:sp>
      <p:sp>
        <p:nvSpPr>
          <p:cNvPr id="37" name="Shape 35"/>
          <p:cNvSpPr/>
          <p:nvPr/>
        </p:nvSpPr>
        <p:spPr>
          <a:xfrm>
            <a:off x="7291610" y="4151261"/>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7"/>
          <p:cNvSpPr/>
          <p:nvPr/>
        </p:nvSpPr>
        <p:spPr>
          <a:xfrm>
            <a:off x="7681754" y="4126877"/>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39"/>
          <p:cNvSpPr/>
          <p:nvPr/>
        </p:nvSpPr>
        <p:spPr>
          <a:xfrm>
            <a:off x="7437914" y="4577981"/>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41"/>
          <p:cNvSpPr/>
          <p:nvPr/>
        </p:nvSpPr>
        <p:spPr>
          <a:xfrm>
            <a:off x="7681754" y="4626749"/>
            <a:ext cx="512064" cy="426720"/>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43"/>
          <p:cNvSpPr/>
          <p:nvPr/>
        </p:nvSpPr>
        <p:spPr>
          <a:xfrm>
            <a:off x="549434" y="5297309"/>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44"/>
          <p:cNvSpPr/>
          <p:nvPr/>
        </p:nvSpPr>
        <p:spPr>
          <a:xfrm>
            <a:off x="756698" y="5589917"/>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5"/>
          <p:cNvSpPr/>
          <p:nvPr/>
        </p:nvSpPr>
        <p:spPr>
          <a:xfrm>
            <a:off x="756698" y="5589917"/>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6"/>
          <p:cNvSpPr/>
          <p:nvPr/>
        </p:nvSpPr>
        <p:spPr>
          <a:xfrm>
            <a:off x="1524794" y="5419229"/>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IS OUT OF SCOPE?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7"/>
          <p:cNvSpPr/>
          <p:nvPr/>
        </p:nvSpPr>
        <p:spPr>
          <a:xfrm>
            <a:off x="1524794" y="5736221"/>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written down at least two things your PoC will not do?</a:t>
            </a:r>
          </a:p>
        </p:txBody>
      </p:sp>
      <p:sp>
        <p:nvSpPr>
          <p:cNvPr id="50" name="Shape 48"/>
          <p:cNvSpPr/>
          <p:nvPr/>
        </p:nvSpPr>
        <p:spPr>
          <a:xfrm>
            <a:off x="7291610" y="5443613"/>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50"/>
          <p:cNvSpPr/>
          <p:nvPr/>
        </p:nvSpPr>
        <p:spPr>
          <a:xfrm>
            <a:off x="7681754" y="5419229"/>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52"/>
          <p:cNvSpPr/>
          <p:nvPr/>
        </p:nvSpPr>
        <p:spPr>
          <a:xfrm>
            <a:off x="7437914" y="5870333"/>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54"/>
          <p:cNvSpPr/>
          <p:nvPr/>
        </p:nvSpPr>
        <p:spPr>
          <a:xfrm>
            <a:off x="7681754" y="5919101"/>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35">
            <a:extLst>
              <a:ext uri="{FF2B5EF4-FFF2-40B4-BE49-F238E27FC236}">
                <a16:creationId xmlns:a16="http://schemas.microsoft.com/office/drawing/2014/main" id="{0228653D-A73B-2A9F-7551-2CA739356A0D}"/>
              </a:ext>
            </a:extLst>
          </p:cNvPr>
          <p:cNvSpPr/>
          <p:nvPr/>
        </p:nvSpPr>
        <p:spPr>
          <a:xfrm>
            <a:off x="7286605" y="2858909"/>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8" name="Shape 35">
            <a:extLst>
              <a:ext uri="{FF2B5EF4-FFF2-40B4-BE49-F238E27FC236}">
                <a16:creationId xmlns:a16="http://schemas.microsoft.com/office/drawing/2014/main" id="{293898EA-9857-03F0-DC14-FB448AAD1A9B}"/>
              </a:ext>
            </a:extLst>
          </p:cNvPr>
          <p:cNvSpPr/>
          <p:nvPr/>
        </p:nvSpPr>
        <p:spPr>
          <a:xfrm>
            <a:off x="7286605" y="1566557"/>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2C05C-9E89-C19D-E96A-019FA06D1C4B}"/>
            </a:ext>
          </a:extLst>
        </p:cNvPr>
        <p:cNvGrpSpPr/>
        <p:nvPr/>
      </p:nvGrpSpPr>
      <p:grpSpPr>
        <a:xfrm>
          <a:off x="0" y="0"/>
          <a:ext cx="0" cy="0"/>
          <a:chOff x="0" y="0"/>
          <a:chExt cx="0" cy="0"/>
        </a:xfrm>
      </p:grpSpPr>
      <p:sp>
        <p:nvSpPr>
          <p:cNvPr id="63" name="Shape 0">
            <a:extLst>
              <a:ext uri="{FF2B5EF4-FFF2-40B4-BE49-F238E27FC236}">
                <a16:creationId xmlns:a16="http://schemas.microsoft.com/office/drawing/2014/main" id="{284E1EA8-DCD0-7B7B-57C3-63F3E193AD73}"/>
              </a:ext>
            </a:extLst>
          </p:cNvPr>
          <p:cNvSpPr/>
          <p:nvPr/>
        </p:nvSpPr>
        <p:spPr>
          <a:xfrm>
            <a:off x="9745544" y="22142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a:extLst>
              <a:ext uri="{FF2B5EF4-FFF2-40B4-BE49-F238E27FC236}">
                <a16:creationId xmlns:a16="http://schemas.microsoft.com/office/drawing/2014/main" id="{B227675E-681C-0ECE-9924-1359D0417CA1}"/>
              </a:ext>
            </a:extLst>
          </p:cNvPr>
          <p:cNvSpPr/>
          <p:nvPr/>
        </p:nvSpPr>
        <p:spPr>
          <a:xfrm>
            <a:off x="9543000" y="160464"/>
            <a:ext cx="2247655" cy="58521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REFLECT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a:extLst>
              <a:ext uri="{FF2B5EF4-FFF2-40B4-BE49-F238E27FC236}">
                <a16:creationId xmlns:a16="http://schemas.microsoft.com/office/drawing/2014/main" id="{F0642FCB-CB99-2C93-7CDC-72A2791F6923}"/>
              </a:ext>
            </a:extLst>
          </p:cNvPr>
          <p:cNvSpPr/>
          <p:nvPr/>
        </p:nvSpPr>
        <p:spPr>
          <a:xfrm>
            <a:off x="549434" y="274320"/>
            <a:ext cx="8534400" cy="585216"/>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Is Your PoC Good Enough?</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a:extLst>
              <a:ext uri="{FF2B5EF4-FFF2-40B4-BE49-F238E27FC236}">
                <a16:creationId xmlns:a16="http://schemas.microsoft.com/office/drawing/2014/main" id="{E6B8ED4B-C25A-8FF0-ADB9-E56B6928E00E}"/>
              </a:ext>
            </a:extLst>
          </p:cNvPr>
          <p:cNvSpPr/>
          <p:nvPr/>
        </p:nvSpPr>
        <p:spPr>
          <a:xfrm>
            <a:off x="549434" y="944765"/>
            <a:ext cx="11094720" cy="316992"/>
          </a:xfrm>
          <a:prstGeom prst="rect">
            <a:avLst/>
          </a:prstGeom>
          <a:noFill/>
          <a:ln/>
        </p:spPr>
        <p:txBody>
          <a:bodyPr wrap="square" lIns="0" tIns="0" rIns="0" bIns="0" rtlCol="0" anchor="ctr"/>
          <a:lstStyle/>
          <a:p>
            <a:r>
              <a:rPr lang="en-US" sz="1600" dirty="0">
                <a:solidFill>
                  <a:srgbClr val="555555"/>
                </a:solidFill>
                <a:latin typeface="Open Sans" panose="020B0606030504020204" pitchFamily="34" charset="0"/>
                <a:ea typeface="Open Sans" panose="020B0606030504020204" pitchFamily="34" charset="0"/>
                <a:cs typeface="Open Sans" panose="020B0606030504020204" pitchFamily="34" charset="0"/>
              </a:rPr>
              <a:t>Four questions — one per element of your brief. If any answer is no, revise before you open Claude Code.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a:extLst>
              <a:ext uri="{FF2B5EF4-FFF2-40B4-BE49-F238E27FC236}">
                <a16:creationId xmlns:a16="http://schemas.microsoft.com/office/drawing/2014/main" id="{61FCBB9A-1E0A-EAE8-0C41-E7F6F7B98592}"/>
              </a:ext>
            </a:extLst>
          </p:cNvPr>
          <p:cNvSpPr/>
          <p:nvPr/>
        </p:nvSpPr>
        <p:spPr>
          <a:xfrm>
            <a:off x="549434" y="1420253"/>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a:extLst>
              <a:ext uri="{FF2B5EF4-FFF2-40B4-BE49-F238E27FC236}">
                <a16:creationId xmlns:a16="http://schemas.microsoft.com/office/drawing/2014/main" id="{2F1F1169-83CF-F0C2-9247-BB4E106D621F}"/>
              </a:ext>
            </a:extLst>
          </p:cNvPr>
          <p:cNvSpPr/>
          <p:nvPr/>
        </p:nvSpPr>
        <p:spPr>
          <a:xfrm>
            <a:off x="756698" y="1712861"/>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a:extLst>
              <a:ext uri="{FF2B5EF4-FFF2-40B4-BE49-F238E27FC236}">
                <a16:creationId xmlns:a16="http://schemas.microsoft.com/office/drawing/2014/main" id="{DF851854-2C73-41F2-6683-3E4EEBB8EBA5}"/>
              </a:ext>
            </a:extLst>
          </p:cNvPr>
          <p:cNvSpPr/>
          <p:nvPr/>
        </p:nvSpPr>
        <p:spPr>
          <a:xfrm>
            <a:off x="756698" y="1712861"/>
            <a:ext cx="536448" cy="536448"/>
          </a:xfrm>
          <a:prstGeom prst="rect">
            <a:avLst/>
          </a:prstGeom>
          <a:noFill/>
          <a:ln/>
        </p:spPr>
        <p:txBody>
          <a:bodyPr wrap="square" lIns="0" tIns="0" rIns="0" bIns="0" rtlCol="0" anchor="ctr"/>
          <a:lstStyle/>
          <a:p>
            <a:pPr algn="ctr"/>
            <a:r>
              <a:rPr lang="en-US" sz="1733" b="1" dirty="0">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a:extLst>
              <a:ext uri="{FF2B5EF4-FFF2-40B4-BE49-F238E27FC236}">
                <a16:creationId xmlns:a16="http://schemas.microsoft.com/office/drawing/2014/main" id="{ED5E5A82-0DE2-291D-849D-1A18164174ED}"/>
              </a:ext>
            </a:extLst>
          </p:cNvPr>
          <p:cNvSpPr/>
          <p:nvPr/>
        </p:nvSpPr>
        <p:spPr>
          <a:xfrm>
            <a:off x="1524794" y="1542173"/>
            <a:ext cx="2682240" cy="316992"/>
          </a:xfrm>
          <a:prstGeom prst="rect">
            <a:avLst/>
          </a:prstGeom>
          <a:noFill/>
          <a:ln/>
        </p:spPr>
        <p:txBody>
          <a:bodyPr wrap="square" lIns="0" tIns="0" rIns="0" bIns="0" rtlCol="0" anchor="ctr"/>
          <a:lstStyle/>
          <a:p>
            <a:r>
              <a:rPr lang="en-US" sz="1100" b="1" kern="0" spc="107" dirty="0">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IT DO?</a:t>
            </a:r>
            <a:endParaRPr lang="en-US" sz="11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EE9A19B2-DBB2-5DAE-D980-9ABF6526ECB6}"/>
              </a:ext>
            </a:extLst>
          </p:cNvPr>
          <p:cNvSpPr/>
          <p:nvPr/>
        </p:nvSpPr>
        <p:spPr>
          <a:xfrm>
            <a:off x="1524794" y="1859165"/>
            <a:ext cx="5608320" cy="585216"/>
          </a:xfrm>
          <a:prstGeom prst="rect">
            <a:avLst/>
          </a:prstGeom>
          <a:noFill/>
          <a:ln/>
        </p:spPr>
        <p:txBody>
          <a:bodyPr wrap="square" lIns="0" tIns="0" rIns="0" bIns="0" rtlCol="0" anchor="t"/>
          <a:lstStyle/>
          <a:p>
            <a:r>
              <a:rPr lang="en-US" sz="1600" dirty="0">
                <a:latin typeface="Open Sans" panose="020B0606030504020204" pitchFamily="34" charset="0"/>
                <a:ea typeface="Open Sans" panose="020B0606030504020204" pitchFamily="34" charset="0"/>
                <a:cs typeface="Open Sans" panose="020B0606030504020204" pitchFamily="34" charset="0"/>
              </a:rPr>
              <a:t>Can you describe it in one sentence, active voice, with 'and' used at most once?</a:t>
            </a:r>
          </a:p>
        </p:txBody>
      </p:sp>
      <p:sp>
        <p:nvSpPr>
          <p:cNvPr id="11" name="Shape 9">
            <a:extLst>
              <a:ext uri="{FF2B5EF4-FFF2-40B4-BE49-F238E27FC236}">
                <a16:creationId xmlns:a16="http://schemas.microsoft.com/office/drawing/2014/main" id="{821243AA-16BA-B6FC-F9D3-742606818136}"/>
              </a:ext>
            </a:extLst>
          </p:cNvPr>
          <p:cNvSpPr/>
          <p:nvPr/>
        </p:nvSpPr>
        <p:spPr>
          <a:xfrm>
            <a:off x="7291610" y="1566557"/>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21D8A5C8-00CE-1DE8-5693-6507FA877E3D}"/>
              </a:ext>
            </a:extLst>
          </p:cNvPr>
          <p:cNvSpPr/>
          <p:nvPr/>
        </p:nvSpPr>
        <p:spPr>
          <a:xfrm>
            <a:off x="7437914" y="1542173"/>
            <a:ext cx="268224" cy="426720"/>
          </a:xfrm>
          <a:prstGeom prst="rect">
            <a:avLst/>
          </a:prstGeom>
          <a:noFill/>
          <a:ln/>
        </p:spPr>
        <p:txBody>
          <a:bodyPr wrap="square" lIns="0" tIns="0" rIns="0" bIns="0" rtlCol="0" anchor="ctr"/>
          <a:lstStyle/>
          <a:p>
            <a:r>
              <a:rPr lang="en-US" sz="1467" b="1" dirty="0">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2AEF4032-A896-2A88-A84C-AF1F22A0F2DA}"/>
              </a:ext>
            </a:extLst>
          </p:cNvPr>
          <p:cNvSpPr/>
          <p:nvPr/>
        </p:nvSpPr>
        <p:spPr>
          <a:xfrm>
            <a:off x="7681754" y="1542173"/>
            <a:ext cx="585216" cy="426720"/>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8645663F-F8FD-EE68-1166-D6FDB84A37E8}"/>
              </a:ext>
            </a:extLst>
          </p:cNvPr>
          <p:cNvSpPr/>
          <p:nvPr/>
        </p:nvSpPr>
        <p:spPr>
          <a:xfrm>
            <a:off x="8169434" y="1542173"/>
            <a:ext cx="3230880" cy="426720"/>
          </a:xfrm>
          <a:prstGeom prst="rect">
            <a:avLst/>
          </a:prstGeom>
          <a:noFill/>
          <a:ln/>
        </p:spPr>
        <p:txBody>
          <a:bodyPr wrap="square" lIns="0" tIns="0" rIns="0" bIns="0" rtlCol="0" anchor="ctr"/>
          <a:lstStyle/>
          <a:p>
            <a:r>
              <a:rPr lang="en-US" sz="1050" dirty="0">
                <a:solidFill>
                  <a:srgbClr val="555555"/>
                </a:solidFill>
                <a:latin typeface="Open Sans" panose="020B0606030504020204" pitchFamily="34" charset="0"/>
                <a:ea typeface="Open Sans" panose="020B0606030504020204" pitchFamily="34" charset="0"/>
                <a:cs typeface="Open Sans" panose="020B0606030504020204" pitchFamily="34" charset="0"/>
              </a:rPr>
              <a:t>Good. That is a scoped action with a clear output.</a:t>
            </a:r>
            <a:endParaRPr lang="en-US" sz="105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a:extLst>
              <a:ext uri="{FF2B5EF4-FFF2-40B4-BE49-F238E27FC236}">
                <a16:creationId xmlns:a16="http://schemas.microsoft.com/office/drawing/2014/main" id="{62C7F2CC-C733-6E79-0734-E21376247AB0}"/>
              </a:ext>
            </a:extLst>
          </p:cNvPr>
          <p:cNvSpPr/>
          <p:nvPr/>
        </p:nvSpPr>
        <p:spPr>
          <a:xfrm>
            <a:off x="7437914" y="1993277"/>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2668FA9C-B414-26B5-EF40-6BEC5273B7CC}"/>
              </a:ext>
            </a:extLst>
          </p:cNvPr>
          <p:cNvSpPr/>
          <p:nvPr/>
        </p:nvSpPr>
        <p:spPr>
          <a:xfrm>
            <a:off x="7437914" y="2042045"/>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a:extLst>
              <a:ext uri="{FF2B5EF4-FFF2-40B4-BE49-F238E27FC236}">
                <a16:creationId xmlns:a16="http://schemas.microsoft.com/office/drawing/2014/main" id="{A9A7CE81-3C09-FEC5-80B1-05117FC966FB}"/>
              </a:ext>
            </a:extLst>
          </p:cNvPr>
          <p:cNvSpPr/>
          <p:nvPr/>
        </p:nvSpPr>
        <p:spPr>
          <a:xfrm>
            <a:off x="7681754" y="2042045"/>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9B2BFD91-027F-C86A-D5BC-DAADFD9E30EB}"/>
              </a:ext>
            </a:extLst>
          </p:cNvPr>
          <p:cNvSpPr/>
          <p:nvPr/>
        </p:nvSpPr>
        <p:spPr>
          <a:xfrm>
            <a:off x="8169434" y="2042045"/>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Split it. If you used 'and' more than once, you have two PoCs. Pick one.</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a:extLst>
              <a:ext uri="{FF2B5EF4-FFF2-40B4-BE49-F238E27FC236}">
                <a16:creationId xmlns:a16="http://schemas.microsoft.com/office/drawing/2014/main" id="{AF8FFF4B-E1C3-BB8B-9E7F-77D4B239F4EC}"/>
              </a:ext>
            </a:extLst>
          </p:cNvPr>
          <p:cNvSpPr/>
          <p:nvPr/>
        </p:nvSpPr>
        <p:spPr>
          <a:xfrm>
            <a:off x="549434" y="2712605"/>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E0CA5870-4199-ACF5-D80E-A9D1858D9DCC}"/>
              </a:ext>
            </a:extLst>
          </p:cNvPr>
          <p:cNvSpPr/>
          <p:nvPr/>
        </p:nvSpPr>
        <p:spPr>
          <a:xfrm>
            <a:off x="756698" y="3005213"/>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a:extLst>
              <a:ext uri="{FF2B5EF4-FFF2-40B4-BE49-F238E27FC236}">
                <a16:creationId xmlns:a16="http://schemas.microsoft.com/office/drawing/2014/main" id="{9281C6FD-60B8-3458-E83E-6B3069EEAD7E}"/>
              </a:ext>
            </a:extLst>
          </p:cNvPr>
          <p:cNvSpPr/>
          <p:nvPr/>
        </p:nvSpPr>
        <p:spPr>
          <a:xfrm>
            <a:off x="756698" y="3005213"/>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08517D12-2F32-227E-5D43-2C0F0128F090}"/>
              </a:ext>
            </a:extLst>
          </p:cNvPr>
          <p:cNvSpPr/>
          <p:nvPr/>
        </p:nvSpPr>
        <p:spPr>
          <a:xfrm>
            <a:off x="1524794" y="2834525"/>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WHO USES IT?</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2F260FBB-05BC-66D1-2771-CF3B7C5364A5}"/>
              </a:ext>
            </a:extLst>
          </p:cNvPr>
          <p:cNvSpPr/>
          <p:nvPr/>
        </p:nvSpPr>
        <p:spPr>
          <a:xfrm>
            <a:off x="1524794" y="3151517"/>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named a specific role in a specific moment — not just 'the team'?</a:t>
            </a:r>
          </a:p>
        </p:txBody>
      </p:sp>
      <p:sp>
        <p:nvSpPr>
          <p:cNvPr id="24" name="Shape 22">
            <a:extLst>
              <a:ext uri="{FF2B5EF4-FFF2-40B4-BE49-F238E27FC236}">
                <a16:creationId xmlns:a16="http://schemas.microsoft.com/office/drawing/2014/main" id="{DFC116B4-7683-3329-373F-0D912167A6AD}"/>
              </a:ext>
            </a:extLst>
          </p:cNvPr>
          <p:cNvSpPr/>
          <p:nvPr/>
        </p:nvSpPr>
        <p:spPr>
          <a:xfrm>
            <a:off x="7291610" y="2858909"/>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A0A83EA9-9177-9382-4434-36A36EC66481}"/>
              </a:ext>
            </a:extLst>
          </p:cNvPr>
          <p:cNvSpPr/>
          <p:nvPr/>
        </p:nvSpPr>
        <p:spPr>
          <a:xfrm>
            <a:off x="7437914" y="2834525"/>
            <a:ext cx="268224" cy="426720"/>
          </a:xfrm>
          <a:prstGeom prst="rect">
            <a:avLst/>
          </a:prstGeom>
          <a:noFill/>
          <a:ln/>
        </p:spPr>
        <p:txBody>
          <a:bodyPr wrap="square" lIns="0" tIns="0" rIns="0" bIns="0" rtlCol="0" anchor="ctr"/>
          <a:lstStyle/>
          <a:p>
            <a:r>
              <a:rPr lang="en-US" sz="1467"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FECEF98E-A93D-FF3F-EA77-D237208E9448}"/>
              </a:ext>
            </a:extLst>
          </p:cNvPr>
          <p:cNvSpPr/>
          <p:nvPr/>
        </p:nvSpPr>
        <p:spPr>
          <a:xfrm>
            <a:off x="7681754" y="2834525"/>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AED0651A-DF31-403D-BC55-BA511345BE0B}"/>
              </a:ext>
            </a:extLst>
          </p:cNvPr>
          <p:cNvSpPr/>
          <p:nvPr/>
        </p:nvSpPr>
        <p:spPr>
          <a:xfrm>
            <a:off x="8169434" y="2834525"/>
            <a:ext cx="323088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Good. You have a real user with a real context.</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a:extLst>
              <a:ext uri="{FF2B5EF4-FFF2-40B4-BE49-F238E27FC236}">
                <a16:creationId xmlns:a16="http://schemas.microsoft.com/office/drawing/2014/main" id="{F22309F2-4C11-B859-D337-1F4DC5132B4F}"/>
              </a:ext>
            </a:extLst>
          </p:cNvPr>
          <p:cNvSpPr/>
          <p:nvPr/>
        </p:nvSpPr>
        <p:spPr>
          <a:xfrm>
            <a:off x="7437914" y="3285629"/>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a:extLst>
              <a:ext uri="{FF2B5EF4-FFF2-40B4-BE49-F238E27FC236}">
                <a16:creationId xmlns:a16="http://schemas.microsoft.com/office/drawing/2014/main" id="{5D1F3977-9A7A-EA5F-0B86-9416D784EB08}"/>
              </a:ext>
            </a:extLst>
          </p:cNvPr>
          <p:cNvSpPr/>
          <p:nvPr/>
        </p:nvSpPr>
        <p:spPr>
          <a:xfrm>
            <a:off x="7437914" y="3334397"/>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a:extLst>
              <a:ext uri="{FF2B5EF4-FFF2-40B4-BE49-F238E27FC236}">
                <a16:creationId xmlns:a16="http://schemas.microsoft.com/office/drawing/2014/main" id="{57E9D680-6F32-E2E4-E75E-BD2A4672D377}"/>
              </a:ext>
            </a:extLst>
          </p:cNvPr>
          <p:cNvSpPr/>
          <p:nvPr/>
        </p:nvSpPr>
        <p:spPr>
          <a:xfrm>
            <a:off x="7681754" y="3334397"/>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7BA141DF-4543-BFB5-B710-DCF9F3AB9A43}"/>
              </a:ext>
            </a:extLst>
          </p:cNvPr>
          <p:cNvSpPr/>
          <p:nvPr/>
        </p:nvSpPr>
        <p:spPr>
          <a:xfrm>
            <a:off x="8169434" y="3334397"/>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Name the person and the moment. 'A Sales Executive on Monday mornings' is specific. 'The team' is not.</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a:extLst>
              <a:ext uri="{FF2B5EF4-FFF2-40B4-BE49-F238E27FC236}">
                <a16:creationId xmlns:a16="http://schemas.microsoft.com/office/drawing/2014/main" id="{39017CCD-CDAA-F701-4FC2-59CA396D46F9}"/>
              </a:ext>
            </a:extLst>
          </p:cNvPr>
          <p:cNvSpPr/>
          <p:nvPr/>
        </p:nvSpPr>
        <p:spPr>
          <a:xfrm>
            <a:off x="549434" y="4004957"/>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31">
            <a:extLst>
              <a:ext uri="{FF2B5EF4-FFF2-40B4-BE49-F238E27FC236}">
                <a16:creationId xmlns:a16="http://schemas.microsoft.com/office/drawing/2014/main" id="{A8090EFD-F1F9-2A11-032A-85353580F2D8}"/>
              </a:ext>
            </a:extLst>
          </p:cNvPr>
          <p:cNvSpPr/>
          <p:nvPr/>
        </p:nvSpPr>
        <p:spPr>
          <a:xfrm>
            <a:off x="756698" y="4297565"/>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32">
            <a:extLst>
              <a:ext uri="{FF2B5EF4-FFF2-40B4-BE49-F238E27FC236}">
                <a16:creationId xmlns:a16="http://schemas.microsoft.com/office/drawing/2014/main" id="{3BBC41F1-5520-23D5-DC40-F5D48F2AD7F9}"/>
              </a:ext>
            </a:extLst>
          </p:cNvPr>
          <p:cNvSpPr/>
          <p:nvPr/>
        </p:nvSpPr>
        <p:spPr>
          <a:xfrm>
            <a:off x="756698" y="4297565"/>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a:extLst>
              <a:ext uri="{FF2B5EF4-FFF2-40B4-BE49-F238E27FC236}">
                <a16:creationId xmlns:a16="http://schemas.microsoft.com/office/drawing/2014/main" id="{87770169-2ED5-935D-D822-1EE3856F72B2}"/>
              </a:ext>
            </a:extLst>
          </p:cNvPr>
          <p:cNvSpPr/>
          <p:nvPr/>
        </p:nvSpPr>
        <p:spPr>
          <a:xfrm>
            <a:off x="1524794" y="4126877"/>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SUCCESS LOOK LIKE?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4">
            <a:extLst>
              <a:ext uri="{FF2B5EF4-FFF2-40B4-BE49-F238E27FC236}">
                <a16:creationId xmlns:a16="http://schemas.microsoft.com/office/drawing/2014/main" id="{7E5DFA81-A8C8-4249-C4FB-9FE8F07D0601}"/>
              </a:ext>
            </a:extLst>
          </p:cNvPr>
          <p:cNvSpPr/>
          <p:nvPr/>
        </p:nvSpPr>
        <p:spPr>
          <a:xfrm>
            <a:off x="1524794" y="4443869"/>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Can you verify whether it worked in under 60 seconds of running it?</a:t>
            </a:r>
          </a:p>
        </p:txBody>
      </p:sp>
      <p:sp>
        <p:nvSpPr>
          <p:cNvPr id="37" name="Shape 35">
            <a:extLst>
              <a:ext uri="{FF2B5EF4-FFF2-40B4-BE49-F238E27FC236}">
                <a16:creationId xmlns:a16="http://schemas.microsoft.com/office/drawing/2014/main" id="{27FDCA62-C532-5CE4-9F9B-196EFCA418B4}"/>
              </a:ext>
            </a:extLst>
          </p:cNvPr>
          <p:cNvSpPr/>
          <p:nvPr/>
        </p:nvSpPr>
        <p:spPr>
          <a:xfrm>
            <a:off x="7291610" y="4151261"/>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36">
            <a:extLst>
              <a:ext uri="{FF2B5EF4-FFF2-40B4-BE49-F238E27FC236}">
                <a16:creationId xmlns:a16="http://schemas.microsoft.com/office/drawing/2014/main" id="{FAAF4DC8-59AF-4CEC-F2D7-8B15027C1775}"/>
              </a:ext>
            </a:extLst>
          </p:cNvPr>
          <p:cNvSpPr/>
          <p:nvPr/>
        </p:nvSpPr>
        <p:spPr>
          <a:xfrm>
            <a:off x="7437914" y="4126877"/>
            <a:ext cx="268224" cy="426720"/>
          </a:xfrm>
          <a:prstGeom prst="rect">
            <a:avLst/>
          </a:prstGeom>
          <a:noFill/>
          <a:ln/>
        </p:spPr>
        <p:txBody>
          <a:bodyPr wrap="square" lIns="0" tIns="0" rIns="0" bIns="0" rtlCol="0" anchor="ctr"/>
          <a:lstStyle/>
          <a:p>
            <a:r>
              <a:rPr lang="en-US" sz="1467"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7">
            <a:extLst>
              <a:ext uri="{FF2B5EF4-FFF2-40B4-BE49-F238E27FC236}">
                <a16:creationId xmlns:a16="http://schemas.microsoft.com/office/drawing/2014/main" id="{833E8BB8-444F-69FC-C9C0-A3D19AEF9035}"/>
              </a:ext>
            </a:extLst>
          </p:cNvPr>
          <p:cNvSpPr/>
          <p:nvPr/>
        </p:nvSpPr>
        <p:spPr>
          <a:xfrm>
            <a:off x="7681754" y="4126877"/>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8">
            <a:extLst>
              <a:ext uri="{FF2B5EF4-FFF2-40B4-BE49-F238E27FC236}">
                <a16:creationId xmlns:a16="http://schemas.microsoft.com/office/drawing/2014/main" id="{70B710A7-0E47-B3CD-89BC-7F17FEFDC048}"/>
              </a:ext>
            </a:extLst>
          </p:cNvPr>
          <p:cNvSpPr/>
          <p:nvPr/>
        </p:nvSpPr>
        <p:spPr>
          <a:xfrm>
            <a:off x="8169434" y="4126877"/>
            <a:ext cx="323088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Good. You have a testable outcome.</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39">
            <a:extLst>
              <a:ext uri="{FF2B5EF4-FFF2-40B4-BE49-F238E27FC236}">
                <a16:creationId xmlns:a16="http://schemas.microsoft.com/office/drawing/2014/main" id="{6502F233-1BEE-4A56-5C82-59D2BCBF9792}"/>
              </a:ext>
            </a:extLst>
          </p:cNvPr>
          <p:cNvSpPr/>
          <p:nvPr/>
        </p:nvSpPr>
        <p:spPr>
          <a:xfrm>
            <a:off x="7437914" y="4577981"/>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40">
            <a:extLst>
              <a:ext uri="{FF2B5EF4-FFF2-40B4-BE49-F238E27FC236}">
                <a16:creationId xmlns:a16="http://schemas.microsoft.com/office/drawing/2014/main" id="{F8A868FD-E2A3-CFE3-8BD5-B4DD14CAA442}"/>
              </a:ext>
            </a:extLst>
          </p:cNvPr>
          <p:cNvSpPr/>
          <p:nvPr/>
        </p:nvSpPr>
        <p:spPr>
          <a:xfrm>
            <a:off x="7437914" y="4626749"/>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41">
            <a:extLst>
              <a:ext uri="{FF2B5EF4-FFF2-40B4-BE49-F238E27FC236}">
                <a16:creationId xmlns:a16="http://schemas.microsoft.com/office/drawing/2014/main" id="{0CC0D5FD-88A1-EEC4-617D-00CF3D515F13}"/>
              </a:ext>
            </a:extLst>
          </p:cNvPr>
          <p:cNvSpPr/>
          <p:nvPr/>
        </p:nvSpPr>
        <p:spPr>
          <a:xfrm>
            <a:off x="7681754" y="4626749"/>
            <a:ext cx="512064" cy="426720"/>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42">
            <a:extLst>
              <a:ext uri="{FF2B5EF4-FFF2-40B4-BE49-F238E27FC236}">
                <a16:creationId xmlns:a16="http://schemas.microsoft.com/office/drawing/2014/main" id="{A3FE4A6B-66DE-42CF-35BC-AAEBBEBC5551}"/>
              </a:ext>
            </a:extLst>
          </p:cNvPr>
          <p:cNvSpPr/>
          <p:nvPr/>
        </p:nvSpPr>
        <p:spPr>
          <a:xfrm>
            <a:off x="8169434" y="4626749"/>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Rewrite your success criterion. If you cannot test it in 60 seconds, it is not done.</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43">
            <a:extLst>
              <a:ext uri="{FF2B5EF4-FFF2-40B4-BE49-F238E27FC236}">
                <a16:creationId xmlns:a16="http://schemas.microsoft.com/office/drawing/2014/main" id="{64F28D58-B7ED-75DC-3665-EC61E213A087}"/>
              </a:ext>
            </a:extLst>
          </p:cNvPr>
          <p:cNvSpPr/>
          <p:nvPr/>
        </p:nvSpPr>
        <p:spPr>
          <a:xfrm>
            <a:off x="549434" y="5297309"/>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44">
            <a:extLst>
              <a:ext uri="{FF2B5EF4-FFF2-40B4-BE49-F238E27FC236}">
                <a16:creationId xmlns:a16="http://schemas.microsoft.com/office/drawing/2014/main" id="{1C6D26EA-1778-09A3-C0E2-549FF8246546}"/>
              </a:ext>
            </a:extLst>
          </p:cNvPr>
          <p:cNvSpPr/>
          <p:nvPr/>
        </p:nvSpPr>
        <p:spPr>
          <a:xfrm>
            <a:off x="756698" y="5589917"/>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5">
            <a:extLst>
              <a:ext uri="{FF2B5EF4-FFF2-40B4-BE49-F238E27FC236}">
                <a16:creationId xmlns:a16="http://schemas.microsoft.com/office/drawing/2014/main" id="{7EA138EF-2EFF-6B12-3AF3-DB1729BB7203}"/>
              </a:ext>
            </a:extLst>
          </p:cNvPr>
          <p:cNvSpPr/>
          <p:nvPr/>
        </p:nvSpPr>
        <p:spPr>
          <a:xfrm>
            <a:off x="756698" y="5589917"/>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6">
            <a:extLst>
              <a:ext uri="{FF2B5EF4-FFF2-40B4-BE49-F238E27FC236}">
                <a16:creationId xmlns:a16="http://schemas.microsoft.com/office/drawing/2014/main" id="{8459B6BA-6A5C-3D86-DDB8-E3B4938B1F42}"/>
              </a:ext>
            </a:extLst>
          </p:cNvPr>
          <p:cNvSpPr/>
          <p:nvPr/>
        </p:nvSpPr>
        <p:spPr>
          <a:xfrm>
            <a:off x="1524794" y="5419229"/>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IS OUT OF SCOPE?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7">
            <a:extLst>
              <a:ext uri="{FF2B5EF4-FFF2-40B4-BE49-F238E27FC236}">
                <a16:creationId xmlns:a16="http://schemas.microsoft.com/office/drawing/2014/main" id="{05FA1195-0524-7359-960F-9430A4F759AC}"/>
              </a:ext>
            </a:extLst>
          </p:cNvPr>
          <p:cNvSpPr/>
          <p:nvPr/>
        </p:nvSpPr>
        <p:spPr>
          <a:xfrm>
            <a:off x="1524794" y="5736221"/>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written down at least two things your PoC will not do?</a:t>
            </a:r>
          </a:p>
        </p:txBody>
      </p:sp>
      <p:sp>
        <p:nvSpPr>
          <p:cNvPr id="50" name="Shape 48">
            <a:extLst>
              <a:ext uri="{FF2B5EF4-FFF2-40B4-BE49-F238E27FC236}">
                <a16:creationId xmlns:a16="http://schemas.microsoft.com/office/drawing/2014/main" id="{A416D4C0-0995-AA7A-0938-A3A0AA758E56}"/>
              </a:ext>
            </a:extLst>
          </p:cNvPr>
          <p:cNvSpPr/>
          <p:nvPr/>
        </p:nvSpPr>
        <p:spPr>
          <a:xfrm>
            <a:off x="7291610" y="5443613"/>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49">
            <a:extLst>
              <a:ext uri="{FF2B5EF4-FFF2-40B4-BE49-F238E27FC236}">
                <a16:creationId xmlns:a16="http://schemas.microsoft.com/office/drawing/2014/main" id="{147CD444-70EE-7297-6D23-6F304FC02F36}"/>
              </a:ext>
            </a:extLst>
          </p:cNvPr>
          <p:cNvSpPr/>
          <p:nvPr/>
        </p:nvSpPr>
        <p:spPr>
          <a:xfrm>
            <a:off x="7437914" y="5419229"/>
            <a:ext cx="268224" cy="426720"/>
          </a:xfrm>
          <a:prstGeom prst="rect">
            <a:avLst/>
          </a:prstGeom>
          <a:noFill/>
          <a:ln/>
        </p:spPr>
        <p:txBody>
          <a:bodyPr wrap="square" lIns="0" tIns="0" rIns="0" bIns="0" rtlCol="0" anchor="ctr"/>
          <a:lstStyle/>
          <a:p>
            <a:r>
              <a:rPr lang="en-US" sz="1467"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50">
            <a:extLst>
              <a:ext uri="{FF2B5EF4-FFF2-40B4-BE49-F238E27FC236}">
                <a16:creationId xmlns:a16="http://schemas.microsoft.com/office/drawing/2014/main" id="{B3D4B621-79B1-8A72-2F37-D3B8533749CA}"/>
              </a:ext>
            </a:extLst>
          </p:cNvPr>
          <p:cNvSpPr/>
          <p:nvPr/>
        </p:nvSpPr>
        <p:spPr>
          <a:xfrm>
            <a:off x="7681754" y="5419229"/>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51">
            <a:extLst>
              <a:ext uri="{FF2B5EF4-FFF2-40B4-BE49-F238E27FC236}">
                <a16:creationId xmlns:a16="http://schemas.microsoft.com/office/drawing/2014/main" id="{8C14F3C7-2ECD-ABE5-B122-22BDA3E7B8A1}"/>
              </a:ext>
            </a:extLst>
          </p:cNvPr>
          <p:cNvSpPr/>
          <p:nvPr/>
        </p:nvSpPr>
        <p:spPr>
          <a:xfrm>
            <a:off x="8169434" y="5419229"/>
            <a:ext cx="323088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Good. That list is what keeps Claude Code from expanding scope mid-build.</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52">
            <a:extLst>
              <a:ext uri="{FF2B5EF4-FFF2-40B4-BE49-F238E27FC236}">
                <a16:creationId xmlns:a16="http://schemas.microsoft.com/office/drawing/2014/main" id="{8B2F839C-5861-CD1A-F369-95EF3402D88C}"/>
              </a:ext>
            </a:extLst>
          </p:cNvPr>
          <p:cNvSpPr/>
          <p:nvPr/>
        </p:nvSpPr>
        <p:spPr>
          <a:xfrm>
            <a:off x="7437914" y="5870333"/>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5" name="Text 53">
            <a:extLst>
              <a:ext uri="{FF2B5EF4-FFF2-40B4-BE49-F238E27FC236}">
                <a16:creationId xmlns:a16="http://schemas.microsoft.com/office/drawing/2014/main" id="{9CC5FF89-8E9F-1A8F-2D45-AC4A2AC74897}"/>
              </a:ext>
            </a:extLst>
          </p:cNvPr>
          <p:cNvSpPr/>
          <p:nvPr/>
        </p:nvSpPr>
        <p:spPr>
          <a:xfrm>
            <a:off x="7437914" y="5919101"/>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54">
            <a:extLst>
              <a:ext uri="{FF2B5EF4-FFF2-40B4-BE49-F238E27FC236}">
                <a16:creationId xmlns:a16="http://schemas.microsoft.com/office/drawing/2014/main" id="{61200447-12BD-F695-5728-D31534920B8E}"/>
              </a:ext>
            </a:extLst>
          </p:cNvPr>
          <p:cNvSpPr/>
          <p:nvPr/>
        </p:nvSpPr>
        <p:spPr>
          <a:xfrm>
            <a:off x="7681754" y="5919101"/>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55">
            <a:extLst>
              <a:ext uri="{FF2B5EF4-FFF2-40B4-BE49-F238E27FC236}">
                <a16:creationId xmlns:a16="http://schemas.microsoft.com/office/drawing/2014/main" id="{10AB6E9D-08C9-CAE1-6576-E2B9EC1D3A03}"/>
              </a:ext>
            </a:extLst>
          </p:cNvPr>
          <p:cNvSpPr/>
          <p:nvPr/>
        </p:nvSpPr>
        <p:spPr>
          <a:xfrm>
            <a:off x="8169434" y="5919101"/>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Write it now. 'No email sending. No UI. No CRM write-back.' Name it before you build it.</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71525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2914D567-DDF7-00AB-2555-3BDCF5EC42BF}"/>
              </a:ext>
            </a:extLst>
          </p:cNvPr>
          <p:cNvSpPr/>
          <p:nvPr/>
        </p:nvSpPr>
        <p:spPr>
          <a:xfrm>
            <a:off x="9750464" y="20726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483026" y="207264"/>
            <a:ext cx="2377440" cy="463296"/>
          </a:xfrm>
          <a:prstGeom prst="rect">
            <a:avLst/>
          </a:prstGeom>
          <a:noFill/>
          <a:ln/>
        </p:spPr>
        <p:txBody>
          <a:bodyPr wrap="square" lIns="0" tIns="0" rIns="0" bIns="0" rtlCol="0" anchor="ctr"/>
          <a:lstStyle/>
          <a:p>
            <a:pPr algn="ct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488474" y="268224"/>
            <a:ext cx="902208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Write Your PoC Brief and </a:t>
            </a:r>
            <a:r>
              <a:rPr lang="en-US" sz="3600" b="1" dirty="0" err="1">
                <a:latin typeface="Open Sans" panose="020B0606030504020204" pitchFamily="34" charset="0"/>
                <a:ea typeface="Open Sans" panose="020B0606030504020204" pitchFamily="34" charset="0"/>
                <a:cs typeface="Open Sans" panose="020B0606030504020204" pitchFamily="34" charset="0"/>
              </a:rPr>
              <a:t>CLAUDE.md</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95097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You already chose your problem statement. Now make it buildable.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616293" y="1686867"/>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16293" y="1686867"/>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201509" y="1524000"/>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Open your PoC brief template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201509" y="1938528"/>
            <a:ext cx="10607040" cy="36576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Use the four-element format: What · Who · Success · Out of scope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616293" y="2682240"/>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16293" y="2682240"/>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201509" y="2523744"/>
            <a:ext cx="10607040" cy="36576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Write your brief for [PROBLEM STATEMENT]</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201509" y="2938272"/>
            <a:ext cx="10607040" cy="365760"/>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One sentence per element. Pass the three scope questions before moving 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16293" y="3677613"/>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16293" y="3677613"/>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201509" y="3523488"/>
            <a:ext cx="5486400" cy="36576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Run /init to generate a starter CLAUDE.md</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201509" y="3938016"/>
            <a:ext cx="5486400" cy="36576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Then edit it using your brief as the source of truth.</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616293" y="4672987"/>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616293" y="4672987"/>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201509" y="4523232"/>
            <a:ext cx="5486400" cy="36576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Verify Claude has read it</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201509" y="4937760"/>
            <a:ext cx="9447621" cy="36576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Ask Claude to name your project purpose and one constraint — without reading any file.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8"/>
          <p:cNvSpPr/>
          <p:nvPr/>
        </p:nvSpPr>
        <p:spPr>
          <a:xfrm>
            <a:off x="616293" y="5742432"/>
            <a:ext cx="10976736" cy="438912"/>
          </a:xfrm>
          <a:prstGeom prst="roundRect">
            <a:avLst>
              <a:gd name="adj" fmla="val 22727"/>
            </a:avLst>
          </a:prstGeom>
          <a:solidFill>
            <a:srgbClr val="E8F5E9"/>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671354" y="5827776"/>
            <a:ext cx="10972800" cy="268224"/>
          </a:xfrm>
          <a:prstGeom prst="rect">
            <a:avLst/>
          </a:prstGeom>
          <a:noFill/>
          <a:ln/>
        </p:spPr>
        <p:txBody>
          <a:bodyPr wrap="square" lIns="0" tIns="0" rIns="0" bIns="0" rtlCol="0" anchor="ctr"/>
          <a:lstStyle/>
          <a:p>
            <a:r>
              <a:rPr lang="en-US" sz="12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SUCCESS: Brief written · Scope test passed · </a:t>
            </a:r>
            <a:r>
              <a:rPr lang="en-US" sz="1200" b="1" dirty="0" err="1">
                <a:solidFill>
                  <a:srgbClr val="00B050"/>
                </a:solidFill>
                <a:latin typeface="Open Sans" panose="020B0606030504020204" pitchFamily="34" charset="0"/>
                <a:ea typeface="Open Sans" panose="020B0606030504020204" pitchFamily="34" charset="0"/>
                <a:cs typeface="Open Sans" panose="020B0606030504020204" pitchFamily="34" charset="0"/>
              </a:rPr>
              <a:t>CLAUDE.md</a:t>
            </a:r>
            <a:r>
              <a:rPr lang="en-US" sz="12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created · Claude correctly names your project and constraints</a:t>
            </a:r>
            <a:endPar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D4DD05-1A11-5D1B-046C-444D02AAE9B0}"/>
              </a:ext>
            </a:extLst>
          </p:cNvPr>
          <p:cNvSpPr>
            <a:spLocks noGrp="1"/>
          </p:cNvSpPr>
          <p:nvPr>
            <p:ph type="title"/>
          </p:nvPr>
        </p:nvSpPr>
        <p:spPr>
          <a:xfrm>
            <a:off x="2399865" y="2875002"/>
            <a:ext cx="9064096" cy="1107996"/>
          </a:xfrm>
        </p:spPr>
        <p:txBody>
          <a:bodyPr/>
          <a:lstStyle/>
          <a:p>
            <a:r>
              <a:rPr lang="en-US" sz="6600" dirty="0">
                <a:solidFill>
                  <a:srgbClr val="2D2D2D"/>
                </a:solidFill>
                <a:latin typeface="Open Sans" panose="020B0606030504020204" pitchFamily="34" charset="0"/>
              </a:rPr>
              <a:t>THE BUILD LOOP</a:t>
            </a:r>
            <a:endParaRPr lang="en-US" sz="6600" dirty="0">
              <a:latin typeface="Open Sans" panose="020B0606030504020204" pitchFamily="34" charset="0"/>
            </a:endParaRPr>
          </a:p>
        </p:txBody>
      </p:sp>
      <p:sp>
        <p:nvSpPr>
          <p:cNvPr id="5" name="Text Placeholder 1">
            <a:extLst>
              <a:ext uri="{FF2B5EF4-FFF2-40B4-BE49-F238E27FC236}">
                <a16:creationId xmlns:a16="http://schemas.microsoft.com/office/drawing/2014/main" id="{8BE6916E-10CE-52FE-9251-B5D5D4B6C3C5}"/>
              </a:ext>
            </a:extLst>
          </p:cNvPr>
          <p:cNvSpPr txBox="1">
            <a:spLocks/>
          </p:cNvSpPr>
          <p:nvPr/>
        </p:nvSpPr>
        <p:spPr>
          <a:xfrm>
            <a:off x="483941" y="2562160"/>
            <a:ext cx="1915924" cy="1733680"/>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600" dirty="0">
                <a:latin typeface="Open Sans" panose="020B0606030504020204" pitchFamily="34" charset="0"/>
                <a:ea typeface="Open Sans" panose="020B0606030504020204" pitchFamily="34" charset="0"/>
                <a:cs typeface="Open Sans" panose="020B0606030504020204" pitchFamily="34" charset="0"/>
              </a:rPr>
              <a:t>02</a:t>
            </a:r>
          </a:p>
        </p:txBody>
      </p:sp>
    </p:spTree>
    <p:extLst>
      <p:ext uri="{BB962C8B-B14F-4D97-AF65-F5344CB8AC3E}">
        <p14:creationId xmlns:p14="http://schemas.microsoft.com/office/powerpoint/2010/main" val="1619768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E6CE9C6-91EF-FFDE-3407-7736EAFF96B2}"/>
              </a:ext>
            </a:extLst>
          </p:cNvPr>
          <p:cNvSpPr/>
          <p:nvPr/>
        </p:nvSpPr>
        <p:spPr>
          <a:xfrm>
            <a:off x="1219994" y="1341120"/>
            <a:ext cx="9753600" cy="1036320"/>
          </a:xfrm>
          <a:prstGeom prst="rect">
            <a:avLst/>
          </a:prstGeom>
          <a:noFill/>
          <a:ln/>
        </p:spPr>
        <p:txBody>
          <a:bodyPr wrap="square" lIns="0" tIns="0" rIns="0" bIns="0" rtlCol="0" anchor="ctr"/>
          <a:lstStyle/>
          <a:p>
            <a:pPr algn="ctr"/>
            <a:r>
              <a:rPr lang="en-US" sz="5800" b="1" dirty="0">
                <a:latin typeface="Open Sans" panose="020B0606030504020204" pitchFamily="34" charset="0"/>
                <a:ea typeface="Open Sans" panose="020B0606030504020204" pitchFamily="34" charset="0"/>
                <a:cs typeface="Open Sans" panose="020B0606030504020204" pitchFamily="34" charset="0"/>
              </a:rPr>
              <a:t>You have a brief.</a:t>
            </a:r>
            <a:endParaRPr lang="en-US" sz="5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a:extLst>
              <a:ext uri="{FF2B5EF4-FFF2-40B4-BE49-F238E27FC236}">
                <a16:creationId xmlns:a16="http://schemas.microsoft.com/office/drawing/2014/main" id="{71605A30-6B0F-FD90-2D7F-BAB206549114}"/>
              </a:ext>
            </a:extLst>
          </p:cNvPr>
          <p:cNvSpPr/>
          <p:nvPr/>
        </p:nvSpPr>
        <p:spPr>
          <a:xfrm>
            <a:off x="1219994" y="2438400"/>
            <a:ext cx="9753600" cy="1036320"/>
          </a:xfrm>
          <a:prstGeom prst="rect">
            <a:avLst/>
          </a:prstGeom>
          <a:noFill/>
          <a:ln/>
        </p:spPr>
        <p:txBody>
          <a:bodyPr wrap="square" lIns="0" tIns="0" rIns="0" bIns="0" rtlCol="0" anchor="ctr"/>
          <a:lstStyle/>
          <a:p>
            <a:pPr algn="ctr"/>
            <a:r>
              <a:rPr lang="en-US" sz="5800" b="1">
                <a:latin typeface="Open Sans" panose="020B0606030504020204" pitchFamily="34" charset="0"/>
                <a:ea typeface="Open Sans" panose="020B0606030504020204" pitchFamily="34" charset="0"/>
                <a:cs typeface="Open Sans" panose="020B0606030504020204" pitchFamily="34" charset="0"/>
              </a:rPr>
              <a:t>Claude Code is open.</a:t>
            </a:r>
            <a:endParaRPr lang="en-US" sz="58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a:extLst>
              <a:ext uri="{FF2B5EF4-FFF2-40B4-BE49-F238E27FC236}">
                <a16:creationId xmlns:a16="http://schemas.microsoft.com/office/drawing/2014/main" id="{23873EC0-30D9-13B3-2912-FDA267F029B5}"/>
              </a:ext>
            </a:extLst>
          </p:cNvPr>
          <p:cNvSpPr/>
          <p:nvPr/>
        </p:nvSpPr>
        <p:spPr>
          <a:xfrm>
            <a:off x="1219994" y="3535680"/>
            <a:ext cx="9753600" cy="1036320"/>
          </a:xfrm>
          <a:prstGeom prst="rect">
            <a:avLst/>
          </a:prstGeom>
          <a:noFill/>
          <a:ln/>
        </p:spPr>
        <p:txBody>
          <a:bodyPr wrap="square" lIns="0" tIns="0" rIns="0" bIns="0" rtlCol="0" anchor="ctr"/>
          <a:lstStyle/>
          <a:p>
            <a:pPr algn="ctr"/>
            <a:r>
              <a:rPr lang="en-US" sz="5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Now build.</a:t>
            </a:r>
            <a:endParaRPr lang="en-US" sz="5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a:extLst>
              <a:ext uri="{FF2B5EF4-FFF2-40B4-BE49-F238E27FC236}">
                <a16:creationId xmlns:a16="http://schemas.microsoft.com/office/drawing/2014/main" id="{C2BA829D-EB4E-06D9-CB73-5B1CD5364ACC}"/>
              </a:ext>
            </a:extLst>
          </p:cNvPr>
          <p:cNvSpPr/>
          <p:nvPr/>
        </p:nvSpPr>
        <p:spPr>
          <a:xfrm>
            <a:off x="1829594" y="4998720"/>
            <a:ext cx="8534400" cy="426720"/>
          </a:xfrm>
          <a:prstGeom prst="rect">
            <a:avLst/>
          </a:prstGeom>
          <a:noFill/>
          <a:ln/>
        </p:spPr>
        <p:txBody>
          <a:bodyPr wrap="square" lIns="0" tIns="0" rIns="0" bIns="0" rtlCol="0" anchor="ctr"/>
          <a:lstStyle/>
          <a:p>
            <a:pPr algn="ctr"/>
            <a:r>
              <a:rPr lang="en-US" sz="2000" i="1" dirty="0">
                <a:solidFill>
                  <a:srgbClr val="AAAAAA"/>
                </a:solidFill>
                <a:latin typeface="Open Sans" panose="020B0606030504020204" pitchFamily="34" charset="0"/>
                <a:ea typeface="Open Sans" panose="020B0606030504020204" pitchFamily="34" charset="0"/>
                <a:cs typeface="Open Sans" panose="020B0606030504020204" pitchFamily="34" charset="0"/>
              </a:rPr>
              <a:t>Everything from this point is the loop — prompt, run, fix, repeat.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93021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4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The Build Loop — Five Steps</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960649"/>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Each Claude response is one step — not a final answer. The loop is the method.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272471" y="1751026"/>
            <a:ext cx="2097024" cy="3493639"/>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1040567" y="1897329"/>
            <a:ext cx="560832" cy="56083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1040567"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370007" y="2628849"/>
            <a:ext cx="1901952" cy="609600"/>
          </a:xfrm>
          <a:prstGeom prst="rect">
            <a:avLst/>
          </a:prstGeom>
          <a:noFill/>
          <a:ln/>
        </p:spPr>
        <p:txBody>
          <a:bodyPr wrap="square" lIns="0" tIns="0" rIns="0" bIns="0" rtlCol="0" anchor="ctr"/>
          <a:lstStyle/>
          <a:p>
            <a:pPr algn="ctr"/>
            <a:r>
              <a:rPr lang="en-US" sz="14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PROMPT</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370007" y="3311602"/>
            <a:ext cx="1901952" cy="1628263"/>
          </a:xfrm>
          <a:prstGeom prst="rect">
            <a:avLst/>
          </a:prstGeom>
          <a:noFill/>
          <a:ln/>
        </p:spPr>
        <p:txBody>
          <a:bodyPr wrap="square" lIns="0" tIns="0" rIns="0" bIns="0" rtlCol="0" anchor="ctr"/>
          <a:lstStyle/>
          <a:p>
            <a:pPr algn="ct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Specific. Scoped. Name the file, function, and output format.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2393879" y="3195777"/>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2662103" y="1751026"/>
            <a:ext cx="2097024" cy="3493639"/>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3430199" y="1897329"/>
            <a:ext cx="560832" cy="56083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3430199"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2759639" y="2628849"/>
            <a:ext cx="1901952" cy="609600"/>
          </a:xfrm>
          <a:prstGeom prst="rect">
            <a:avLst/>
          </a:prstGeom>
          <a:noFill/>
          <a:ln/>
        </p:spPr>
        <p:txBody>
          <a:bodyPr wrap="square" lIns="0" tIns="0" rIns="0" bIns="0" rtlCol="0" anchor="ctr"/>
          <a:lstStyle/>
          <a:p>
            <a:pPr algn="ctr"/>
            <a:r>
              <a:rPr lang="en-US"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CLAUDE WRITES</a:t>
            </a:r>
            <a:endPar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2759639"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Claude generates diffs. Review before you accept anything.</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783511" y="3195777"/>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5051735" y="1751026"/>
            <a:ext cx="2097024" cy="3493639"/>
          </a:xfrm>
          <a:prstGeom prst="roundRect">
            <a:avLst>
              <a:gd name="adj" fmla="val 5814"/>
            </a:avLst>
          </a:prstGeom>
          <a:solidFill>
            <a:srgbClr val="F5F5F5"/>
          </a:solidFill>
          <a:ln w="1905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5819831" y="1897329"/>
            <a:ext cx="560832" cy="560832"/>
          </a:xfrm>
          <a:prstGeom prst="ellipse">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5819831"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5149271" y="2628849"/>
            <a:ext cx="1901952" cy="609600"/>
          </a:xfrm>
          <a:prstGeom prst="rect">
            <a:avLst/>
          </a:prstGeom>
          <a:noFill/>
          <a:ln/>
        </p:spPr>
        <p:txBody>
          <a:bodyPr wrap="square" lIns="0" tIns="0" rIns="0" bIns="0" rtlCol="0" anchor="ctr"/>
          <a:lstStyle/>
          <a:p>
            <a:pPr algn="ct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RUN &amp; TEST</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5149271"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Execute the code. Read the full error before going back.</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7156751" y="3203084"/>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7432967" y="1751026"/>
            <a:ext cx="2097024" cy="3493639"/>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8201063" y="1897329"/>
            <a:ext cx="560832" cy="560832"/>
          </a:xfrm>
          <a:prstGeom prst="ellipse">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8201063"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7530503" y="2628849"/>
            <a:ext cx="1901952" cy="609600"/>
          </a:xfrm>
          <a:prstGeom prst="rect">
            <a:avLst/>
          </a:prstGeom>
          <a:noFill/>
          <a:ln/>
        </p:spPr>
        <p:txBody>
          <a:bodyPr wrap="square" lIns="0" tIns="0" rIns="0" bIns="0" rtlCol="0" anchor="ctr"/>
          <a:lstStyle/>
          <a:p>
            <a:pPr algn="ctr"/>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DESCRIBE WHAT'S WRONG</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7530503"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Paste the full error with context — what you were trying to do.</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9541194" y="3195777"/>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9814199" y="1751026"/>
            <a:ext cx="2097024" cy="3493639"/>
          </a:xfrm>
          <a:prstGeom prst="roundRect">
            <a:avLst>
              <a:gd name="adj" fmla="val 5814"/>
            </a:avLst>
          </a:prstGeom>
          <a:solidFill>
            <a:srgbClr val="F5F5F5"/>
          </a:solidFill>
          <a:ln w="19050">
            <a:solidFill>
              <a:schemeClr val="tx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10582295" y="1897329"/>
            <a:ext cx="560832" cy="560832"/>
          </a:xfrm>
          <a:prstGeom prst="ellipse">
            <a:avLst/>
          </a:prstGeom>
          <a:solidFill>
            <a:schemeClr val="tx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10582295"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9911735" y="2628849"/>
            <a:ext cx="1901952" cy="609600"/>
          </a:xfrm>
          <a:prstGeom prst="rect">
            <a:avLst/>
          </a:prstGeom>
          <a:noFill/>
          <a:ln/>
        </p:spPr>
        <p:txBody>
          <a:bodyPr wrap="square" lIns="0" tIns="0" rIns="0" bIns="0" rtlCol="0" anchor="ctr"/>
          <a:lstStyle/>
          <a:p>
            <a:pPr algn="ctr"/>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CLAUDE FIXES</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30"/>
          <p:cNvSpPr/>
          <p:nvPr/>
        </p:nvSpPr>
        <p:spPr>
          <a:xfrm>
            <a:off x="9911735"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Claude addresses the issue. Review the fix. Run again.</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488474" y="5693664"/>
            <a:ext cx="11216640" cy="304800"/>
          </a:xfrm>
          <a:prstGeom prst="rect">
            <a:avLst/>
          </a:prstGeom>
          <a:noFill/>
          <a:ln/>
        </p:spPr>
        <p:txBody>
          <a:bodyPr wrap="square" lIns="0" tIns="0" rIns="0" bIns="0" rtlCol="0" anchor="ctr"/>
          <a:lstStyle/>
          <a:p>
            <a:pPr algn="ctr"/>
            <a:r>
              <a:rPr lang="en-US" sz="1600" b="1" i="1" dirty="0">
                <a:latin typeface="Open Sans" panose="020B0606030504020204" pitchFamily="34" charset="0"/>
                <a:ea typeface="Open Sans" panose="020B0606030504020204" pitchFamily="34" charset="0"/>
                <a:cs typeface="Open Sans" panose="020B0606030504020204" pitchFamily="34" charset="0"/>
              </a:rPr>
              <a:t>Repeat</a:t>
            </a:r>
            <a:r>
              <a:rPr lang="en-US" sz="1600" b="1" i="1" dirty="0">
                <a:solidFill>
                  <a:srgbClr val="757575"/>
                </a:solidFill>
                <a:latin typeface="Open Sans" panose="020B0606030504020204" pitchFamily="34" charset="0"/>
                <a:ea typeface="Open Sans" panose="020B0606030504020204" pitchFamily="34" charset="0"/>
                <a:cs typeface="Open Sans" panose="020B0606030504020204" pitchFamily="34" charset="0"/>
              </a:rPr>
              <a:t> </a:t>
            </a: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until the code passes your success criterion — not until it 'feels done'.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246805"/>
            <a:ext cx="10424160" cy="633984"/>
          </a:xfrm>
          <a:prstGeom prst="rect">
            <a:avLst/>
          </a:prstGeom>
          <a:noFill/>
          <a:ln/>
        </p:spPr>
        <p:txBody>
          <a:bodyPr wrap="square" lIns="0" tIns="0" rIns="0" bIns="0" rtlCol="0" anchor="ctr"/>
          <a:lstStyle/>
          <a:p>
            <a:r>
              <a:rPr lang="en-US" sz="34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Step 1: Prompt — Working With APIs</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953942"/>
            <a:ext cx="10424160" cy="522785"/>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Most </a:t>
            </a:r>
            <a:r>
              <a:rPr lang="en-US" sz="1600" dirty="0" err="1">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PoCs</a:t>
            </a:r>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connect to an API. Claude Code scaffolds the entire call — connection, authentication, and response — without you </a:t>
            </a:r>
            <a:r>
              <a:rPr lang="en-US" sz="1600" dirty="0" err="1">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memorising</a:t>
            </a:r>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documentation.</a:t>
            </a:r>
          </a:p>
        </p:txBody>
      </p:sp>
      <p:sp>
        <p:nvSpPr>
          <p:cNvPr id="6" name="Shape 4"/>
          <p:cNvSpPr/>
          <p:nvPr/>
        </p:nvSpPr>
        <p:spPr>
          <a:xfrm>
            <a:off x="549434" y="1732741"/>
            <a:ext cx="11094720" cy="633984"/>
          </a:xfrm>
          <a:prstGeom prst="roundRect">
            <a:avLst>
              <a:gd name="adj" fmla="val 15385"/>
            </a:avLst>
          </a:prstGeom>
          <a:solidFill>
            <a:schemeClr val="accent5">
              <a:lumMod val="20000"/>
              <a:lumOff val="80000"/>
            </a:schemeClr>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732741"/>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Tell Claude the API name, what you want back, and how errors should be handled. It writes the connection code. You direct the shape — Claude handles the boilerplate.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4">
            <a:extLst>
              <a:ext uri="{FF2B5EF4-FFF2-40B4-BE49-F238E27FC236}">
                <a16:creationId xmlns:a16="http://schemas.microsoft.com/office/drawing/2014/main" id="{A8E22718-1125-7E31-D380-3D5FB019CEC1}"/>
              </a:ext>
            </a:extLst>
          </p:cNvPr>
          <p:cNvSpPr/>
          <p:nvPr/>
        </p:nvSpPr>
        <p:spPr>
          <a:xfrm>
            <a:off x="591477" y="2709789"/>
            <a:ext cx="3511296" cy="3133327"/>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810933" y="2892669"/>
            <a:ext cx="536448" cy="536448"/>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810933" y="2892669"/>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469301" y="2929245"/>
            <a:ext cx="2438400" cy="46329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Scaffold the call</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810933" y="3502269"/>
            <a:ext cx="3072384" cy="0"/>
          </a:xfrm>
          <a:prstGeom prst="line">
            <a:avLst/>
          </a:prstGeom>
          <a:noFill/>
          <a:ln w="6350">
            <a:solidFill>
              <a:schemeClr val="tx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810933" y="3715123"/>
            <a:ext cx="3072384" cy="829056"/>
          </a:xfrm>
          <a:prstGeom prst="rect">
            <a:avLst/>
          </a:prstGeom>
          <a:noFill/>
          <a:ln/>
        </p:spPr>
        <p:txBody>
          <a:bodyPr wrap="square" lIns="0" tIns="0" rIns="0" bIns="0" rtlCol="0" anchor="t"/>
          <a:lstStyle/>
          <a:p>
            <a:r>
              <a:rPr lang="en-US" sz="1400" dirty="0">
                <a:solidFill>
                  <a:srgbClr val="555555"/>
                </a:solidFill>
                <a:latin typeface="Open Sans" panose="020B0606030504020204" pitchFamily="34" charset="0"/>
                <a:ea typeface="Open Sans" panose="020B0606030504020204" pitchFamily="34" charset="0"/>
                <a:cs typeface="Open Sans" panose="020B0606030504020204" pitchFamily="34" charset="0"/>
              </a:rPr>
              <a:t>Name the API, the endpoint, and what you expect back. Claude writes the connection code.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810933" y="4653908"/>
            <a:ext cx="3072384" cy="877824"/>
          </a:xfrm>
          <a:prstGeom prst="roundRect">
            <a:avLst>
              <a:gd name="adj" fmla="val 8333"/>
            </a:avLst>
          </a:prstGeom>
          <a:solidFill>
            <a:srgbClr val="EAF4EC"/>
          </a:solidFill>
          <a:ln w="9525">
            <a:solidFill>
              <a:srgbClr val="3A8C4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932853" y="4653908"/>
            <a:ext cx="2828544" cy="877824"/>
          </a:xfrm>
          <a:prstGeom prst="rect">
            <a:avLst/>
          </a:prstGeom>
          <a:noFill/>
          <a:ln/>
        </p:spPr>
        <p:txBody>
          <a:bodyPr wrap="square" lIns="0" tIns="0" rIns="0" bIns="0" rtlCol="0" anchor="ctr"/>
          <a:lstStyle/>
          <a:p>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"Connect to the CRM API and return all accounts with a </a:t>
            </a:r>
            <a:r>
              <a:rPr lang="en-US" sz="1200" dirty="0" err="1">
                <a:solidFill>
                  <a:srgbClr val="00B050"/>
                </a:solidFill>
                <a:latin typeface="Open Sans" panose="020B0606030504020204" pitchFamily="34" charset="0"/>
                <a:ea typeface="Open Sans" panose="020B0606030504020204" pitchFamily="34" charset="0"/>
                <a:cs typeface="Open Sans" panose="020B0606030504020204" pitchFamily="34" charset="0"/>
              </a:rPr>
              <a:t>last_contact</a:t>
            </a:r>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 field"</a:t>
            </a:r>
          </a:p>
        </p:txBody>
      </p:sp>
      <p:sp>
        <p:nvSpPr>
          <p:cNvPr id="3" name="Shape 4">
            <a:extLst>
              <a:ext uri="{FF2B5EF4-FFF2-40B4-BE49-F238E27FC236}">
                <a16:creationId xmlns:a16="http://schemas.microsoft.com/office/drawing/2014/main" id="{C32A74C5-1FC5-BCD3-BDEB-6C900DA92465}"/>
              </a:ext>
            </a:extLst>
          </p:cNvPr>
          <p:cNvSpPr/>
          <p:nvPr/>
        </p:nvSpPr>
        <p:spPr>
          <a:xfrm>
            <a:off x="4318089" y="2709789"/>
            <a:ext cx="3511296" cy="3133327"/>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4541685" y="2892669"/>
            <a:ext cx="536448" cy="536448"/>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4541685" y="2892669"/>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5200053" y="2929245"/>
            <a:ext cx="2438400" cy="463296"/>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Handle authentication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4541685" y="3502269"/>
            <a:ext cx="3072384" cy="0"/>
          </a:xfrm>
          <a:prstGeom prst="line">
            <a:avLst/>
          </a:prstGeom>
          <a:noFill/>
          <a:ln w="6350">
            <a:solidFill>
              <a:schemeClr val="tx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4541685" y="3715123"/>
            <a:ext cx="3072384" cy="829056"/>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Ask Claude to use an environment variable for the API key. Never hardcode credentials.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4541685" y="4653908"/>
            <a:ext cx="3072384" cy="877824"/>
          </a:xfrm>
          <a:prstGeom prst="roundRect">
            <a:avLst>
              <a:gd name="adj" fmla="val 8333"/>
            </a:avLst>
          </a:prstGeom>
          <a:solidFill>
            <a:srgbClr val="EAF4EC"/>
          </a:solidFill>
          <a:ln w="9525">
            <a:solidFill>
              <a:srgbClr val="3A8C4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4">
            <a:extLst>
              <a:ext uri="{FF2B5EF4-FFF2-40B4-BE49-F238E27FC236}">
                <a16:creationId xmlns:a16="http://schemas.microsoft.com/office/drawing/2014/main" id="{35FADD2D-163F-377E-FDFB-39FB31D793B6}"/>
              </a:ext>
            </a:extLst>
          </p:cNvPr>
          <p:cNvSpPr/>
          <p:nvPr/>
        </p:nvSpPr>
        <p:spPr>
          <a:xfrm>
            <a:off x="8056201" y="2709789"/>
            <a:ext cx="3511296" cy="3133327"/>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4663605" y="4653908"/>
            <a:ext cx="2828544" cy="877824"/>
          </a:xfrm>
          <a:prstGeom prst="rect">
            <a:avLst/>
          </a:prstGeom>
          <a:noFill/>
          <a:ln/>
        </p:spPr>
        <p:txBody>
          <a:bodyPr wrap="square" lIns="0" tIns="0" rIns="0" bIns="0" rtlCol="0" anchor="ctr"/>
          <a:lstStyle/>
          <a:p>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"Use the API key from the environment variable CRM_API_KEY"</a:t>
            </a:r>
          </a:p>
        </p:txBody>
      </p:sp>
      <p:sp>
        <p:nvSpPr>
          <p:cNvPr id="29" name="Shape 27"/>
          <p:cNvSpPr/>
          <p:nvPr/>
        </p:nvSpPr>
        <p:spPr>
          <a:xfrm>
            <a:off x="8272437" y="2892669"/>
            <a:ext cx="536448" cy="536448"/>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8272437" y="2892669"/>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8930805" y="2929245"/>
            <a:ext cx="2438400" cy="463296"/>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Parse the response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8272437" y="3502269"/>
            <a:ext cx="3072384" cy="0"/>
          </a:xfrm>
          <a:prstGeom prst="line">
            <a:avLst/>
          </a:prstGeom>
          <a:noFill/>
          <a:ln w="6350">
            <a:solidFill>
              <a:schemeClr val="tx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8272437" y="3715123"/>
            <a:ext cx="3072384" cy="829056"/>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Tell Claude which fields you need. It extracts and formats them without you reading the schema.</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32"/>
          <p:cNvSpPr/>
          <p:nvPr/>
        </p:nvSpPr>
        <p:spPr>
          <a:xfrm>
            <a:off x="8272437" y="4653908"/>
            <a:ext cx="3072384" cy="877824"/>
          </a:xfrm>
          <a:prstGeom prst="roundRect">
            <a:avLst>
              <a:gd name="adj" fmla="val 8333"/>
            </a:avLst>
          </a:prstGeom>
          <a:solidFill>
            <a:srgbClr val="EAF4EC"/>
          </a:solidFill>
          <a:ln w="9525">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8394357" y="4653908"/>
            <a:ext cx="2828544" cy="877824"/>
          </a:xfrm>
          <a:prstGeom prst="rect">
            <a:avLst/>
          </a:prstGeom>
          <a:noFill/>
          <a:ln/>
        </p:spPr>
        <p:txBody>
          <a:bodyPr wrap="square" lIns="0" tIns="0" rIns="0" bIns="0" rtlCol="0" anchor="ctr"/>
          <a:lstStyle/>
          <a:p>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"Return only: account name, owner, and days since last contact"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1" y="248520"/>
            <a:ext cx="11493833" cy="633984"/>
          </a:xfrm>
          <a:prstGeom prst="rect">
            <a:avLst/>
          </a:prstGeom>
          <a:noFill/>
          <a:ln/>
        </p:spPr>
        <p:txBody>
          <a:bodyPr wrap="square" lIns="0" tIns="0" rIns="0" bIns="0" rtlCol="0" anchor="ctr"/>
          <a:lstStyle/>
          <a:p>
            <a:r>
              <a:rPr lang="en-US" sz="34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Step 2: Claude Writes — Review Before You Accept</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5" y="1108577"/>
            <a:ext cx="11459329"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Claude does not save anything until you say yes. Your job at this step is to read what it proposes — not to approve it automatically.</a:t>
            </a:r>
          </a:p>
        </p:txBody>
      </p:sp>
      <p:sp>
        <p:nvSpPr>
          <p:cNvPr id="6" name="Shape 4"/>
          <p:cNvSpPr/>
          <p:nvPr/>
        </p:nvSpPr>
        <p:spPr>
          <a:xfrm>
            <a:off x="619831" y="1762155"/>
            <a:ext cx="10976928" cy="633984"/>
          </a:xfrm>
          <a:prstGeom prst="roundRect">
            <a:avLst>
              <a:gd name="adj" fmla="val 15385"/>
            </a:avLst>
          </a:prstGeom>
          <a:solidFill>
            <a:schemeClr val="accent6">
              <a:lumMod val="20000"/>
              <a:lumOff val="80000"/>
            </a:schemeClr>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762155"/>
            <a:ext cx="10607040" cy="633984"/>
          </a:xfrm>
          <a:prstGeom prst="rect">
            <a:avLst/>
          </a:prstGeom>
          <a:noFill/>
          <a:ln/>
        </p:spPr>
        <p:txBody>
          <a:bodyPr wrap="square" lIns="0" tIns="0" rIns="0" bIns="0" rtlCol="0" anchor="ctr"/>
          <a:lstStyle/>
          <a:p>
            <a:r>
              <a:rPr lang="en-US" sz="1400" dirty="0">
                <a:latin typeface="Open Sans" panose="020B0606030504020204" pitchFamily="34" charset="0"/>
                <a:ea typeface="Open Sans" panose="020B0606030504020204" pitchFamily="34" charset="0"/>
                <a:cs typeface="Open Sans" panose="020B0606030504020204" pitchFamily="34" charset="0"/>
              </a:rPr>
              <a:t>A diff is Claude's proposal — a side-by-side view showing exactly what it wants to add, change, or delete. Green means added. Red means removed. Nothing changes on your machine until you press Y to accept.</a:t>
            </a:r>
          </a:p>
        </p:txBody>
      </p:sp>
      <p:sp>
        <p:nvSpPr>
          <p:cNvPr id="8" name="Shape 6"/>
          <p:cNvSpPr/>
          <p:nvPr/>
        </p:nvSpPr>
        <p:spPr>
          <a:xfrm>
            <a:off x="619831" y="2518913"/>
            <a:ext cx="3454448" cy="3718329"/>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839287" y="2648894"/>
            <a:ext cx="3022640" cy="5037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Did Claude do what I asked?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flipV="1">
            <a:off x="839287" y="3290977"/>
            <a:ext cx="2833864" cy="1"/>
          </a:xfrm>
          <a:prstGeom prst="line">
            <a:avLst/>
          </a:prstGeom>
          <a:noFill/>
          <a:ln w="635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839287" y="3435695"/>
            <a:ext cx="3022643" cy="899596"/>
          </a:xfrm>
          <a:prstGeom prst="rect">
            <a:avLst/>
          </a:prstGeom>
          <a:noFill/>
          <a:ln/>
        </p:spPr>
        <p:txBody>
          <a:bodyPr wrap="square" lIns="0" tIns="0" rIns="0" bIns="0" rtlCol="0" anchor="t"/>
          <a:lstStyle/>
          <a:p>
            <a:r>
              <a:rPr lang="en-US" sz="1333"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The new function matches your prompt — correct file, correct output format</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839287" y="4434690"/>
            <a:ext cx="3022643" cy="899596"/>
          </a:xfrm>
          <a:prstGeom prst="rect">
            <a:avLst/>
          </a:prstGeom>
          <a:noFill/>
          <a:ln/>
        </p:spPr>
        <p:txBody>
          <a:bodyPr wrap="square" lIns="0" tIns="0" rIns="0" bIns="0" rtlCol="0" anchor="t"/>
          <a:lstStyle/>
          <a:p>
            <a:r>
              <a:rPr lang="en-US" sz="1333"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Claude added extra logic or features you did not ask for</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839288" y="5371901"/>
            <a:ext cx="3022641" cy="758603"/>
          </a:xfrm>
          <a:prstGeom prst="roundRect">
            <a:avLst>
              <a:gd name="adj" fmla="val 12727"/>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961207" y="5420536"/>
            <a:ext cx="2782752" cy="65970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Reject the extra parts. One thing at a time.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4344138" y="2518913"/>
            <a:ext cx="3454448" cy="3718329"/>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4563594" y="2648894"/>
            <a:ext cx="3022640" cy="503773"/>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Does anything look out of place?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flipV="1">
            <a:off x="4563594" y="3290977"/>
            <a:ext cx="2833864" cy="1"/>
          </a:xfrm>
          <a:prstGeom prst="line">
            <a:avLst/>
          </a:prstGeom>
          <a:noFill/>
          <a:ln w="63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4563594" y="3435695"/>
            <a:ext cx="3022643" cy="899596"/>
          </a:xfrm>
          <a:prstGeom prst="rect">
            <a:avLst/>
          </a:prstGeom>
          <a:noFill/>
          <a:ln/>
        </p:spPr>
        <p:txBody>
          <a:bodyPr wrap="square" lIns="0" tIns="0" rIns="0" bIns="0" rtlCol="0" anchor="t"/>
          <a:lstStyle/>
          <a:p>
            <a:r>
              <a:rPr lang="en-US" sz="1333"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The change is small and contained — only the lines you expected</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4563594" y="4434690"/>
            <a:ext cx="3022643" cy="899596"/>
          </a:xfrm>
          <a:prstGeom prst="rect">
            <a:avLst/>
          </a:prstGeom>
          <a:noFill/>
          <a:ln/>
        </p:spPr>
        <p:txBody>
          <a:bodyPr wrap="square" lIns="0" tIns="0" rIns="0" bIns="0" rtlCol="0" anchor="t"/>
          <a:lstStyle/>
          <a:p>
            <a:r>
              <a:rPr lang="en-US" sz="1333"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Claude touched files or sections you did not mention in your prompt</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63595" y="5371901"/>
            <a:ext cx="3022641" cy="758603"/>
          </a:xfrm>
          <a:prstGeom prst="roundRect">
            <a:avLst>
              <a:gd name="adj" fmla="val 12727"/>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685514" y="5420536"/>
            <a:ext cx="2782752" cy="659704"/>
          </a:xfrm>
          <a:prstGeom prst="rect">
            <a:avLst/>
          </a:prstGeom>
          <a:noFill/>
          <a:ln/>
        </p:spPr>
        <p:txBody>
          <a:bodyPr wrap="square" lIns="0" tIns="0" rIns="0" bIns="0" rtlCol="0" anchor="ctr"/>
          <a:lstStyle/>
          <a:p>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Ask Claude to explain why it touched those lines before accepting.</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8142311" y="2518913"/>
            <a:ext cx="3454448" cy="3718329"/>
          </a:xfrm>
          <a:prstGeom prst="roundRect">
            <a:avLst>
              <a:gd name="adj" fmla="val 3472"/>
            </a:avLst>
          </a:prstGeom>
          <a:solidFill>
            <a:srgbClr val="FEF2F2"/>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361767" y="2648894"/>
            <a:ext cx="3022640" cy="503773"/>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Can I explain what changed?</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flipV="1">
            <a:off x="8361767" y="3290977"/>
            <a:ext cx="2833864" cy="1"/>
          </a:xfrm>
          <a:prstGeom prst="line">
            <a:avLst/>
          </a:prstGeom>
          <a:noFill/>
          <a:ln w="6350">
            <a:solidFill>
              <a:schemeClr val="accent3"/>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8361767" y="3435695"/>
            <a:ext cx="3022643" cy="899596"/>
          </a:xfrm>
          <a:prstGeom prst="rect">
            <a:avLst/>
          </a:prstGeom>
          <a:noFill/>
          <a:ln/>
        </p:spPr>
        <p:txBody>
          <a:bodyPr wrap="square" lIns="0" tIns="0" rIns="0" bIns="0" rtlCol="0" anchor="t"/>
          <a:lstStyle/>
          <a:p>
            <a:r>
              <a:rPr lang="en-US" sz="1333"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You can describe in one sentence what the diff does and why</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8361767" y="4434690"/>
            <a:ext cx="3022643" cy="899596"/>
          </a:xfrm>
          <a:prstGeom prst="rect">
            <a:avLst/>
          </a:prstGeom>
          <a:noFill/>
          <a:ln/>
        </p:spPr>
        <p:txBody>
          <a:bodyPr wrap="square" lIns="0" tIns="0" rIns="0" bIns="0" rtlCol="0" anchor="t"/>
          <a:lstStyle/>
          <a:p>
            <a:r>
              <a:rPr lang="en-US" sz="1333"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You are not sure what changed or why — but it looks fine</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5"/>
          <p:cNvSpPr/>
          <p:nvPr/>
        </p:nvSpPr>
        <p:spPr>
          <a:xfrm>
            <a:off x="8361768" y="5371901"/>
            <a:ext cx="3022641" cy="758603"/>
          </a:xfrm>
          <a:prstGeom prst="roundRect">
            <a:avLst>
              <a:gd name="adj" fmla="val 12727"/>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8483687" y="5420536"/>
            <a:ext cx="2782752" cy="65970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If you cannot explain it, do not accept it yet.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243693"/>
            <a:ext cx="10424160" cy="633984"/>
          </a:xfrm>
          <a:prstGeom prst="rect">
            <a:avLst/>
          </a:prstGeom>
          <a:noFill/>
          <a:ln/>
        </p:spPr>
        <p:txBody>
          <a:bodyPr wrap="square" lIns="0" tIns="0" rIns="0" bIns="0" rtlCol="0" anchor="ctr"/>
          <a:lstStyle/>
          <a:p>
            <a:r>
              <a:rPr lang="en-US" sz="3400" b="1" dirty="0">
                <a:latin typeface="Open Sans" panose="020B0606030504020204" pitchFamily="34" charset="0"/>
                <a:ea typeface="Open Sans" panose="020B0606030504020204" pitchFamily="34" charset="0"/>
                <a:cs typeface="Open Sans" panose="020B0606030504020204" pitchFamily="34" charset="0"/>
              </a:rPr>
              <a:t>Step 3: Run &amp; Test — Reading the Result</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1107273"/>
            <a:ext cx="1042416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You accepted the diff. Now run it. The output tells you what to do next — whether it worked, broke, or produced the wrong result.</a:t>
            </a:r>
          </a:p>
        </p:txBody>
      </p:sp>
      <p:sp>
        <p:nvSpPr>
          <p:cNvPr id="6" name="Shape 4"/>
          <p:cNvSpPr/>
          <p:nvPr/>
        </p:nvSpPr>
        <p:spPr>
          <a:xfrm>
            <a:off x="549434" y="1812503"/>
            <a:ext cx="11094720" cy="633984"/>
          </a:xfrm>
          <a:prstGeom prst="roundRect">
            <a:avLst>
              <a:gd name="adj" fmla="val 15385"/>
            </a:avLst>
          </a:prstGeom>
          <a:solidFill>
            <a:srgbClr val="EAF4EC"/>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812503"/>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Running the code is not optional. Reading the output and deciding what to report back to Claude is the skill that separates fast builds from slow ones.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609013" y="2725639"/>
            <a:ext cx="3511296" cy="3346700"/>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2059861" y="2908519"/>
            <a:ext cx="609600" cy="609600"/>
          </a:xfrm>
          <a:prstGeom prst="ellipse">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2059861" y="2908519"/>
            <a:ext cx="609600" cy="609600"/>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791893" y="3615655"/>
            <a:ext cx="3145536" cy="426720"/>
          </a:xfrm>
          <a:prstGeom prst="rect">
            <a:avLst/>
          </a:prstGeom>
          <a:noFill/>
          <a:ln/>
        </p:spPr>
        <p:txBody>
          <a:bodyPr wrap="square" lIns="0" tIns="0" rIns="0" bIns="0" rtlCol="0" anchor="ct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It worked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828469" y="4091143"/>
            <a:ext cx="3072384" cy="0"/>
          </a:xfrm>
          <a:prstGeom prst="line">
            <a:avLst/>
          </a:prstGeom>
          <a:noFill/>
          <a:ln w="63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828469" y="4222841"/>
            <a:ext cx="3072384" cy="1219200"/>
          </a:xfrm>
          <a:prstGeom prst="rect">
            <a:avLst/>
          </a:prstGeom>
          <a:noFill/>
          <a:ln/>
        </p:spPr>
        <p:txBody>
          <a:bodyPr wrap="square" lIns="0" tIns="0" rIns="0" bIns="0" rtlCol="0" anchor="t"/>
          <a:lstStyle/>
          <a:p>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The output matches your success criterion. Check it carefully before moving on.</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828469" y="5003637"/>
            <a:ext cx="3072384" cy="933955"/>
          </a:xfrm>
          <a:prstGeom prst="roundRect">
            <a:avLst>
              <a:gd name="adj" fmla="val 12727"/>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950389" y="5135335"/>
            <a:ext cx="2828544" cy="670560"/>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Read the output. If it is correct, move to the next feature. Do not add more before confirming this one works.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4328263" y="2725639"/>
            <a:ext cx="3511296" cy="3346700"/>
          </a:xfrm>
          <a:prstGeom prst="roundRect">
            <a:avLst>
              <a:gd name="adj" fmla="val 3472"/>
            </a:avLst>
          </a:prstGeom>
          <a:solidFill>
            <a:srgbClr val="FEF2F2"/>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5779111" y="2908519"/>
            <a:ext cx="609600" cy="609600"/>
          </a:xfrm>
          <a:prstGeom prst="ellipse">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5779111" y="2908519"/>
            <a:ext cx="609600" cy="609600"/>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4511143" y="3615655"/>
            <a:ext cx="3145536" cy="426720"/>
          </a:xfrm>
          <a:prstGeom prst="rect">
            <a:avLst/>
          </a:prstGeom>
          <a:noFill/>
          <a:ln/>
        </p:spPr>
        <p:txBody>
          <a:bodyPr wrap="square" lIns="0" tIns="0" rIns="0" bIns="0" rtlCol="0" anchor="ctr"/>
          <a:lstStyle/>
          <a:p>
            <a:pPr algn="ctr"/>
            <a:r>
              <a:rPr lang="en-US" sz="1600" b="1">
                <a:latin typeface="Open Sans" panose="020B0606030504020204" pitchFamily="34" charset="0"/>
                <a:ea typeface="Open Sans" panose="020B0606030504020204" pitchFamily="34" charset="0"/>
                <a:cs typeface="Open Sans" panose="020B0606030504020204" pitchFamily="34" charset="0"/>
              </a:rPr>
              <a:t>It broke with an error</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47719" y="4091143"/>
            <a:ext cx="3072384" cy="0"/>
          </a:xfrm>
          <a:prstGeom prst="line">
            <a:avLst/>
          </a:prstGeom>
          <a:noFill/>
          <a:ln w="6350">
            <a:solidFill>
              <a:schemeClr val="accent3"/>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547719" y="4222841"/>
            <a:ext cx="3072384" cy="1219200"/>
          </a:xfrm>
          <a:prstGeom prst="rect">
            <a:avLst/>
          </a:prstGeom>
          <a:noFill/>
          <a:ln/>
        </p:spPr>
        <p:txBody>
          <a:bodyPr wrap="square" lIns="0" tIns="0" rIns="0" bIns="0" rtlCol="0" anchor="t"/>
          <a:lstStyle/>
          <a:p>
            <a:r>
              <a:rPr lang="en-US" sz="1333">
                <a:solidFill>
                  <a:srgbClr val="555555"/>
                </a:solidFill>
                <a:latin typeface="Open Sans" panose="020B0606030504020204" pitchFamily="34" charset="0"/>
                <a:ea typeface="Open Sans" panose="020B0606030504020204" pitchFamily="34" charset="0"/>
                <a:cs typeface="Open Sans" panose="020B0606030504020204" pitchFamily="34" charset="0"/>
              </a:rPr>
              <a:t>An error message appeared. This is the most useful outcome — it tells you exactly where to look.</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4547719" y="5003637"/>
            <a:ext cx="3072384" cy="933955"/>
          </a:xfrm>
          <a:prstGeom prst="roundRect">
            <a:avLst>
              <a:gd name="adj" fmla="val 12727"/>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4669639" y="5135335"/>
            <a:ext cx="2828544" cy="670560"/>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Copy the complete error message. Do not trim it. Go to Step 4.</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8073279" y="2725639"/>
            <a:ext cx="3511296" cy="3346700"/>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Shape 23"/>
          <p:cNvSpPr/>
          <p:nvPr/>
        </p:nvSpPr>
        <p:spPr>
          <a:xfrm>
            <a:off x="9524127" y="2908519"/>
            <a:ext cx="609600" cy="609600"/>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9524127" y="2908519"/>
            <a:ext cx="609600" cy="609600"/>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8256159" y="3615655"/>
            <a:ext cx="3145536" cy="426720"/>
          </a:xfrm>
          <a:prstGeom prst="rect">
            <a:avLst/>
          </a:prstGeom>
          <a:noFill/>
          <a:ln/>
        </p:spPr>
        <p:txBody>
          <a:bodyPr wrap="square" lIns="0" tIns="0" rIns="0" bIns="0" rtlCol="0" anchor="ctr"/>
          <a:lstStyle/>
          <a:p>
            <a:pPr algn="ctr"/>
            <a:r>
              <a:rPr lang="en-US" sz="1600" b="1">
                <a:latin typeface="Open Sans" panose="020B0606030504020204" pitchFamily="34" charset="0"/>
                <a:ea typeface="Open Sans" panose="020B0606030504020204" pitchFamily="34" charset="0"/>
                <a:cs typeface="Open Sans" panose="020B0606030504020204" pitchFamily="34" charset="0"/>
              </a:rPr>
              <a:t>It ran but the result is wrong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8292735" y="4091143"/>
            <a:ext cx="3072384" cy="0"/>
          </a:xfrm>
          <a:prstGeom prst="line">
            <a:avLst/>
          </a:prstGeom>
          <a:noFill/>
          <a:ln w="635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8292735" y="4222841"/>
            <a:ext cx="3072384" cy="1219200"/>
          </a:xfrm>
          <a:prstGeom prst="rect">
            <a:avLst/>
          </a:prstGeom>
          <a:noFill/>
          <a:ln/>
        </p:spPr>
        <p:txBody>
          <a:bodyPr wrap="square" lIns="0" tIns="0" rIns="0" bIns="0" rtlCol="0" anchor="t"/>
          <a:lstStyle/>
          <a:p>
            <a:r>
              <a:rPr lang="en-US" sz="1333">
                <a:solidFill>
                  <a:srgbClr val="555555"/>
                </a:solidFill>
                <a:latin typeface="Open Sans" panose="020B0606030504020204" pitchFamily="34" charset="0"/>
                <a:ea typeface="Open Sans" panose="020B0606030504020204" pitchFamily="34" charset="0"/>
                <a:cs typeface="Open Sans" panose="020B0606030504020204" pitchFamily="34" charset="0"/>
              </a:rPr>
              <a:t>No error, but the output does not match what you expected. This is the trickiest case.</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8"/>
          <p:cNvSpPr/>
          <p:nvPr/>
        </p:nvSpPr>
        <p:spPr>
          <a:xfrm>
            <a:off x="8292735" y="5003637"/>
            <a:ext cx="3072384" cy="933955"/>
          </a:xfrm>
          <a:prstGeom prst="roundRect">
            <a:avLst>
              <a:gd name="adj" fmla="val 12727"/>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8414655" y="5135335"/>
            <a:ext cx="2828544" cy="670560"/>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Compare actual output to expected output. Write down the difference in plain English. Go to Step 4.</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508105"/>
            <a:ext cx="10424160" cy="633984"/>
          </a:xfrm>
          <a:prstGeom prst="rect">
            <a:avLst/>
          </a:prstGeom>
          <a:noFill/>
          <a:ln/>
        </p:spPr>
        <p:txBody>
          <a:bodyPr wrap="square" lIns="0" tIns="0" rIns="0" bIns="0" rtlCol="0" anchor="ctr"/>
          <a:lstStyle/>
          <a:p>
            <a:r>
              <a:rPr lang="en-US" sz="3400" b="1" dirty="0">
                <a:latin typeface="Open Sans" panose="020B0606030504020204" pitchFamily="34" charset="0"/>
                <a:ea typeface="Open Sans" panose="020B0606030504020204" pitchFamily="34" charset="0"/>
                <a:cs typeface="Open Sans" panose="020B0606030504020204" pitchFamily="34" charset="0"/>
              </a:rPr>
              <a:t>Step 4: Describe What's Wrong — Handle the Error Right</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1606799"/>
            <a:ext cx="1042416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When something breaks, paste the full error into Claude Code with context about what you were trying to do — not just the error message.</a:t>
            </a:r>
          </a:p>
        </p:txBody>
      </p:sp>
      <p:sp>
        <p:nvSpPr>
          <p:cNvPr id="6" name="Shape 4"/>
          <p:cNvSpPr/>
          <p:nvPr/>
        </p:nvSpPr>
        <p:spPr>
          <a:xfrm>
            <a:off x="549434" y="2213949"/>
            <a:ext cx="11094720" cy="633984"/>
          </a:xfrm>
          <a:prstGeom prst="roundRect">
            <a:avLst>
              <a:gd name="adj" fmla="val 15385"/>
            </a:avLst>
          </a:prstGeom>
          <a:solidFill>
            <a:srgbClr val="FEF2F2"/>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2213949"/>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Something will break. That is not a problem — it is the process. What you paste back to Claude determines whether the fix works first time or after five more rounds.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549434" y="2980993"/>
            <a:ext cx="5303520" cy="3357401"/>
          </a:xfrm>
          <a:prstGeom prst="roundRect">
            <a:avLst>
              <a:gd name="adj" fmla="val 3226"/>
            </a:avLst>
          </a:prstGeom>
          <a:solidFill>
            <a:srgbClr val="FEF2F2"/>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93274" y="3076899"/>
            <a:ext cx="4815840" cy="390144"/>
          </a:xfrm>
          <a:prstGeom prst="rect">
            <a:avLst/>
          </a:prstGeom>
          <a:noFill/>
          <a:ln/>
        </p:spPr>
        <p:txBody>
          <a:bodyPr wrap="square" lIns="0" tIns="0" rIns="0" bIns="0" rtlCol="0" anchor="ctr"/>
          <a:lstStyle/>
          <a:p>
            <a:pPr algn="ctr"/>
            <a:r>
              <a:rPr lang="en-US"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  What people paste</a:t>
            </a:r>
            <a:endParaRPr lang="en-US" sz="18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793274" y="5693271"/>
            <a:ext cx="4815840" cy="512064"/>
          </a:xfrm>
          <a:prstGeom prst="roundRect">
            <a:avLst>
              <a:gd name="adj" fmla="val 16667"/>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915194" y="5693271"/>
            <a:ext cx="4572000" cy="51206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Claude has no idea where to look or what to fix.</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5950490" y="4229179"/>
            <a:ext cx="365760" cy="487680"/>
          </a:xfrm>
          <a:prstGeom prst="rect">
            <a:avLst/>
          </a:prstGeom>
          <a:noFill/>
          <a:ln/>
        </p:spPr>
        <p:txBody>
          <a:bodyPr wrap="square" lIns="0" tIns="0" rIns="0" bIns="0" rtlCol="0" anchor="ctr"/>
          <a:lstStyle/>
          <a:p>
            <a:pPr algn="ctr"/>
            <a:r>
              <a:rPr lang="en-US">
                <a:solidFill>
                  <a:srgbClr val="555555"/>
                </a:solidFill>
                <a:latin typeface="Open Sans" panose="020B0606030504020204" pitchFamily="34" charset="0"/>
                <a:ea typeface="Open Sans" panose="020B0606030504020204" pitchFamily="34" charset="0"/>
                <a:cs typeface="Open Sans" panose="020B0606030504020204" pitchFamily="34" charset="0"/>
              </a:rPr>
              <a:t>→</a:t>
            </a: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6401594" y="2980993"/>
            <a:ext cx="5242560" cy="3357401"/>
          </a:xfrm>
          <a:prstGeom prst="roundRect">
            <a:avLst>
              <a:gd name="adj" fmla="val 3226"/>
            </a:avLst>
          </a:prstGeom>
          <a:solidFill>
            <a:srgbClr val="EAF4EC"/>
          </a:solidFill>
          <a:ln w="12700">
            <a:solidFill>
              <a:srgbClr val="3A8C4E"/>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645434" y="3076899"/>
            <a:ext cx="4754880" cy="390144"/>
          </a:xfrm>
          <a:prstGeom prst="rect">
            <a:avLst/>
          </a:prstGeom>
          <a:noFill/>
          <a:ln/>
        </p:spPr>
        <p:txBody>
          <a:bodyPr wrap="square" lIns="0" tIns="0" rIns="0" bIns="0" rtlCol="0" anchor="ctr"/>
          <a:lstStyle/>
          <a:p>
            <a:pPr algn="ctr"/>
            <a:r>
              <a:rPr lang="en-US" sz="1800" b="1">
                <a:solidFill>
                  <a:srgbClr val="00B050"/>
                </a:solidFill>
                <a:latin typeface="Open Sans" panose="020B0606030504020204" pitchFamily="34" charset="0"/>
                <a:ea typeface="Open Sans" panose="020B0606030504020204" pitchFamily="34" charset="0"/>
                <a:cs typeface="Open Sans" panose="020B0606030504020204" pitchFamily="34" charset="0"/>
              </a:rPr>
              <a:t>✓  What actually works</a:t>
            </a:r>
            <a:endParaRPr lang="en-US" sz="18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6645434" y="5693271"/>
            <a:ext cx="4754880" cy="512064"/>
          </a:xfrm>
          <a:prstGeom prst="roundRect">
            <a:avLst>
              <a:gd name="adj" fmla="val 16667"/>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6767354" y="5693271"/>
            <a:ext cx="4511040" cy="51206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Claude now knows exactly where to look and what to fix.</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6">
            <a:extLst>
              <a:ext uri="{FF2B5EF4-FFF2-40B4-BE49-F238E27FC236}">
                <a16:creationId xmlns:a16="http://schemas.microsoft.com/office/drawing/2014/main" id="{FE7753BE-5A05-260E-C52B-54FFF1C31ECE}"/>
              </a:ext>
            </a:extLst>
          </p:cNvPr>
          <p:cNvSpPr/>
          <p:nvPr/>
        </p:nvSpPr>
        <p:spPr>
          <a:xfrm>
            <a:off x="793274" y="3509715"/>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Pasting only the error message — no context</a:t>
            </a:r>
          </a:p>
        </p:txBody>
      </p:sp>
      <p:sp>
        <p:nvSpPr>
          <p:cNvPr id="35" name="Text 7">
            <a:extLst>
              <a:ext uri="{FF2B5EF4-FFF2-40B4-BE49-F238E27FC236}">
                <a16:creationId xmlns:a16="http://schemas.microsoft.com/office/drawing/2014/main" id="{C1AB4362-DC0E-35BF-5064-DD3B5BCC7650}"/>
              </a:ext>
            </a:extLst>
          </p:cNvPr>
          <p:cNvSpPr/>
          <p:nvPr/>
        </p:nvSpPr>
        <p:spPr>
          <a:xfrm>
            <a:off x="793274" y="4038315"/>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Asking Claude to 'fix it' without saying what 'it' is</a:t>
            </a:r>
          </a:p>
        </p:txBody>
      </p:sp>
      <p:sp>
        <p:nvSpPr>
          <p:cNvPr id="36" name="Text 8">
            <a:extLst>
              <a:ext uri="{FF2B5EF4-FFF2-40B4-BE49-F238E27FC236}">
                <a16:creationId xmlns:a16="http://schemas.microsoft.com/office/drawing/2014/main" id="{7644EB75-E274-73C6-808A-089E9841B3DB}"/>
              </a:ext>
            </a:extLst>
          </p:cNvPr>
          <p:cNvSpPr/>
          <p:nvPr/>
        </p:nvSpPr>
        <p:spPr>
          <a:xfrm>
            <a:off x="793274" y="4546876"/>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Accepting the first fix without re-running the code</a:t>
            </a:r>
          </a:p>
        </p:txBody>
      </p:sp>
      <p:sp>
        <p:nvSpPr>
          <p:cNvPr id="37" name="Text 9">
            <a:extLst>
              <a:ext uri="{FF2B5EF4-FFF2-40B4-BE49-F238E27FC236}">
                <a16:creationId xmlns:a16="http://schemas.microsoft.com/office/drawing/2014/main" id="{056BEE26-5EDD-09F1-FDE2-1336A125C956}"/>
              </a:ext>
            </a:extLst>
          </p:cNvPr>
          <p:cNvSpPr/>
          <p:nvPr/>
        </p:nvSpPr>
        <p:spPr>
          <a:xfrm>
            <a:off x="793274" y="5095516"/>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Starting a new conversation and losing all context</a:t>
            </a:r>
          </a:p>
        </p:txBody>
      </p:sp>
      <p:sp>
        <p:nvSpPr>
          <p:cNvPr id="38" name="Text 15">
            <a:extLst>
              <a:ext uri="{FF2B5EF4-FFF2-40B4-BE49-F238E27FC236}">
                <a16:creationId xmlns:a16="http://schemas.microsoft.com/office/drawing/2014/main" id="{ED90703D-B101-9D8F-2D4D-2FA8329AC739}"/>
              </a:ext>
            </a:extLst>
          </p:cNvPr>
          <p:cNvSpPr/>
          <p:nvPr/>
        </p:nvSpPr>
        <p:spPr>
          <a:xfrm>
            <a:off x="6645434" y="3509715"/>
            <a:ext cx="4754880" cy="548640"/>
          </a:xfrm>
          <a:prstGeom prst="rect">
            <a:avLst/>
          </a:prstGeom>
          <a:noFill/>
          <a:ln/>
        </p:spPr>
        <p:txBody>
          <a:bodyPr wrap="square" lIns="0" tIns="0" rIns="0" bIns="0" rtlCol="0" anchor="ctr"/>
          <a:lstStyle/>
          <a:p>
            <a:r>
              <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rPr>
              <a:t>✓  Paste the full error — never trim it</a:t>
            </a:r>
          </a:p>
        </p:txBody>
      </p:sp>
      <p:sp>
        <p:nvSpPr>
          <p:cNvPr id="39" name="Text 16">
            <a:extLst>
              <a:ext uri="{FF2B5EF4-FFF2-40B4-BE49-F238E27FC236}">
                <a16:creationId xmlns:a16="http://schemas.microsoft.com/office/drawing/2014/main" id="{23AF2B29-DD7F-E774-4114-C469603EF8DE}"/>
              </a:ext>
            </a:extLst>
          </p:cNvPr>
          <p:cNvSpPr/>
          <p:nvPr/>
        </p:nvSpPr>
        <p:spPr>
          <a:xfrm>
            <a:off x="6645434" y="4038315"/>
            <a:ext cx="4754880" cy="548640"/>
          </a:xfrm>
          <a:prstGeom prst="rect">
            <a:avLst/>
          </a:prstGeom>
          <a:noFill/>
          <a:ln/>
        </p:spPr>
        <p:txBody>
          <a:bodyPr wrap="square" lIns="0" tIns="0" rIns="0" bIns="0" rtlCol="0" anchor="ctr"/>
          <a:lstStyle/>
          <a:p>
            <a:r>
              <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rPr>
              <a:t>✓  Add one sentence: what you were trying to do</a:t>
            </a:r>
          </a:p>
        </p:txBody>
      </p:sp>
      <p:sp>
        <p:nvSpPr>
          <p:cNvPr id="40" name="Text 17">
            <a:extLst>
              <a:ext uri="{FF2B5EF4-FFF2-40B4-BE49-F238E27FC236}">
                <a16:creationId xmlns:a16="http://schemas.microsoft.com/office/drawing/2014/main" id="{15FCBBB2-3402-6EA2-D091-7B99E9424FAA}"/>
              </a:ext>
            </a:extLst>
          </p:cNvPr>
          <p:cNvSpPr/>
          <p:nvPr/>
        </p:nvSpPr>
        <p:spPr>
          <a:xfrm>
            <a:off x="6645434" y="4546876"/>
            <a:ext cx="4754880" cy="548640"/>
          </a:xfrm>
          <a:prstGeom prst="rect">
            <a:avLst/>
          </a:prstGeom>
          <a:noFill/>
          <a:ln/>
        </p:spPr>
        <p:txBody>
          <a:bodyPr wrap="square" lIns="0" tIns="0" rIns="0" bIns="0" rtlCol="0" anchor="ctr"/>
          <a:lstStyle/>
          <a:p>
            <a:r>
              <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rPr>
              <a:t>✓  Let Claude name the cause before fixing it</a:t>
            </a:r>
          </a:p>
        </p:txBody>
      </p:sp>
      <p:sp>
        <p:nvSpPr>
          <p:cNvPr id="41" name="Text 18">
            <a:extLst>
              <a:ext uri="{FF2B5EF4-FFF2-40B4-BE49-F238E27FC236}">
                <a16:creationId xmlns:a16="http://schemas.microsoft.com/office/drawing/2014/main" id="{5B7C7C98-0853-F169-9FB6-34BD227FCD4B}"/>
              </a:ext>
            </a:extLst>
          </p:cNvPr>
          <p:cNvSpPr/>
          <p:nvPr/>
        </p:nvSpPr>
        <p:spPr>
          <a:xfrm>
            <a:off x="6645434" y="5095516"/>
            <a:ext cx="4754880" cy="548640"/>
          </a:xfrm>
          <a:prstGeom prst="rect">
            <a:avLst/>
          </a:prstGeom>
          <a:noFill/>
          <a:ln/>
        </p:spPr>
        <p:txBody>
          <a:bodyPr wrap="square" lIns="0" tIns="0" rIns="0" bIns="0" rtlCol="0" anchor="ctr"/>
          <a:lstStyle/>
          <a:p>
            <a:r>
              <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rPr>
              <a:t>✓  Run the fix — if it fails again, repeat the loop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243840"/>
            <a:ext cx="10424160" cy="633984"/>
          </a:xfrm>
          <a:prstGeom prst="rect">
            <a:avLst/>
          </a:prstGeom>
          <a:noFill/>
          <a:ln/>
        </p:spPr>
        <p:txBody>
          <a:bodyPr wrap="square" lIns="0" tIns="0" rIns="0" bIns="0" rtlCol="0" anchor="ctr"/>
          <a:lstStyle/>
          <a:p>
            <a:r>
              <a:rPr lang="en-US" sz="3400" b="1" dirty="0">
                <a:latin typeface="Open Sans" panose="020B0606030504020204" pitchFamily="34" charset="0"/>
                <a:ea typeface="Open Sans" panose="020B0606030504020204" pitchFamily="34" charset="0"/>
                <a:cs typeface="Open Sans" panose="020B0606030504020204" pitchFamily="34" charset="0"/>
              </a:rPr>
              <a:t>Step 5: Claude Fixes — This Is Not the End</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950976"/>
            <a:ext cx="1042416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Claude proposes a fix. Your job is the same as Step 2: review before you accept. Then run it again to confirm the fix actually worked.</a:t>
            </a:r>
          </a:p>
        </p:txBody>
      </p:sp>
      <p:sp>
        <p:nvSpPr>
          <p:cNvPr id="6" name="Shape 4"/>
          <p:cNvSpPr/>
          <p:nvPr/>
        </p:nvSpPr>
        <p:spPr>
          <a:xfrm>
            <a:off x="549434" y="1475232"/>
            <a:ext cx="11094720" cy="633984"/>
          </a:xfrm>
          <a:prstGeom prst="roundRect">
            <a:avLst>
              <a:gd name="adj" fmla="val 15385"/>
            </a:avLst>
          </a:prstGeom>
          <a:solidFill>
            <a:schemeClr val="accent6">
              <a:lumMod val="20000"/>
              <a:lumOff val="80000"/>
            </a:schemeClr>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475232"/>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A fix that makes the error message disappear is not necessarily a fix. It is a hypothesis. Your job is to verify it before moving on.</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549434" y="2170176"/>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756698" y="2340864"/>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756698" y="2340864"/>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488218" y="2267712"/>
            <a:ext cx="3048000" cy="341376"/>
          </a:xfrm>
          <a:prstGeom prst="rect">
            <a:avLst/>
          </a:prstGeom>
          <a:noFill/>
          <a:ln/>
        </p:spPr>
        <p:txBody>
          <a:bodyPr wrap="square" lIns="0" tIns="0" rIns="0" bIns="0" rtlCol="0" anchor="ctr"/>
          <a:lstStyle/>
          <a:p>
            <a:r>
              <a:rPr lang="en-US" sz="1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Review the fix first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488218" y="2633472"/>
            <a:ext cx="9875520" cy="341376"/>
          </a:xfrm>
          <a:prstGeom prst="rect">
            <a:avLst/>
          </a:prstGeom>
          <a:noFill/>
          <a:ln/>
        </p:spPr>
        <p:txBody>
          <a:bodyPr wrap="square" lIns="0" tIns="0" rIns="0" bIns="0" rtlCol="0" anchor="t"/>
          <a:lstStyle/>
          <a:p>
            <a:r>
              <a:rPr lang="en-US" sz="1200" dirty="0">
                <a:solidFill>
                  <a:srgbClr val="555555"/>
                </a:solidFill>
                <a:latin typeface="Open Sans" panose="020B0606030504020204" pitchFamily="34" charset="0"/>
                <a:ea typeface="Open Sans" panose="020B0606030504020204" pitchFamily="34" charset="0"/>
                <a:cs typeface="Open Sans" panose="020B0606030504020204" pitchFamily="34" charset="0"/>
              </a:rPr>
              <a:t>Before accepting, read what Claude changed. Does the fix address the root cause, or does it just suppress the error message? Ask yourself: could this break something else?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4658138" y="2267712"/>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549434" y="3129200"/>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756698" y="3299888"/>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756698" y="3299888"/>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488218" y="3226736"/>
            <a:ext cx="3048000" cy="341376"/>
          </a:xfrm>
          <a:prstGeom prst="rect">
            <a:avLst/>
          </a:prstGeom>
          <a:noFill/>
          <a:ln/>
        </p:spPr>
        <p:txBody>
          <a:bodyPr wrap="square" lIns="0" tIns="0" rIns="0" bIns="0" rtlCol="0" anchor="ctr"/>
          <a:lstStyle/>
          <a:p>
            <a:r>
              <a:rPr lang="en-US" sz="1600" b="1">
                <a:solidFill>
                  <a:srgbClr val="2D2D2D"/>
                </a:solidFill>
                <a:latin typeface="Open Sans" panose="020B0606030504020204" pitchFamily="34" charset="0"/>
                <a:ea typeface="Open Sans" panose="020B0606030504020204" pitchFamily="34" charset="0"/>
                <a:cs typeface="Open Sans" panose="020B0606030504020204" pitchFamily="34" charset="0"/>
              </a:rPr>
              <a:t>Accept and run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1488218" y="3592496"/>
            <a:ext cx="9875520" cy="341376"/>
          </a:xfrm>
          <a:prstGeom prst="rect">
            <a:avLst/>
          </a:prstGeom>
          <a:noFill/>
          <a:ln/>
        </p:spPr>
        <p:txBody>
          <a:bodyPr wrap="square" lIns="0" tIns="0" rIns="0" bIns="0" rtlCol="0" anchor="t"/>
          <a:lstStyle/>
          <a:p>
            <a:r>
              <a:rPr lang="en-US" sz="1200">
                <a:solidFill>
                  <a:srgbClr val="555555"/>
                </a:solidFill>
                <a:latin typeface="Open Sans" panose="020B0606030504020204" pitchFamily="34" charset="0"/>
                <a:ea typeface="Open Sans" panose="020B0606030504020204" pitchFamily="34" charset="0"/>
                <a:cs typeface="Open Sans" panose="020B0606030504020204" pitchFamily="34" charset="0"/>
              </a:rPr>
              <a:t>Press Y to accept. Run the code immediately. Do not move on before running it. The fix is unverified until the code runs.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4658138" y="3226736"/>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549434" y="4074200"/>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756698" y="4244888"/>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756698" y="4244888"/>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488218" y="4171736"/>
            <a:ext cx="3048000" cy="341376"/>
          </a:xfrm>
          <a:prstGeom prst="rect">
            <a:avLst/>
          </a:prstGeom>
          <a:noFill/>
          <a:ln/>
        </p:spPr>
        <p:txBody>
          <a:bodyPr wrap="square" lIns="0" tIns="0" rIns="0" bIns="0" rtlCol="0" anchor="ctr"/>
          <a:lstStyle/>
          <a:p>
            <a:r>
              <a:rPr lang="en-US" sz="1600" b="1">
                <a:solidFill>
                  <a:srgbClr val="2D2D2D"/>
                </a:solidFill>
                <a:latin typeface="Open Sans" panose="020B0606030504020204" pitchFamily="34" charset="0"/>
                <a:ea typeface="Open Sans" panose="020B0606030504020204" pitchFamily="34" charset="0"/>
                <a:cs typeface="Open Sans" panose="020B0606030504020204" pitchFamily="34" charset="0"/>
              </a:rPr>
              <a:t>Check the symptom is gone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1488218" y="4537496"/>
            <a:ext cx="9875520" cy="341376"/>
          </a:xfrm>
          <a:prstGeom prst="rect">
            <a:avLst/>
          </a:prstGeom>
          <a:noFill/>
          <a:ln/>
        </p:spPr>
        <p:txBody>
          <a:bodyPr wrap="square" lIns="0" tIns="0" rIns="0" bIns="0" rtlCol="0" anchor="t"/>
          <a:lstStyle/>
          <a:p>
            <a:r>
              <a:rPr lang="en-US" sz="1200">
                <a:solidFill>
                  <a:srgbClr val="555555"/>
                </a:solidFill>
                <a:latin typeface="Open Sans" panose="020B0606030504020204" pitchFamily="34" charset="0"/>
                <a:ea typeface="Open Sans" panose="020B0606030504020204" pitchFamily="34" charset="0"/>
                <a:cs typeface="Open Sans" panose="020B0606030504020204" pitchFamily="34" charset="0"/>
              </a:rPr>
              <a:t>The original error or wrong output should no longer appear. If it does, you are back at Step 4. Describe what is still wrong and repeat the loop.</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5" name="Shape 23"/>
          <p:cNvSpPr/>
          <p:nvPr/>
        </p:nvSpPr>
        <p:spPr>
          <a:xfrm>
            <a:off x="4658138" y="4171736"/>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p:cNvSpPr/>
          <p:nvPr/>
        </p:nvSpPr>
        <p:spPr>
          <a:xfrm>
            <a:off x="549434" y="5049560"/>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5"/>
          <p:cNvSpPr/>
          <p:nvPr/>
        </p:nvSpPr>
        <p:spPr>
          <a:xfrm>
            <a:off x="756698" y="5220248"/>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756698" y="5220248"/>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1488218" y="5147096"/>
            <a:ext cx="3048000" cy="341376"/>
          </a:xfrm>
          <a:prstGeom prst="rect">
            <a:avLst/>
          </a:prstGeom>
          <a:noFill/>
          <a:ln/>
        </p:spPr>
        <p:txBody>
          <a:bodyPr wrap="square" lIns="0" tIns="0" rIns="0" bIns="0" rtlCol="0" anchor="ctr"/>
          <a:lstStyle/>
          <a:p>
            <a:r>
              <a:rPr lang="en-US" sz="1600" b="1">
                <a:solidFill>
                  <a:srgbClr val="2D2D2D"/>
                </a:solidFill>
                <a:latin typeface="Open Sans" panose="020B0606030504020204" pitchFamily="34" charset="0"/>
                <a:ea typeface="Open Sans" panose="020B0606030504020204" pitchFamily="34" charset="0"/>
                <a:cs typeface="Open Sans" panose="020B0606030504020204" pitchFamily="34" charset="0"/>
              </a:rPr>
              <a:t>Check nothing else broke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1488218" y="5512856"/>
            <a:ext cx="9875520" cy="341376"/>
          </a:xfrm>
          <a:prstGeom prst="rect">
            <a:avLst/>
          </a:prstGeom>
          <a:noFill/>
          <a:ln/>
        </p:spPr>
        <p:txBody>
          <a:bodyPr wrap="square" lIns="0" tIns="0" rIns="0" bIns="0" rtlCol="0" anchor="t"/>
          <a:lstStyle/>
          <a:p>
            <a:r>
              <a:rPr lang="en-US" sz="1200">
                <a:solidFill>
                  <a:srgbClr val="555555"/>
                </a:solidFill>
                <a:latin typeface="Open Sans" panose="020B0606030504020204" pitchFamily="34" charset="0"/>
                <a:ea typeface="Open Sans" panose="020B0606030504020204" pitchFamily="34" charset="0"/>
                <a:cs typeface="Open Sans" panose="020B0606030504020204" pitchFamily="34" charset="0"/>
              </a:rPr>
              <a:t>Run the full output, not just the fixed part. A fix that solves one thing and silently breaks another is not a fix. Session 3 covers how to write a test that locks this in permanently.</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9"/>
          <p:cNvSpPr/>
          <p:nvPr/>
        </p:nvSpPr>
        <p:spPr>
          <a:xfrm>
            <a:off x="4658138" y="5147096"/>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549434" y="6079784"/>
            <a:ext cx="11094720" cy="426720"/>
          </a:xfrm>
          <a:prstGeom prst="roundRect">
            <a:avLst>
              <a:gd name="adj" fmla="val 20000"/>
            </a:avLst>
          </a:prstGeom>
          <a:solidFill>
            <a:schemeClr val="accent6">
              <a:lumMod val="20000"/>
              <a:lumOff val="80000"/>
            </a:schemeClr>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549434" y="6079784"/>
            <a:ext cx="11094720" cy="426720"/>
          </a:xfrm>
          <a:prstGeom prst="rect">
            <a:avLst/>
          </a:prstGeom>
          <a:noFill/>
          <a:ln/>
        </p:spPr>
        <p:txBody>
          <a:bodyPr wrap="square" lIns="0" tIns="0" rIns="0" bIns="0" rtlCol="0" anchor="ctr"/>
          <a:lstStyle/>
          <a:p>
            <a:pPr algn="ct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Repeat the loop until the code passes your success criterion. Step 5 is not the end — it leads back to Step 3.</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96">
            <a:extLst>
              <a:ext uri="{FF2B5EF4-FFF2-40B4-BE49-F238E27FC236}">
                <a16:creationId xmlns:a16="http://schemas.microsoft.com/office/drawing/2014/main" id="{B97A3138-52B8-DF9E-C920-77A36E664F0C}"/>
              </a:ext>
            </a:extLst>
          </p:cNvPr>
          <p:cNvSpPr/>
          <p:nvPr/>
        </p:nvSpPr>
        <p:spPr>
          <a:xfrm>
            <a:off x="732314" y="1493521"/>
            <a:ext cx="10728960" cy="670560"/>
          </a:xfrm>
          <a:prstGeom prst="rect">
            <a:avLst/>
          </a:prstGeom>
          <a:noFill/>
          <a:ln/>
        </p:spPr>
        <p:txBody>
          <a:bodyPr wrap="square" lIns="0" tIns="0" rIns="0" bIns="0" rtlCol="0" anchor="ctr"/>
          <a:lstStyle/>
          <a:p>
            <a:pPr algn="ctr"/>
            <a:r>
              <a:rPr lang="en-US" sz="4200" b="1" dirty="0">
                <a:latin typeface="Open Sans" panose="020B0606030504020204" pitchFamily="34" charset="0"/>
                <a:ea typeface="Open Sans" panose="020B0606030504020204" pitchFamily="34" charset="0"/>
                <a:cs typeface="Open Sans" panose="020B0606030504020204" pitchFamily="34" charset="0"/>
              </a:rPr>
              <a:t>The loop is running.</a:t>
            </a:r>
            <a:endParaRPr lang="en-US" sz="42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97">
            <a:extLst>
              <a:ext uri="{FF2B5EF4-FFF2-40B4-BE49-F238E27FC236}">
                <a16:creationId xmlns:a16="http://schemas.microsoft.com/office/drawing/2014/main" id="{8F4DF490-AA83-0F14-2264-601213D0CC4C}"/>
              </a:ext>
            </a:extLst>
          </p:cNvPr>
          <p:cNvSpPr/>
          <p:nvPr/>
        </p:nvSpPr>
        <p:spPr>
          <a:xfrm>
            <a:off x="732314" y="2261617"/>
            <a:ext cx="10728960" cy="670560"/>
          </a:xfrm>
          <a:prstGeom prst="rect">
            <a:avLst/>
          </a:prstGeom>
          <a:noFill/>
          <a:ln/>
        </p:spPr>
        <p:txBody>
          <a:bodyPr wrap="square" lIns="0" tIns="0" rIns="0" bIns="0" rtlCol="0" anchor="ctr"/>
          <a:lstStyle/>
          <a:p>
            <a:pPr algn="ctr"/>
            <a:r>
              <a:rPr lang="en-US" sz="4200" b="1">
                <a:latin typeface="Open Sans" panose="020B0606030504020204" pitchFamily="34" charset="0"/>
                <a:ea typeface="Open Sans" panose="020B0606030504020204" pitchFamily="34" charset="0"/>
                <a:cs typeface="Open Sans" panose="020B0606030504020204" pitchFamily="34" charset="0"/>
              </a:rPr>
              <a:t>The session is stable.</a:t>
            </a:r>
            <a:endParaRPr lang="en-US" sz="4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98">
            <a:extLst>
              <a:ext uri="{FF2B5EF4-FFF2-40B4-BE49-F238E27FC236}">
                <a16:creationId xmlns:a16="http://schemas.microsoft.com/office/drawing/2014/main" id="{E387A9A4-236E-B4D7-F287-C1BE56C015F6}"/>
              </a:ext>
            </a:extLst>
          </p:cNvPr>
          <p:cNvSpPr/>
          <p:nvPr/>
        </p:nvSpPr>
        <p:spPr>
          <a:xfrm>
            <a:off x="732314" y="3017521"/>
            <a:ext cx="10728960" cy="670560"/>
          </a:xfrm>
          <a:prstGeom prst="rect">
            <a:avLst/>
          </a:prstGeom>
          <a:noFill/>
          <a:ln/>
        </p:spPr>
        <p:txBody>
          <a:bodyPr wrap="square" lIns="0" tIns="0" rIns="0" bIns="0" rtlCol="0" anchor="ctr"/>
          <a:lstStyle/>
          <a:p>
            <a:pPr algn="ctr"/>
            <a:r>
              <a:rPr lang="en-US" sz="42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Your core logic produces output.</a:t>
            </a:r>
            <a:endParaRPr lang="en-US" sz="42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99">
            <a:extLst>
              <a:ext uri="{FF2B5EF4-FFF2-40B4-BE49-F238E27FC236}">
                <a16:creationId xmlns:a16="http://schemas.microsoft.com/office/drawing/2014/main" id="{69230839-D087-ED63-06BF-64F72C6856CA}"/>
              </a:ext>
            </a:extLst>
          </p:cNvPr>
          <p:cNvSpPr/>
          <p:nvPr/>
        </p:nvSpPr>
        <p:spPr>
          <a:xfrm>
            <a:off x="1219994" y="3749041"/>
            <a:ext cx="9753600" cy="463296"/>
          </a:xfrm>
          <a:prstGeom prst="rect">
            <a:avLst/>
          </a:prstGeom>
          <a:noFill/>
          <a:ln/>
        </p:spPr>
        <p:txBody>
          <a:bodyPr wrap="square" lIns="0" tIns="0" rIns="0" bIns="0" rtlCol="0" anchor="ctr"/>
          <a:lstStyle/>
          <a:p>
            <a:pPr algn="ctr"/>
            <a:r>
              <a:rPr lang="en-US" sz="1800" i="1" dirty="0">
                <a:solidFill>
                  <a:srgbClr val="AAAAAA"/>
                </a:solidFill>
                <a:latin typeface="Open Sans" panose="020B0606030504020204" pitchFamily="34" charset="0"/>
                <a:ea typeface="Open Sans" panose="020B0606030504020204" pitchFamily="34" charset="0"/>
                <a:cs typeface="Open Sans" panose="020B0606030504020204" pitchFamily="34" charset="0"/>
              </a:rPr>
              <a:t>There is one question left before the lab:</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100">
            <a:extLst>
              <a:ext uri="{FF2B5EF4-FFF2-40B4-BE49-F238E27FC236}">
                <a16:creationId xmlns:a16="http://schemas.microsoft.com/office/drawing/2014/main" id="{D53A27DF-CDC1-5C6E-928E-A6D79456878E}"/>
              </a:ext>
            </a:extLst>
          </p:cNvPr>
          <p:cNvSpPr/>
          <p:nvPr/>
        </p:nvSpPr>
        <p:spPr>
          <a:xfrm>
            <a:off x="1219994" y="4273297"/>
            <a:ext cx="9753600" cy="548640"/>
          </a:xfrm>
          <a:prstGeom prst="rect">
            <a:avLst/>
          </a:prstGeom>
          <a:noFill/>
          <a:ln/>
        </p:spPr>
        <p:txBody>
          <a:bodyPr wrap="square" lIns="0" tIns="0" rIns="0" bIns="0" rtlCol="0" anchor="ctr"/>
          <a:lstStyle/>
          <a:p>
            <a:pPr algn="ctr"/>
            <a:r>
              <a:rPr lang="en-US" sz="2000" b="1" dirty="0">
                <a:latin typeface="Open Sans" panose="020B0606030504020204" pitchFamily="34" charset="0"/>
                <a:ea typeface="Open Sans" panose="020B0606030504020204" pitchFamily="34" charset="0"/>
                <a:cs typeface="Open Sans" panose="020B0606030504020204" pitchFamily="34" charset="0"/>
              </a:rPr>
              <a:t>can someone else actually see what you built?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01">
            <a:extLst>
              <a:ext uri="{FF2B5EF4-FFF2-40B4-BE49-F238E27FC236}">
                <a16:creationId xmlns:a16="http://schemas.microsoft.com/office/drawing/2014/main" id="{DBB0AE4B-4060-4481-CDAC-83C35A1558E1}"/>
              </a:ext>
            </a:extLst>
          </p:cNvPr>
          <p:cNvSpPr/>
          <p:nvPr/>
        </p:nvSpPr>
        <p:spPr>
          <a:xfrm>
            <a:off x="3414554" y="5175504"/>
            <a:ext cx="5364480" cy="512064"/>
          </a:xfrm>
          <a:prstGeom prst="roundRect">
            <a:avLst>
              <a:gd name="adj" fmla="val 47619"/>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102">
            <a:extLst>
              <a:ext uri="{FF2B5EF4-FFF2-40B4-BE49-F238E27FC236}">
                <a16:creationId xmlns:a16="http://schemas.microsoft.com/office/drawing/2014/main" id="{D52BC065-0AE0-5D54-E697-6E392F215098}"/>
              </a:ext>
            </a:extLst>
          </p:cNvPr>
          <p:cNvSpPr/>
          <p:nvPr/>
        </p:nvSpPr>
        <p:spPr>
          <a:xfrm>
            <a:off x="3414554" y="5175504"/>
            <a:ext cx="5364480" cy="512064"/>
          </a:xfrm>
          <a:prstGeom prst="rect">
            <a:avLst/>
          </a:prstGeom>
          <a:noFill/>
          <a:ln/>
        </p:spPr>
        <p:txBody>
          <a:bodyPr wrap="square" lIns="0" tIns="0" rIns="0" bIns="0" rtlCol="0" anchor="ctr"/>
          <a:lstStyle/>
          <a:p>
            <a:pPr algn="ctr"/>
            <a:r>
              <a:rPr lang="en-US" sz="1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Next: decide how to make your output showable.</a:t>
            </a:r>
            <a:endPar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86137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9434" y="269835"/>
            <a:ext cx="11094720" cy="585216"/>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Keeping Claude Code on Track</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549434" y="1114528"/>
            <a:ext cx="1109472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 single error is handled in one loop pass. A long build session is a different problem — context drifts, responses lose accuracy. These three habits prevent that.</a:t>
            </a:r>
          </a:p>
        </p:txBody>
      </p:sp>
      <p:sp>
        <p:nvSpPr>
          <p:cNvPr id="4" name="Shape 2"/>
          <p:cNvSpPr/>
          <p:nvPr/>
        </p:nvSpPr>
        <p:spPr>
          <a:xfrm>
            <a:off x="549434" y="2148319"/>
            <a:ext cx="3511296" cy="3600840"/>
          </a:xfrm>
          <a:prstGeom prst="roundRect">
            <a:avLst>
              <a:gd name="adj" fmla="val 3472"/>
            </a:avLst>
          </a:prstGeom>
          <a:solidFill>
            <a:schemeClr val="accent5">
              <a:lumMod val="20000"/>
              <a:lumOff val="80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sz="3200"/>
          </a:p>
        </p:txBody>
      </p:sp>
      <p:sp>
        <p:nvSpPr>
          <p:cNvPr id="5" name="Text 3"/>
          <p:cNvSpPr/>
          <p:nvPr/>
        </p:nvSpPr>
        <p:spPr>
          <a:xfrm>
            <a:off x="768890" y="2367775"/>
            <a:ext cx="3072384" cy="42672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Use Plan Mode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768890" y="2879839"/>
            <a:ext cx="3072384" cy="0"/>
          </a:xfrm>
          <a:prstGeom prst="line">
            <a:avLst/>
          </a:prstGeom>
          <a:noFill/>
          <a:ln w="6350">
            <a:solidFill>
              <a:schemeClr val="accent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68890" y="2977375"/>
            <a:ext cx="3072384" cy="365760"/>
          </a:xfrm>
          <a:prstGeom prst="rect">
            <a:avLst/>
          </a:prstGeom>
          <a:noFill/>
          <a:ln/>
        </p:spPr>
        <p:txBody>
          <a:bodyPr wrap="square" lIns="0" tIns="0" rIns="0" bIns="0" rtlCol="0" anchor="ctr"/>
          <a:lstStyle/>
          <a:p>
            <a:r>
              <a:rPr lang="en-US" sz="1200" b="1" dirty="0">
                <a:latin typeface="Open Sans" panose="020B0606030504020204" pitchFamily="34" charset="0"/>
                <a:ea typeface="Open Sans" panose="020B0606030504020204" pitchFamily="34" charset="0"/>
                <a:cs typeface="Open Sans" panose="020B0606030504020204" pitchFamily="34" charset="0"/>
              </a:rPr>
              <a:t>WHEN: Task touches multiple files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768890" y="3486076"/>
            <a:ext cx="3072384" cy="1463040"/>
          </a:xfrm>
          <a:prstGeom prst="rect">
            <a:avLst/>
          </a:prstGeom>
          <a:noFill/>
          <a:ln/>
        </p:spPr>
        <p:txBody>
          <a:bodyPr wrap="square" lIns="0" tIns="0" rIns="0" bIns="0" rtlCol="0" anchor="t"/>
          <a:lstStyle/>
          <a:p>
            <a:r>
              <a:rPr lang="en-US" sz="1400" dirty="0">
                <a:solidFill>
                  <a:srgbClr val="555555"/>
                </a:solidFill>
                <a:latin typeface="Open Sans" panose="020B0606030504020204" pitchFamily="34" charset="0"/>
                <a:ea typeface="Open Sans" panose="020B0606030504020204" pitchFamily="34" charset="0"/>
                <a:cs typeface="Open Sans" panose="020B0606030504020204" pitchFamily="34" charset="0"/>
              </a:rPr>
              <a:t>Shows Claude's full intention — which files, what changes — before it writes a single line. Review and approve the plan first.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768890" y="4568635"/>
            <a:ext cx="3072384" cy="1072896"/>
          </a:xfrm>
          <a:prstGeom prst="roundRect">
            <a:avLst>
              <a:gd name="adj" fmla="val 7955"/>
            </a:avLst>
          </a:prstGeom>
          <a:solidFill>
            <a:schemeClr val="bg2">
              <a:lumMod val="25000"/>
            </a:schemeClr>
          </a:solidFill>
          <a:ln w="12700">
            <a:noFill/>
            <a:prstDash val="solid"/>
          </a:ln>
        </p:spPr>
        <p:txBody>
          <a:bodyPr/>
          <a:lstStyle/>
          <a:p>
            <a:endParaRPr lang="en-US" sz="3200"/>
          </a:p>
        </p:txBody>
      </p:sp>
      <p:sp>
        <p:nvSpPr>
          <p:cNvPr id="10" name="Text 8"/>
          <p:cNvSpPr/>
          <p:nvPr/>
        </p:nvSpPr>
        <p:spPr>
          <a:xfrm>
            <a:off x="890810" y="4711576"/>
            <a:ext cx="2828544" cy="829056"/>
          </a:xfrm>
          <a:prstGeom prst="rect">
            <a:avLst/>
          </a:prstGeom>
          <a:noFill/>
          <a:ln/>
        </p:spPr>
        <p:txBody>
          <a:bodyPr wrap="square" lIns="0" tIns="0" rIns="0" bIns="0" rtlCol="0" anchor="ctr"/>
          <a:lstStyle/>
          <a:p>
            <a:r>
              <a:rPr lang="en-US" sz="1267" dirty="0">
                <a:solidFill>
                  <a:srgbClr val="4ADE80"/>
                </a:solidFill>
                <a:latin typeface="Courier New" pitchFamily="34" charset="0"/>
                <a:ea typeface="Courier New" pitchFamily="34" charset="-122"/>
                <a:cs typeface="Courier New" pitchFamily="34" charset="-120"/>
              </a:rPr>
              <a:t>$ </a:t>
            </a:r>
            <a:r>
              <a:rPr lang="en-US" sz="1267" dirty="0" err="1">
                <a:solidFill>
                  <a:srgbClr val="4ADE80"/>
                </a:solidFill>
                <a:latin typeface="Courier New" pitchFamily="34" charset="0"/>
                <a:ea typeface="Courier New" pitchFamily="34" charset="-122"/>
                <a:cs typeface="Courier New" pitchFamily="34" charset="-120"/>
              </a:rPr>
              <a:t>claude</a:t>
            </a:r>
            <a:r>
              <a:rPr lang="en-US" sz="1267" dirty="0">
                <a:solidFill>
                  <a:srgbClr val="4ADE80"/>
                </a:solidFill>
                <a:latin typeface="Courier New" pitchFamily="34" charset="0"/>
                <a:ea typeface="Courier New" pitchFamily="34" charset="-122"/>
                <a:cs typeface="Courier New" pitchFamily="34" charset="-120"/>
              </a:rPr>
              <a:t> --plan "[your task]"</a:t>
            </a:r>
            <a:endParaRPr lang="en-US" sz="1267" dirty="0"/>
          </a:p>
        </p:txBody>
      </p:sp>
      <p:sp>
        <p:nvSpPr>
          <p:cNvPr id="11" name="Shape 9"/>
          <p:cNvSpPr/>
          <p:nvPr/>
        </p:nvSpPr>
        <p:spPr>
          <a:xfrm>
            <a:off x="4280186" y="2148319"/>
            <a:ext cx="3511296" cy="3600840"/>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sz="3200"/>
          </a:p>
        </p:txBody>
      </p:sp>
      <p:sp>
        <p:nvSpPr>
          <p:cNvPr id="12" name="Text 10"/>
          <p:cNvSpPr/>
          <p:nvPr/>
        </p:nvSpPr>
        <p:spPr>
          <a:xfrm>
            <a:off x="4499642" y="2367775"/>
            <a:ext cx="3072384" cy="426720"/>
          </a:xfrm>
          <a:prstGeom prst="rect">
            <a:avLst/>
          </a:prstGeom>
          <a:noFill/>
          <a:ln/>
        </p:spPr>
        <p:txBody>
          <a:bodyPr wrap="square" lIns="0" tIns="0" rIns="0" bIns="0" rtlCol="0" anchor="ctr"/>
          <a:lstStyle/>
          <a:p>
            <a:r>
              <a:rPr lang="en-US" sz="1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Run /compact</a:t>
            </a:r>
            <a:endParaRPr lang="en-US" sz="18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4499642" y="2879839"/>
            <a:ext cx="3072384" cy="0"/>
          </a:xfrm>
          <a:prstGeom prst="line">
            <a:avLst/>
          </a:prstGeom>
          <a:noFill/>
          <a:ln w="635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99642" y="2977375"/>
            <a:ext cx="3072384" cy="365760"/>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WHEN: Responses feel less accurate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499642" y="3486076"/>
            <a:ext cx="3072384" cy="1463040"/>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Summarises the session and continues with a shorter context. Prevents Claude from forgetting earlier decisions.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4499642" y="4568635"/>
            <a:ext cx="3072384" cy="1072896"/>
          </a:xfrm>
          <a:prstGeom prst="roundRect">
            <a:avLst>
              <a:gd name="adj" fmla="val 7955"/>
            </a:avLst>
          </a:prstGeom>
          <a:solidFill>
            <a:schemeClr val="bg2">
              <a:lumMod val="25000"/>
            </a:schemeClr>
          </a:solidFill>
          <a:ln w="12700">
            <a:noFill/>
            <a:prstDash val="solid"/>
          </a:ln>
        </p:spPr>
        <p:txBody>
          <a:bodyPr/>
          <a:lstStyle/>
          <a:p>
            <a:endParaRPr lang="en-US" sz="3200"/>
          </a:p>
        </p:txBody>
      </p:sp>
      <p:sp>
        <p:nvSpPr>
          <p:cNvPr id="17" name="Text 15"/>
          <p:cNvSpPr/>
          <p:nvPr/>
        </p:nvSpPr>
        <p:spPr>
          <a:xfrm>
            <a:off x="4621562" y="4711576"/>
            <a:ext cx="2828544" cy="829056"/>
          </a:xfrm>
          <a:prstGeom prst="rect">
            <a:avLst/>
          </a:prstGeom>
          <a:noFill/>
          <a:ln/>
        </p:spPr>
        <p:txBody>
          <a:bodyPr wrap="square" lIns="0" tIns="0" rIns="0" bIns="0" rtlCol="0" anchor="ctr"/>
          <a:lstStyle/>
          <a:p>
            <a:r>
              <a:rPr lang="en-US" sz="1267">
                <a:solidFill>
                  <a:srgbClr val="4ADE80"/>
                </a:solidFill>
                <a:latin typeface="Courier New" pitchFamily="34" charset="0"/>
                <a:ea typeface="Courier New" pitchFamily="34" charset="-122"/>
                <a:cs typeface="Courier New" pitchFamily="34" charset="-120"/>
              </a:rPr>
              <a:t>$ /compact</a:t>
            </a:r>
            <a:endParaRPr lang="en-US" sz="1267"/>
          </a:p>
        </p:txBody>
      </p:sp>
      <p:sp>
        <p:nvSpPr>
          <p:cNvPr id="18" name="Shape 16"/>
          <p:cNvSpPr/>
          <p:nvPr/>
        </p:nvSpPr>
        <p:spPr>
          <a:xfrm>
            <a:off x="8010938" y="2148319"/>
            <a:ext cx="3511296" cy="3600840"/>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sz="3200"/>
          </a:p>
        </p:txBody>
      </p:sp>
      <p:sp>
        <p:nvSpPr>
          <p:cNvPr id="19" name="Text 17"/>
          <p:cNvSpPr/>
          <p:nvPr/>
        </p:nvSpPr>
        <p:spPr>
          <a:xfrm>
            <a:off x="8230394" y="2367775"/>
            <a:ext cx="3072384" cy="426720"/>
          </a:xfrm>
          <a:prstGeom prst="rect">
            <a:avLst/>
          </a:prstGeom>
          <a:noFill/>
          <a:ln/>
        </p:spPr>
        <p:txBody>
          <a:bodyPr wrap="square" lIns="0" tIns="0" rIns="0" bIns="0" rtlCol="0" anchor="ctr"/>
          <a:lstStyle/>
          <a:p>
            <a:r>
              <a:rPr lang="en-US" sz="18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Start a New Conversation</a:t>
            </a:r>
            <a:endParaRPr lang="en-US" sz="18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8230394" y="2879839"/>
            <a:ext cx="3072384" cy="0"/>
          </a:xfrm>
          <a:prstGeom prst="line">
            <a:avLst/>
          </a:prstGeom>
          <a:noFill/>
          <a:ln w="63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8230394" y="2977375"/>
            <a:ext cx="3072384" cy="365760"/>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WHEN: Session has drifted past recovery</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8230394" y="3486076"/>
            <a:ext cx="3072384" cy="1463040"/>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Clear is faster than salvaging a confused context. Your CLAUDE.md restores project knowledge immediately.</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8230394" y="4568635"/>
            <a:ext cx="3072384" cy="1072896"/>
          </a:xfrm>
          <a:prstGeom prst="roundRect">
            <a:avLst>
              <a:gd name="adj" fmla="val 7955"/>
            </a:avLst>
          </a:prstGeom>
          <a:solidFill>
            <a:schemeClr val="bg2">
              <a:lumMod val="25000"/>
            </a:schemeClr>
          </a:solidFill>
          <a:ln w="12700">
            <a:noFill/>
            <a:prstDash val="solid"/>
          </a:ln>
        </p:spPr>
        <p:txBody>
          <a:bodyPr/>
          <a:lstStyle/>
          <a:p>
            <a:endParaRPr lang="en-US" sz="3200"/>
          </a:p>
        </p:txBody>
      </p:sp>
      <p:sp>
        <p:nvSpPr>
          <p:cNvPr id="24" name="Text 22"/>
          <p:cNvSpPr/>
          <p:nvPr/>
        </p:nvSpPr>
        <p:spPr>
          <a:xfrm>
            <a:off x="8352314" y="4711576"/>
            <a:ext cx="2828544" cy="829056"/>
          </a:xfrm>
          <a:prstGeom prst="rect">
            <a:avLst/>
          </a:prstGeom>
          <a:noFill/>
          <a:ln/>
        </p:spPr>
        <p:txBody>
          <a:bodyPr wrap="square" lIns="0" tIns="0" rIns="0" bIns="0" rtlCol="0" anchor="ctr"/>
          <a:lstStyle/>
          <a:p>
            <a:r>
              <a:rPr lang="en-US" sz="1267">
                <a:solidFill>
                  <a:srgbClr val="4ADE80"/>
                </a:solidFill>
                <a:latin typeface="Courier New" pitchFamily="34" charset="0"/>
                <a:ea typeface="Courier New" pitchFamily="34" charset="-122"/>
                <a:cs typeface="Courier New" pitchFamily="34" charset="-120"/>
              </a:rPr>
              <a:t>$ /clear</a:t>
            </a:r>
            <a:endParaRPr lang="en-US" sz="1267"/>
          </a:p>
        </p:txBody>
      </p:sp>
      <p:sp>
        <p:nvSpPr>
          <p:cNvPr id="31" name="Text 1">
            <a:extLst>
              <a:ext uri="{FF2B5EF4-FFF2-40B4-BE49-F238E27FC236}">
                <a16:creationId xmlns:a16="http://schemas.microsoft.com/office/drawing/2014/main" id="{D30A1665-1396-6237-1996-D92A227E39A1}"/>
              </a:ext>
            </a:extLst>
          </p:cNvPr>
          <p:cNvSpPr/>
          <p:nvPr/>
        </p:nvSpPr>
        <p:spPr>
          <a:xfrm>
            <a:off x="9571514" y="146304"/>
            <a:ext cx="2377440" cy="463296"/>
          </a:xfrm>
          <a:prstGeom prst="rect">
            <a:avLst/>
          </a:prstGeom>
          <a:noFill/>
          <a:ln/>
        </p:spPr>
        <p:txBody>
          <a:bodyPr wrap="square" lIns="0" tIns="0" rIns="0" bIns="0" rtlCol="0" anchor="ctr"/>
          <a:lstStyle/>
          <a:p>
            <a:pPr algn="ct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5981" y="243009"/>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Making It Demo-able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1048512"/>
            <a:ext cx="11216640" cy="341376"/>
          </a:xfrm>
          <a:prstGeom prst="rect">
            <a:avLst/>
          </a:prstGeom>
          <a:noFill/>
          <a:ln/>
        </p:spPr>
        <p:txBody>
          <a:bodyPr wrap="square" lIns="0" tIns="0" rIns="0" bIns="0" rtlCol="0" anchor="ctr"/>
          <a:lstStyle/>
          <a:p>
            <a:r>
              <a:rPr lang="en-US" sz="1867" dirty="0">
                <a:solidFill>
                  <a:srgbClr val="757575"/>
                </a:solidFill>
                <a:latin typeface="Open Sans" panose="020B0606030504020204" pitchFamily="34" charset="0"/>
                <a:ea typeface="Open Sans" panose="020B0606030504020204" pitchFamily="34" charset="0"/>
                <a:cs typeface="Open Sans" panose="020B0606030504020204" pitchFamily="34" charset="0"/>
              </a:rPr>
              <a:t>A working PoC that cannot be shown is a PoC that cannot move forward. Build the output layer early.</a:t>
            </a:r>
            <a:endParaRPr lang="en-US" sz="1867"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803579"/>
            <a:ext cx="3621024" cy="4096508"/>
          </a:xfrm>
          <a:prstGeom prst="roundRect">
            <a:avLst>
              <a:gd name="adj" fmla="val 3367"/>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659162" y="1949883"/>
            <a:ext cx="3279648" cy="463296"/>
          </a:xfrm>
          <a:prstGeom prst="rect">
            <a:avLst/>
          </a:prstGeom>
          <a:noFill/>
          <a:ln/>
        </p:spPr>
        <p:txBody>
          <a:bodyPr wrap="square" lIns="0" tIns="0" rIns="0" bIns="0" rtlCol="0" anchor="ctr"/>
          <a:lstStyle/>
          <a:p>
            <a:r>
              <a:rPr lang="en-US" sz="20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CLI Output</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659162" y="2640105"/>
            <a:ext cx="3279648" cy="103632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Formatted print output that shows what ran and what it produced. Readable without explanation.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59162" y="3842687"/>
            <a:ext cx="3279648" cy="341376"/>
          </a:xfrm>
          <a:prstGeom prst="rect">
            <a:avLst/>
          </a:prstGeom>
          <a:noFill/>
          <a:ln/>
        </p:spPr>
        <p:txBody>
          <a:bodyPr wrap="square" lIns="0" tIns="0" rIns="0" bIns="0" rtlCol="0" anchor="ctr"/>
          <a:lstStyle/>
          <a:p>
            <a:r>
              <a:rPr lang="en-US" sz="14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Best for: internal demos, technical stakeholders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659162" y="4358855"/>
            <a:ext cx="3279648" cy="0"/>
          </a:xfrm>
          <a:prstGeom prst="line">
            <a:avLst/>
          </a:prstGeom>
          <a:noFill/>
          <a:ln w="635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659162" y="4593028"/>
            <a:ext cx="3279648" cy="292608"/>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THE PROMPT: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4995364"/>
            <a:ext cx="3279648" cy="837672"/>
          </a:xfrm>
          <a:prstGeom prst="rect">
            <a:avLst/>
          </a:prstGeom>
          <a:noFill/>
          <a:ln/>
        </p:spPr>
        <p:txBody>
          <a:bodyPr wrap="square" lIns="0" tIns="0" rIns="0" bIns="0" rtlCol="0" anchor="t"/>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"Add formatted CLI output showing each result. Use clear labels. Make it readable without explanation."</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292378" y="1803579"/>
            <a:ext cx="3621024" cy="4096508"/>
          </a:xfrm>
          <a:prstGeom prst="roundRect">
            <a:avLst>
              <a:gd name="adj" fmla="val 3367"/>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4463066" y="1949883"/>
            <a:ext cx="3279648" cy="463296"/>
          </a:xfrm>
          <a:prstGeom prst="rect">
            <a:avLst/>
          </a:prstGeom>
          <a:noFill/>
          <a:ln/>
        </p:spPr>
        <p:txBody>
          <a:bodyPr wrap="square" lIns="0" tIns="0" rIns="0" bIns="0" rtlCol="0" anchor="ctr"/>
          <a:lstStyle/>
          <a:p>
            <a:r>
              <a:rPr lang="en-US"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Simple Front-end</a:t>
            </a:r>
            <a:endParaRPr lang="en-US" sz="20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463066" y="2486331"/>
            <a:ext cx="3279648" cy="103632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A minimal </a:t>
            </a:r>
            <a:r>
              <a:rPr lang="en-US" sz="16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Streamlit</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 app or HTML page wrapping the core logic. No-code builders work here too.</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63066" y="3842687"/>
            <a:ext cx="3279648" cy="341376"/>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Best for: client demos, non-technical stakeholders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4463066" y="4358855"/>
            <a:ext cx="3279648" cy="0"/>
          </a:xfrm>
          <a:prstGeom prst="line">
            <a:avLst/>
          </a:prstGeom>
          <a:noFill/>
          <a:ln w="635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4463066" y="4593028"/>
            <a:ext cx="3279648" cy="292608"/>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THE PROMPT:</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4463066" y="4995364"/>
            <a:ext cx="3279648" cy="837672"/>
          </a:xfrm>
          <a:prstGeom prst="rect">
            <a:avLst/>
          </a:prstGeom>
          <a:noFill/>
          <a:ln/>
        </p:spPr>
        <p:txBody>
          <a:bodyPr wrap="square" lIns="0" tIns="0" rIns="0" bIns="0" rtlCol="0" anchor="t"/>
          <a:lstStyle/>
          <a:p>
            <a:r>
              <a:rPr lang="en-US" sz="1400" i="1">
                <a:solidFill>
                  <a:schemeClr val="accent1"/>
                </a:solidFill>
                <a:latin typeface="Open Sans" panose="020B0606030504020204" pitchFamily="34" charset="0"/>
                <a:ea typeface="Open Sans" panose="020B0606030504020204" pitchFamily="34" charset="0"/>
                <a:cs typeface="Open Sans" panose="020B0606030504020204" pitchFamily="34" charset="0"/>
              </a:rPr>
              <a:t>"Add a minimal Streamlit front-end. Input field for the trigger. Results in a clean table."</a:t>
            </a:r>
            <a:endParaRPr lang="en-US" sz="14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6"/>
          <p:cNvSpPr/>
          <p:nvPr/>
        </p:nvSpPr>
        <p:spPr>
          <a:xfrm>
            <a:off x="8096282" y="1803579"/>
            <a:ext cx="3621024" cy="4096508"/>
          </a:xfrm>
          <a:prstGeom prst="roundRect">
            <a:avLst>
              <a:gd name="adj" fmla="val 3367"/>
            </a:avLst>
          </a:prstGeom>
          <a:solidFill>
            <a:srgbClr val="F5F5F5"/>
          </a:solidFill>
          <a:ln w="1905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266970" y="1949883"/>
            <a:ext cx="3279648" cy="463296"/>
          </a:xfrm>
          <a:prstGeom prst="rect">
            <a:avLst/>
          </a:prstGeom>
          <a:noFill/>
          <a:ln/>
        </p:spPr>
        <p:txBody>
          <a:bodyPr wrap="square" lIns="0" tIns="0" rIns="0" bIns="0" rtlCol="0" anchor="ctr"/>
          <a:lstStyle/>
          <a:p>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Formatted Report</a:t>
            </a:r>
            <a:endParaRPr lang="en-US" sz="20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8266970" y="2486331"/>
            <a:ext cx="3279648" cy="103632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A structured markdown file saved to disk — readable without running anything.</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8266970" y="3842687"/>
            <a:ext cx="3279648" cy="341376"/>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Best for: async review, email attachments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8266970" y="4358855"/>
            <a:ext cx="3279648" cy="0"/>
          </a:xfrm>
          <a:prstGeom prst="line">
            <a:avLst/>
          </a:prstGeom>
          <a:noFill/>
          <a:ln w="635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266970" y="4593028"/>
            <a:ext cx="3279648" cy="292608"/>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THE PROMPT:</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8266970" y="4995364"/>
            <a:ext cx="3279648" cy="837672"/>
          </a:xfrm>
          <a:prstGeom prst="rect">
            <a:avLst/>
          </a:prstGeom>
          <a:noFill/>
          <a:ln/>
        </p:spPr>
        <p:txBody>
          <a:bodyPr wrap="square" lIns="0" tIns="0" rIns="0" bIns="0" rtlCol="0" anchor="t"/>
          <a:lstStyle/>
          <a:p>
            <a:r>
              <a:rPr lang="en-US" sz="1400" i="1">
                <a:solidFill>
                  <a:srgbClr val="00B050"/>
                </a:solidFill>
                <a:latin typeface="Open Sans" panose="020B0606030504020204" pitchFamily="34" charset="0"/>
                <a:ea typeface="Open Sans" panose="020B0606030504020204" pitchFamily="34" charset="0"/>
                <a:cs typeface="Open Sans" panose="020B0606030504020204" pitchFamily="34" charset="0"/>
              </a:rPr>
              <a:t>"Output results to report.md. Use headers, bullet points, and a summary section."</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886A98F1-27EA-8037-8C5B-FF4F55DC0D69}"/>
              </a:ext>
            </a:extLst>
          </p:cNvPr>
          <p:cNvSpPr/>
          <p:nvPr/>
        </p:nvSpPr>
        <p:spPr>
          <a:xfrm>
            <a:off x="9746940" y="22164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479502" y="221640"/>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558079" y="256723"/>
            <a:ext cx="10013543"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Live Build Part 1 — Get a Working Core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963168"/>
            <a:ext cx="11216640" cy="341376"/>
          </a:xfrm>
          <a:prstGeom prst="rect">
            <a:avLst/>
          </a:prstGeom>
          <a:noFill/>
          <a:ln/>
        </p:spPr>
        <p:txBody>
          <a:bodyPr wrap="square" lIns="0" tIns="0" rIns="0" bIns="0" rtlCol="0" anchor="ctr"/>
          <a:lstStyle/>
          <a:p>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Follow the same build loop the trainer just ran — applied to your chosen problem statement.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6">
            <a:extLst>
              <a:ext uri="{FF2B5EF4-FFF2-40B4-BE49-F238E27FC236}">
                <a16:creationId xmlns:a16="http://schemas.microsoft.com/office/drawing/2014/main" id="{A19E338A-3F0B-3827-4670-47F1AB66892D}"/>
              </a:ext>
            </a:extLst>
          </p:cNvPr>
          <p:cNvSpPr/>
          <p:nvPr/>
        </p:nvSpPr>
        <p:spPr>
          <a:xfrm>
            <a:off x="488474" y="1487222"/>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610394" y="1636660"/>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10394" y="1636660"/>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249902" y="1511144"/>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Write your first scaffold prompt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249902" y="1859965"/>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Name the file, function, inputs, and outputs. Paste it into Claude Code.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5" name="Shape 6">
            <a:extLst>
              <a:ext uri="{FF2B5EF4-FFF2-40B4-BE49-F238E27FC236}">
                <a16:creationId xmlns:a16="http://schemas.microsoft.com/office/drawing/2014/main" id="{97611C00-7D65-3318-8759-57C427389235}"/>
              </a:ext>
            </a:extLst>
          </p:cNvPr>
          <p:cNvSpPr/>
          <p:nvPr/>
        </p:nvSpPr>
        <p:spPr>
          <a:xfrm>
            <a:off x="488474" y="2347449"/>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610394" y="2496887"/>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10394" y="2496887"/>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249902" y="2349913"/>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Review the diff before accepting</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249902" y="2681068"/>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Read every line proposed. Reject anything you did not ask for.</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6">
            <a:extLst>
              <a:ext uri="{FF2B5EF4-FFF2-40B4-BE49-F238E27FC236}">
                <a16:creationId xmlns:a16="http://schemas.microsoft.com/office/drawing/2014/main" id="{845B65F5-272D-DC53-8116-4A0475F2784F}"/>
              </a:ext>
            </a:extLst>
          </p:cNvPr>
          <p:cNvSpPr/>
          <p:nvPr/>
        </p:nvSpPr>
        <p:spPr>
          <a:xfrm>
            <a:off x="488474" y="3247011"/>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10394" y="3396449"/>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10394" y="3396449"/>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249902" y="3240684"/>
            <a:ext cx="548640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Run the code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249902" y="3623221"/>
            <a:ext cx="7277473"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If it fails — paste the full error back with one sentence of context.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6">
            <a:extLst>
              <a:ext uri="{FF2B5EF4-FFF2-40B4-BE49-F238E27FC236}">
                <a16:creationId xmlns:a16="http://schemas.microsoft.com/office/drawing/2014/main" id="{38A49F0D-4662-653C-DE8C-2602004C512F}"/>
              </a:ext>
            </a:extLst>
          </p:cNvPr>
          <p:cNvSpPr/>
          <p:nvPr/>
        </p:nvSpPr>
        <p:spPr>
          <a:xfrm>
            <a:off x="488474" y="4154363"/>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610394" y="4303801"/>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610394" y="4303801"/>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249902" y="4150945"/>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Fix and repeat the loop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249902" y="4549828"/>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Work through errors one at a time. Do not move to the next feature until this one runs.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8" name="Shape 6">
            <a:extLst>
              <a:ext uri="{FF2B5EF4-FFF2-40B4-BE49-F238E27FC236}">
                <a16:creationId xmlns:a16="http://schemas.microsoft.com/office/drawing/2014/main" id="{CB2A2C3D-3CA4-80E6-8DE8-A1B8B36C6F1B}"/>
              </a:ext>
            </a:extLst>
          </p:cNvPr>
          <p:cNvSpPr/>
          <p:nvPr/>
        </p:nvSpPr>
        <p:spPr>
          <a:xfrm>
            <a:off x="488474" y="5051511"/>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610394" y="5207304"/>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610394" y="5207304"/>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1249902" y="5054645"/>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Stop when the core works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1249902" y="5426760"/>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Main function produces the right output — even if rough. That is the goal for Part 1.</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488474" y="5972436"/>
            <a:ext cx="11216640" cy="438912"/>
          </a:xfrm>
          <a:prstGeom prst="roundRect">
            <a:avLst>
              <a:gd name="adj" fmla="val 22727"/>
            </a:avLst>
          </a:prstGeom>
          <a:solidFill>
            <a:srgbClr val="E8F5E9"/>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610394" y="6057780"/>
            <a:ext cx="10972800" cy="26822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SUCCESS: Core logic runs · First diff reviewed and accepted · At least one error pasted back with context and fixed</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25BC38D2-0280-847E-40B7-716EDEB65A28}"/>
              </a:ext>
            </a:extLst>
          </p:cNvPr>
          <p:cNvSpPr txBox="1">
            <a:spLocks/>
          </p:cNvSpPr>
          <p:nvPr/>
        </p:nvSpPr>
        <p:spPr>
          <a:xfrm>
            <a:off x="483941" y="2562160"/>
            <a:ext cx="1915924" cy="1733680"/>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600" dirty="0">
                <a:latin typeface="Open Sans" panose="020B0606030504020204" pitchFamily="34" charset="0"/>
                <a:ea typeface="Open Sans" panose="020B0606030504020204" pitchFamily="34" charset="0"/>
                <a:cs typeface="Open Sans" panose="020B0606030504020204" pitchFamily="34" charset="0"/>
              </a:rPr>
              <a:t>03</a:t>
            </a:r>
          </a:p>
        </p:txBody>
      </p:sp>
      <p:sp>
        <p:nvSpPr>
          <p:cNvPr id="9" name="Title 2">
            <a:extLst>
              <a:ext uri="{FF2B5EF4-FFF2-40B4-BE49-F238E27FC236}">
                <a16:creationId xmlns:a16="http://schemas.microsoft.com/office/drawing/2014/main" id="{BE99512D-C29A-438D-AB3A-5A53E5984F8F}"/>
              </a:ext>
            </a:extLst>
          </p:cNvPr>
          <p:cNvSpPr txBox="1">
            <a:spLocks/>
          </p:cNvSpPr>
          <p:nvPr/>
        </p:nvSpPr>
        <p:spPr>
          <a:xfrm>
            <a:off x="2399865" y="2382624"/>
            <a:ext cx="9064096" cy="2123658"/>
          </a:xfrm>
          <a:prstGeom prst="rect">
            <a:avLst/>
          </a:prstGeom>
        </p:spPr>
        <p:txBody>
          <a:bodyPr wrap="square" anchor="b">
            <a:spAutoFit/>
          </a:bodyPr>
          <a:lstStyle>
            <a:lvl1pPr algn="l" defTabSz="685800" rtl="0" eaLnBrk="1" latinLnBrk="0" hangingPunct="1">
              <a:lnSpc>
                <a:spcPct val="100000"/>
              </a:lnSpc>
              <a:spcBef>
                <a:spcPct val="0"/>
              </a:spcBef>
              <a:buNone/>
              <a:defRPr lang="en-IN" sz="3150" b="1" i="0" kern="1200">
                <a:solidFill>
                  <a:schemeClr val="tx1"/>
                </a:solidFill>
                <a:latin typeface="+mn-lt"/>
                <a:ea typeface="Open Sans" panose="020B0606030504020204" pitchFamily="34" charset="0"/>
                <a:cs typeface="Open Sans" panose="020B0606030504020204" pitchFamily="34" charset="0"/>
              </a:defRPr>
            </a:lvl1pPr>
          </a:lstStyle>
          <a:p>
            <a:r>
              <a:rPr lang="en-US" sz="6600" dirty="0">
                <a:solidFill>
                  <a:srgbClr val="2D2D2D"/>
                </a:solidFill>
                <a:latin typeface="Arial" pitchFamily="34" charset="0"/>
                <a:ea typeface="Arial" pitchFamily="34" charset="-122"/>
                <a:cs typeface="Arial" pitchFamily="34" charset="-120"/>
              </a:rPr>
              <a:t>FINISH, DOCUMENT,</a:t>
            </a:r>
            <a:endParaRPr lang="en-US" sz="6600" dirty="0"/>
          </a:p>
          <a:p>
            <a:r>
              <a:rPr lang="en-US" sz="6600" dirty="0">
                <a:solidFill>
                  <a:srgbClr val="2D2D2D"/>
                </a:solidFill>
                <a:latin typeface="Arial" pitchFamily="34" charset="0"/>
                <a:ea typeface="Arial" pitchFamily="34" charset="-122"/>
                <a:cs typeface="Arial" pitchFamily="34" charset="-120"/>
              </a:rPr>
              <a:t>STABILISE</a:t>
            </a:r>
            <a:endParaRPr lang="en-US" sz="6600" dirty="0"/>
          </a:p>
        </p:txBody>
      </p:sp>
    </p:spTree>
    <p:extLst>
      <p:ext uri="{BB962C8B-B14F-4D97-AF65-F5344CB8AC3E}">
        <p14:creationId xmlns:p14="http://schemas.microsoft.com/office/powerpoint/2010/main" val="606053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9975" y="256723"/>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Documentation-First Development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Prompt Claude Code to write the README as you build — not after. A PoC without a README is not handoff-ready.</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446937"/>
            <a:ext cx="5547360" cy="128016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5" name="Text 3"/>
          <p:cNvSpPr/>
          <p:nvPr/>
        </p:nvSpPr>
        <p:spPr>
          <a:xfrm>
            <a:off x="1159034" y="1599337"/>
            <a:ext cx="505968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Forces scope clarity</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732314" y="2084125"/>
            <a:ext cx="5059680" cy="58521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Writing what it does exposes ambiguity. If you cannot describe it clearly, it is not done.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488474" y="2885593"/>
            <a:ext cx="5547360" cy="128016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8" name="Text 6"/>
          <p:cNvSpPr/>
          <p:nvPr/>
        </p:nvSpPr>
        <p:spPr>
          <a:xfrm>
            <a:off x="1159034" y="3032164"/>
            <a:ext cx="505968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Makes handoff instant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32314" y="3446425"/>
            <a:ext cx="5059680" cy="58521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Anyone picking this up — engineering, a colleague, future you — can start without a briefing.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88474" y="4324249"/>
            <a:ext cx="5547360" cy="128016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11" name="Text 9"/>
          <p:cNvSpPr/>
          <p:nvPr/>
        </p:nvSpPr>
        <p:spPr>
          <a:xfrm>
            <a:off x="1159034" y="4446169"/>
            <a:ext cx="505968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Confirms</a:t>
            </a:r>
            <a:r>
              <a:rPr lang="en-US" sz="18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 the build</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732314" y="4885081"/>
            <a:ext cx="5059680" cy="58521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Generating the README reveals gaps between what you intended and what Claude actually built.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6340634" y="1341120"/>
            <a:ext cx="5364480" cy="4450080"/>
          </a:xfrm>
          <a:prstGeom prst="roundRect">
            <a:avLst>
              <a:gd name="adj" fmla="val 2740"/>
            </a:avLst>
          </a:prstGeom>
          <a:solidFill>
            <a:srgbClr val="1E1E1E"/>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sz="3200"/>
          </a:p>
        </p:txBody>
      </p:sp>
      <p:sp>
        <p:nvSpPr>
          <p:cNvPr id="14" name="Text 12"/>
          <p:cNvSpPr/>
          <p:nvPr/>
        </p:nvSpPr>
        <p:spPr>
          <a:xfrm>
            <a:off x="6523514" y="2222148"/>
            <a:ext cx="4998720" cy="341376"/>
          </a:xfrm>
          <a:prstGeom prst="rect">
            <a:avLst/>
          </a:prstGeom>
          <a:noFill/>
          <a:ln/>
        </p:spPr>
        <p:txBody>
          <a:bodyPr wrap="square" lIns="0" tIns="0" rIns="0" bIns="0" rtlCol="0" anchor="ctr"/>
          <a:lstStyle/>
          <a:p>
            <a:r>
              <a:rPr lang="en-US" sz="1400" b="1" dirty="0">
                <a:solidFill>
                  <a:schemeClr val="bg1"/>
                </a:solidFill>
                <a:latin typeface="Calibri" pitchFamily="34" charset="0"/>
                <a:ea typeface="Calibri" pitchFamily="34" charset="-122"/>
                <a:cs typeface="Calibri" pitchFamily="34" charset="-120"/>
              </a:rPr>
              <a:t>THE README PROMPT</a:t>
            </a:r>
            <a:endParaRPr lang="en-US" sz="1400" dirty="0">
              <a:solidFill>
                <a:schemeClr val="bg1"/>
              </a:solidFill>
            </a:endParaRPr>
          </a:p>
        </p:txBody>
      </p:sp>
      <p:sp>
        <p:nvSpPr>
          <p:cNvPr id="15" name="Text 13"/>
          <p:cNvSpPr/>
          <p:nvPr/>
        </p:nvSpPr>
        <p:spPr>
          <a:xfrm>
            <a:off x="6523514" y="1889760"/>
            <a:ext cx="4998720" cy="3657600"/>
          </a:xfrm>
          <a:prstGeom prst="rect">
            <a:avLst/>
          </a:prstGeom>
          <a:noFill/>
          <a:ln/>
        </p:spPr>
        <p:txBody>
          <a:bodyPr wrap="square" lIns="0" tIns="0" rIns="0" bIns="0" rtlCol="0" anchor="ctr"/>
          <a:lstStyle/>
          <a:p>
            <a:r>
              <a:rPr lang="en-US" sz="1600" dirty="0">
                <a:solidFill>
                  <a:srgbClr val="00B050"/>
                </a:solidFill>
                <a:latin typeface="Courier New" pitchFamily="34" charset="0"/>
                <a:ea typeface="Courier New" pitchFamily="34" charset="-122"/>
                <a:cs typeface="Courier New" pitchFamily="34" charset="-120"/>
              </a:rPr>
              <a:t>"Write a </a:t>
            </a:r>
            <a:r>
              <a:rPr lang="en-US" sz="1600" dirty="0" err="1">
                <a:solidFill>
                  <a:srgbClr val="00B050"/>
                </a:solidFill>
                <a:latin typeface="Courier New" pitchFamily="34" charset="0"/>
                <a:ea typeface="Courier New" pitchFamily="34" charset="-122"/>
                <a:cs typeface="Courier New" pitchFamily="34" charset="-120"/>
              </a:rPr>
              <a:t>README.md</a:t>
            </a:r>
            <a:r>
              <a:rPr lang="en-US" sz="1600" dirty="0">
                <a:solidFill>
                  <a:srgbClr val="00B050"/>
                </a:solidFill>
                <a:latin typeface="Courier New" pitchFamily="34" charset="0"/>
                <a:ea typeface="Courier New" pitchFamily="34" charset="-122"/>
                <a:cs typeface="Courier New" pitchFamily="34" charset="-120"/>
              </a:rPr>
              <a:t> for this</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project. Include:</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What it does (1 paragraph)</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Who uses it and when</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How to install and run it</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What a successful run</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looks like</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What is out of scope"</a:t>
            </a:r>
            <a:endParaRPr lang="en-US" sz="1600" dirty="0">
              <a:solidFill>
                <a:srgbClr val="00B050"/>
              </a:solidFill>
            </a:endParaRPr>
          </a:p>
        </p:txBody>
      </p:sp>
      <p:sp>
        <p:nvSpPr>
          <p:cNvPr id="16" name="Text 14"/>
          <p:cNvSpPr/>
          <p:nvPr/>
        </p:nvSpPr>
        <p:spPr>
          <a:xfrm>
            <a:off x="488474" y="5949696"/>
            <a:ext cx="11216640" cy="341376"/>
          </a:xfrm>
          <a:prstGeom prst="rect">
            <a:avLst/>
          </a:prstGeom>
          <a:noFill/>
          <a:ln/>
        </p:spPr>
        <p:txBody>
          <a:bodyPr wrap="square" lIns="0" tIns="0" rIns="0" bIns="0" rtlCol="0" anchor="ctr"/>
          <a:lstStyle/>
          <a:p>
            <a:r>
              <a:rPr lang="en-US" sz="18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Run this now — before you finish building. Edit what is wrong. Keep it current.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pic>
        <p:nvPicPr>
          <p:cNvPr id="22" name="Graphic 21">
            <a:extLst>
              <a:ext uri="{FF2B5EF4-FFF2-40B4-BE49-F238E27FC236}">
                <a16:creationId xmlns:a16="http://schemas.microsoft.com/office/drawing/2014/main" id="{09B94636-63C0-1AB2-09D8-AB149E86F8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1355" y="1605665"/>
            <a:ext cx="353108" cy="353108"/>
          </a:xfrm>
          <a:prstGeom prst="rect">
            <a:avLst/>
          </a:prstGeom>
        </p:spPr>
      </p:pic>
      <p:pic>
        <p:nvPicPr>
          <p:cNvPr id="24" name="Graphic 23">
            <a:extLst>
              <a:ext uri="{FF2B5EF4-FFF2-40B4-BE49-F238E27FC236}">
                <a16:creationId xmlns:a16="http://schemas.microsoft.com/office/drawing/2014/main" id="{060F82BF-62D7-E6AC-EF27-F477B0EC45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9278" y="3014547"/>
            <a:ext cx="400995" cy="400995"/>
          </a:xfrm>
          <a:prstGeom prst="rect">
            <a:avLst/>
          </a:prstGeom>
        </p:spPr>
      </p:pic>
      <p:pic>
        <p:nvPicPr>
          <p:cNvPr id="27" name="Graphic 26">
            <a:extLst>
              <a:ext uri="{FF2B5EF4-FFF2-40B4-BE49-F238E27FC236}">
                <a16:creationId xmlns:a16="http://schemas.microsoft.com/office/drawing/2014/main" id="{DB1B3051-C06E-503C-80D6-B4E49AB369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3204" y="4428764"/>
            <a:ext cx="377069" cy="37706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Error Handling Basics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The difference between a demo that breaks under questions and one that holds up.</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398627"/>
            <a:ext cx="11216640" cy="1438656"/>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610394" y="1483971"/>
            <a:ext cx="10972800" cy="34137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Invalid or missing input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610394" y="1872275"/>
            <a:ext cx="10972800" cy="341376"/>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Without: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Script crashes with an unreadable stack trace   </a:t>
            </a: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With: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Clear message: what was expected, what was received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10394" y="2298995"/>
            <a:ext cx="10972800" cy="341376"/>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"Add input validation. If [INPUT] is missing or invalid, print a clear error and exit gracefully."</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2">
            <a:extLst>
              <a:ext uri="{FF2B5EF4-FFF2-40B4-BE49-F238E27FC236}">
                <a16:creationId xmlns:a16="http://schemas.microsoft.com/office/drawing/2014/main" id="{3F1C25E0-27B4-9133-4D2C-589E7AAA717D}"/>
              </a:ext>
            </a:extLst>
          </p:cNvPr>
          <p:cNvSpPr/>
          <p:nvPr/>
        </p:nvSpPr>
        <p:spPr>
          <a:xfrm>
            <a:off x="488474" y="3054899"/>
            <a:ext cx="11216640" cy="1438656"/>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610394" y="3118619"/>
            <a:ext cx="10972800" cy="34137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API or service unavailable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10394" y="3568803"/>
            <a:ext cx="10972800" cy="341376"/>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Without: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Connection timeout with no explanation to the user   </a:t>
            </a: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With: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Informative failure: what was tried, that it failed, what to check next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10394" y="4031179"/>
            <a:ext cx="10972800" cy="341376"/>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"Handle API connection errors. If the request fails, name the endpoint and suggest checking the API key."</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488474" y="4690467"/>
            <a:ext cx="11216640" cy="1438656"/>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610394" y="4731644"/>
            <a:ext cx="10972800" cy="34137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Empty or unexpected response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10394" y="5214723"/>
            <a:ext cx="10972800" cy="341376"/>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Without: </a:t>
            </a:r>
            <a:r>
              <a:rPr lang="en-US" sz="14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KeyError</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 or </a:t>
            </a:r>
            <a:r>
              <a:rPr lang="en-US" sz="14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AttributeError</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 mid-execution   </a:t>
            </a: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With: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Handled: logs the empty response, continues or exits cleanly — no crash</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10394" y="5697801"/>
            <a:ext cx="10972800" cy="341376"/>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"Handle empty responses from [API]. If no results, print a message and exit — do not crash."</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16D2450-1618-60A5-0396-03A3921047D9}"/>
              </a:ext>
            </a:extLst>
          </p:cNvPr>
          <p:cNvSpPr/>
          <p:nvPr/>
        </p:nvSpPr>
        <p:spPr>
          <a:xfrm>
            <a:off x="976154" y="903884"/>
            <a:ext cx="10241280" cy="950976"/>
          </a:xfrm>
          <a:prstGeom prst="rect">
            <a:avLst/>
          </a:prstGeom>
          <a:noFill/>
          <a:ln/>
        </p:spPr>
        <p:txBody>
          <a:bodyPr wrap="square" lIns="0" tIns="0" rIns="0" bIns="0" rtlCol="0" anchor="ctr"/>
          <a:lstStyle/>
          <a:p>
            <a:pPr algn="ctr"/>
            <a:r>
              <a:rPr lang="en-US" sz="4400" b="1" dirty="0">
                <a:solidFill>
                  <a:schemeClr val="accent2"/>
                </a:solidFill>
                <a:latin typeface="Arial" pitchFamily="34" charset="0"/>
                <a:ea typeface="Arial" pitchFamily="34" charset="-122"/>
                <a:cs typeface="Arial" pitchFamily="34" charset="-120"/>
              </a:rPr>
              <a:t>Your PoC </a:t>
            </a:r>
            <a:r>
              <a:rPr lang="en-US" sz="4400" b="1" dirty="0">
                <a:latin typeface="Arial" pitchFamily="34" charset="0"/>
                <a:ea typeface="Arial" pitchFamily="34" charset="-122"/>
                <a:cs typeface="Arial" pitchFamily="34" charset="-120"/>
              </a:rPr>
              <a:t>is done when it answers</a:t>
            </a:r>
            <a:endParaRPr lang="en-US" sz="4400" dirty="0"/>
          </a:p>
        </p:txBody>
      </p:sp>
      <p:sp>
        <p:nvSpPr>
          <p:cNvPr id="3" name="Text 1">
            <a:extLst>
              <a:ext uri="{FF2B5EF4-FFF2-40B4-BE49-F238E27FC236}">
                <a16:creationId xmlns:a16="http://schemas.microsoft.com/office/drawing/2014/main" id="{E434C579-A060-71E8-4886-BDF91E7E07D7}"/>
              </a:ext>
            </a:extLst>
          </p:cNvPr>
          <p:cNvSpPr/>
          <p:nvPr/>
        </p:nvSpPr>
        <p:spPr>
          <a:xfrm>
            <a:off x="976154" y="1818076"/>
            <a:ext cx="10241280" cy="950976"/>
          </a:xfrm>
          <a:prstGeom prst="rect">
            <a:avLst/>
          </a:prstGeom>
          <a:noFill/>
          <a:ln/>
        </p:spPr>
        <p:txBody>
          <a:bodyPr wrap="square" lIns="0" tIns="0" rIns="0" bIns="0" rtlCol="0" anchor="ctr"/>
          <a:lstStyle/>
          <a:p>
            <a:pPr algn="ctr"/>
            <a:r>
              <a:rPr lang="en-US" sz="4400" b="1" dirty="0">
                <a:latin typeface="Arial" pitchFamily="34" charset="0"/>
                <a:ea typeface="Arial" pitchFamily="34" charset="-122"/>
                <a:cs typeface="Arial" pitchFamily="34" charset="-120"/>
              </a:rPr>
              <a:t>the question it was built to answer.</a:t>
            </a:r>
            <a:endParaRPr lang="en-US" sz="4400" dirty="0"/>
          </a:p>
        </p:txBody>
      </p:sp>
      <p:sp>
        <p:nvSpPr>
          <p:cNvPr id="4" name="Shape 2">
            <a:extLst>
              <a:ext uri="{FF2B5EF4-FFF2-40B4-BE49-F238E27FC236}">
                <a16:creationId xmlns:a16="http://schemas.microsoft.com/office/drawing/2014/main" id="{90850882-4227-3F98-56FA-FDBAC2D4F859}"/>
              </a:ext>
            </a:extLst>
          </p:cNvPr>
          <p:cNvSpPr/>
          <p:nvPr/>
        </p:nvSpPr>
        <p:spPr>
          <a:xfrm>
            <a:off x="1530545" y="2908685"/>
            <a:ext cx="9074989" cy="0"/>
          </a:xfrm>
          <a:prstGeom prst="line">
            <a:avLst/>
          </a:prstGeom>
          <a:noFill/>
          <a:ln w="12700">
            <a:solidFill>
              <a:schemeClr val="tx2">
                <a:lumMod val="40000"/>
                <a:lumOff val="60000"/>
              </a:schemeClr>
            </a:solidFill>
            <a:prstDash val="solid"/>
          </a:ln>
        </p:spPr>
        <p:txBody>
          <a:bodyPr/>
          <a:lstStyle/>
          <a:p>
            <a:endParaRPr lang="en-US" sz="3200"/>
          </a:p>
        </p:txBody>
      </p:sp>
      <p:sp>
        <p:nvSpPr>
          <p:cNvPr id="5" name="Text 3">
            <a:extLst>
              <a:ext uri="{FF2B5EF4-FFF2-40B4-BE49-F238E27FC236}">
                <a16:creationId xmlns:a16="http://schemas.microsoft.com/office/drawing/2014/main" id="{539F2C5B-87B8-1E72-F9F7-030425D445D5}"/>
              </a:ext>
            </a:extLst>
          </p:cNvPr>
          <p:cNvSpPr/>
          <p:nvPr/>
        </p:nvSpPr>
        <p:spPr>
          <a:xfrm>
            <a:off x="2439194" y="3173068"/>
            <a:ext cx="7315200" cy="585216"/>
          </a:xfrm>
          <a:prstGeom prst="rect">
            <a:avLst/>
          </a:prstGeom>
          <a:noFill/>
          <a:ln/>
        </p:spPr>
        <p:txBody>
          <a:bodyPr wrap="square" lIns="0" tIns="0" rIns="0" bIns="0" rtlCol="0" anchor="ctr"/>
          <a:lstStyle/>
          <a:p>
            <a:pPr algn="ctr"/>
            <a:r>
              <a:rPr lang="en-US" sz="2000" b="1" dirty="0">
                <a:solidFill>
                  <a:schemeClr val="accent3"/>
                </a:solidFill>
                <a:latin typeface="Calibri" pitchFamily="34" charset="0"/>
                <a:ea typeface="Calibri" pitchFamily="34" charset="-122"/>
                <a:cs typeface="Calibri" pitchFamily="34" charset="-120"/>
              </a:rPr>
              <a:t>✗ </a:t>
            </a:r>
            <a:r>
              <a:rPr lang="en-US" sz="2000" b="1" dirty="0">
                <a:solidFill>
                  <a:schemeClr val="tx2"/>
                </a:solidFill>
                <a:latin typeface="Calibri" pitchFamily="34" charset="0"/>
                <a:ea typeface="Calibri" pitchFamily="34" charset="-122"/>
                <a:cs typeface="Calibri" pitchFamily="34" charset="-120"/>
              </a:rPr>
              <a:t> </a:t>
            </a:r>
            <a:r>
              <a:rPr lang="en-US" sz="2000" dirty="0">
                <a:solidFill>
                  <a:schemeClr val="tx2"/>
                </a:solidFill>
                <a:latin typeface="Calibri" pitchFamily="34" charset="0"/>
                <a:ea typeface="Calibri" pitchFamily="34" charset="-122"/>
                <a:cs typeface="Calibri" pitchFamily="34" charset="-120"/>
              </a:rPr>
              <a:t>Not when it handles every edge case</a:t>
            </a:r>
            <a:endParaRPr lang="en-US" sz="2000" dirty="0">
              <a:solidFill>
                <a:schemeClr val="tx2"/>
              </a:solidFill>
            </a:endParaRPr>
          </a:p>
        </p:txBody>
      </p:sp>
      <p:sp>
        <p:nvSpPr>
          <p:cNvPr id="6" name="Text 4">
            <a:extLst>
              <a:ext uri="{FF2B5EF4-FFF2-40B4-BE49-F238E27FC236}">
                <a16:creationId xmlns:a16="http://schemas.microsoft.com/office/drawing/2014/main" id="{9AA97A9E-324A-C913-3FD7-D48FD0528689}"/>
              </a:ext>
            </a:extLst>
          </p:cNvPr>
          <p:cNvSpPr/>
          <p:nvPr/>
        </p:nvSpPr>
        <p:spPr>
          <a:xfrm>
            <a:off x="2439194" y="3880204"/>
            <a:ext cx="7315200" cy="585216"/>
          </a:xfrm>
          <a:prstGeom prst="rect">
            <a:avLst/>
          </a:prstGeom>
          <a:noFill/>
          <a:ln/>
        </p:spPr>
        <p:txBody>
          <a:bodyPr wrap="square" lIns="0" tIns="0" rIns="0" bIns="0" rtlCol="0" anchor="ctr"/>
          <a:lstStyle/>
          <a:p>
            <a:pPr algn="ctr"/>
            <a:r>
              <a:rPr lang="en-US" sz="2000" b="1" dirty="0">
                <a:solidFill>
                  <a:schemeClr val="accent3"/>
                </a:solidFill>
                <a:latin typeface="Calibri" pitchFamily="34" charset="0"/>
                <a:ea typeface="Calibri" pitchFamily="34" charset="-122"/>
                <a:cs typeface="Calibri" pitchFamily="34" charset="-120"/>
              </a:rPr>
              <a:t>✗ </a:t>
            </a:r>
            <a:r>
              <a:rPr lang="en-US" sz="2000" b="1" dirty="0">
                <a:solidFill>
                  <a:schemeClr val="tx2"/>
                </a:solidFill>
                <a:latin typeface="Calibri" pitchFamily="34" charset="0"/>
                <a:ea typeface="Calibri" pitchFamily="34" charset="-122"/>
                <a:cs typeface="Calibri" pitchFamily="34" charset="-120"/>
              </a:rPr>
              <a:t> </a:t>
            </a:r>
            <a:r>
              <a:rPr lang="en-US" sz="2000" dirty="0">
                <a:solidFill>
                  <a:schemeClr val="tx2"/>
                </a:solidFill>
                <a:latin typeface="Calibri" pitchFamily="34" charset="0"/>
                <a:ea typeface="Calibri" pitchFamily="34" charset="-122"/>
                <a:cs typeface="Calibri" pitchFamily="34" charset="-120"/>
              </a:rPr>
              <a:t>Not when it is polished or production-ready</a:t>
            </a:r>
            <a:endParaRPr lang="en-US" sz="2000" dirty="0">
              <a:solidFill>
                <a:schemeClr val="tx2"/>
              </a:solidFill>
            </a:endParaRPr>
          </a:p>
        </p:txBody>
      </p:sp>
      <p:sp>
        <p:nvSpPr>
          <p:cNvPr id="7" name="Text 5">
            <a:extLst>
              <a:ext uri="{FF2B5EF4-FFF2-40B4-BE49-F238E27FC236}">
                <a16:creationId xmlns:a16="http://schemas.microsoft.com/office/drawing/2014/main" id="{FBE5E4B1-FAA0-5928-714B-1705FA7111B5}"/>
              </a:ext>
            </a:extLst>
          </p:cNvPr>
          <p:cNvSpPr/>
          <p:nvPr/>
        </p:nvSpPr>
        <p:spPr>
          <a:xfrm>
            <a:off x="2439194" y="4587340"/>
            <a:ext cx="7315200" cy="585216"/>
          </a:xfrm>
          <a:prstGeom prst="rect">
            <a:avLst/>
          </a:prstGeom>
          <a:noFill/>
          <a:ln/>
        </p:spPr>
        <p:txBody>
          <a:bodyPr wrap="square" lIns="0" tIns="0" rIns="0" bIns="0" rtlCol="0" anchor="ctr"/>
          <a:lstStyle/>
          <a:p>
            <a:pPr algn="ctr"/>
            <a:r>
              <a:rPr lang="en-US" sz="2000" b="1" dirty="0">
                <a:solidFill>
                  <a:schemeClr val="accent3"/>
                </a:solidFill>
                <a:latin typeface="Calibri" pitchFamily="34" charset="0"/>
                <a:ea typeface="Calibri" pitchFamily="34" charset="-122"/>
                <a:cs typeface="Calibri" pitchFamily="34" charset="-120"/>
              </a:rPr>
              <a:t>✗</a:t>
            </a:r>
            <a:r>
              <a:rPr lang="en-US" sz="2000" b="1" dirty="0">
                <a:solidFill>
                  <a:schemeClr val="tx2"/>
                </a:solidFill>
                <a:latin typeface="Calibri" pitchFamily="34" charset="0"/>
                <a:ea typeface="Calibri" pitchFamily="34" charset="-122"/>
                <a:cs typeface="Calibri" pitchFamily="34" charset="-120"/>
              </a:rPr>
              <a:t>  </a:t>
            </a:r>
            <a:r>
              <a:rPr lang="en-US" sz="2000" dirty="0">
                <a:solidFill>
                  <a:schemeClr val="tx2"/>
                </a:solidFill>
                <a:latin typeface="Calibri" pitchFamily="34" charset="0"/>
                <a:ea typeface="Calibri" pitchFamily="34" charset="-122"/>
                <a:cs typeface="Calibri" pitchFamily="34" charset="-120"/>
              </a:rPr>
              <a:t>Not when you have simply run out of time</a:t>
            </a:r>
            <a:endParaRPr lang="en-US" sz="2000" dirty="0">
              <a:solidFill>
                <a:schemeClr val="tx2"/>
              </a:solidFill>
            </a:endParaRPr>
          </a:p>
        </p:txBody>
      </p:sp>
      <p:sp>
        <p:nvSpPr>
          <p:cNvPr id="8" name="Text 6">
            <a:extLst>
              <a:ext uri="{FF2B5EF4-FFF2-40B4-BE49-F238E27FC236}">
                <a16:creationId xmlns:a16="http://schemas.microsoft.com/office/drawing/2014/main" id="{59FD605F-065C-2916-5A68-980BE452F732}"/>
              </a:ext>
            </a:extLst>
          </p:cNvPr>
          <p:cNvSpPr/>
          <p:nvPr/>
        </p:nvSpPr>
        <p:spPr>
          <a:xfrm>
            <a:off x="1829594" y="5404204"/>
            <a:ext cx="8534400" cy="390144"/>
          </a:xfrm>
          <a:prstGeom prst="rect">
            <a:avLst/>
          </a:prstGeom>
          <a:noFill/>
          <a:ln/>
        </p:spPr>
        <p:txBody>
          <a:bodyPr wrap="square" lIns="0" tIns="0" rIns="0" bIns="0" rtlCol="0" anchor="ctr"/>
          <a:lstStyle/>
          <a:p>
            <a:pPr algn="ctr"/>
            <a:r>
              <a:rPr lang="en-US" sz="1800" i="1" dirty="0">
                <a:solidFill>
                  <a:srgbClr val="888888"/>
                </a:solidFill>
                <a:latin typeface="Calibri" pitchFamily="34" charset="0"/>
                <a:ea typeface="Calibri" pitchFamily="34" charset="-122"/>
                <a:cs typeface="Calibri" pitchFamily="34" charset="-120"/>
              </a:rPr>
              <a:t>Go back to your success criterion. If it passes — you are done.</a:t>
            </a:r>
            <a:endParaRPr lang="en-US" sz="1800" dirty="0"/>
          </a:p>
        </p:txBody>
      </p:sp>
    </p:spTree>
    <p:extLst>
      <p:ext uri="{BB962C8B-B14F-4D97-AF65-F5344CB8AC3E}">
        <p14:creationId xmlns:p14="http://schemas.microsoft.com/office/powerpoint/2010/main" val="2235516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The Self-Review Prompt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Before you call it done — ask Claude to stress-test it. 30 seconds. Saves your demo.</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393511"/>
            <a:ext cx="11216640" cy="1731264"/>
          </a:xfrm>
          <a:prstGeom prst="roundRect">
            <a:avLst>
              <a:gd name="adj" fmla="val 7042"/>
            </a:avLst>
          </a:prstGeom>
          <a:solidFill>
            <a:srgbClr val="1E1E1E"/>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sz="3200"/>
          </a:p>
        </p:txBody>
      </p:sp>
      <p:sp>
        <p:nvSpPr>
          <p:cNvPr id="5" name="Text 3"/>
          <p:cNvSpPr/>
          <p:nvPr/>
        </p:nvSpPr>
        <p:spPr>
          <a:xfrm>
            <a:off x="732314" y="1515431"/>
            <a:ext cx="10972800" cy="316992"/>
          </a:xfrm>
          <a:prstGeom prst="rect">
            <a:avLst/>
          </a:prstGeom>
          <a:noFill/>
          <a:ln/>
        </p:spPr>
        <p:txBody>
          <a:bodyPr wrap="square" lIns="0" tIns="0" rIns="0" bIns="0" rtlCol="0" anchor="ctr"/>
          <a:lstStyle/>
          <a:p>
            <a:r>
              <a:rPr lang="en-US" sz="1333" b="1" dirty="0">
                <a:solidFill>
                  <a:schemeClr val="bg1"/>
                </a:solidFill>
                <a:latin typeface="Open Sans" panose="020B0606030504020204" pitchFamily="34" charset="0"/>
                <a:ea typeface="Open Sans" panose="020B0606030504020204" pitchFamily="34" charset="0"/>
                <a:cs typeface="Open Sans" panose="020B0606030504020204" pitchFamily="34" charset="0"/>
              </a:rPr>
              <a:t>THE </a:t>
            </a:r>
            <a:r>
              <a:rPr 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PROMPT</a:t>
            </a:r>
            <a:endParaRPr lang="en-US" sz="14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732314" y="1881191"/>
            <a:ext cx="10728960" cy="950976"/>
          </a:xfrm>
          <a:prstGeom prst="rect">
            <a:avLst/>
          </a:prstGeom>
          <a:noFill/>
          <a:ln/>
        </p:spPr>
        <p:txBody>
          <a:bodyPr wrap="square" lIns="0" tIns="0" rIns="0" bIns="0" rtlCol="0" anchor="ctr"/>
          <a:lstStyle/>
          <a:p>
            <a:r>
              <a:rPr lang="en-US" sz="2000" dirty="0">
                <a:solidFill>
                  <a:srgbClr val="00B050"/>
                </a:solidFill>
                <a:latin typeface="Courier New" pitchFamily="34" charset="0"/>
                <a:ea typeface="Courier New" pitchFamily="34" charset="-122"/>
                <a:cs typeface="Courier New" pitchFamily="34" charset="-120"/>
              </a:rPr>
              <a:t>"What are the top 3 things most likely to break or fail in a live demo of this PoC? Be specific."</a:t>
            </a:r>
            <a:endParaRPr lang="en-US" sz="2000" dirty="0">
              <a:solidFill>
                <a:srgbClr val="00B050"/>
              </a:solidFill>
            </a:endParaRPr>
          </a:p>
        </p:txBody>
      </p:sp>
      <p:sp>
        <p:nvSpPr>
          <p:cNvPr id="7" name="Text 5"/>
          <p:cNvSpPr/>
          <p:nvPr/>
        </p:nvSpPr>
        <p:spPr>
          <a:xfrm>
            <a:off x="488474" y="3352800"/>
            <a:ext cx="112166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Classify each risk Claude identifies: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88474" y="3919729"/>
            <a:ext cx="3621024" cy="2316480"/>
          </a:xfrm>
          <a:prstGeom prst="roundRect">
            <a:avLst>
              <a:gd name="adj" fmla="val 4211"/>
            </a:avLst>
          </a:prstGeom>
          <a:solidFill>
            <a:srgbClr val="FFEBEE"/>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sz="3200"/>
          </a:p>
        </p:txBody>
      </p:sp>
      <p:sp>
        <p:nvSpPr>
          <p:cNvPr id="9" name="Text 7"/>
          <p:cNvSpPr/>
          <p:nvPr/>
        </p:nvSpPr>
        <p:spPr>
          <a:xfrm>
            <a:off x="659162" y="4066033"/>
            <a:ext cx="3279648" cy="414528"/>
          </a:xfrm>
          <a:prstGeom prst="rect">
            <a:avLst/>
          </a:prstGeom>
          <a:noFill/>
          <a:ln/>
        </p:spPr>
        <p:txBody>
          <a:bodyPr wrap="square" lIns="0" tIns="0" rIns="0" bIns="0" rtlCol="0" anchor="ctr"/>
          <a:lstStyle/>
          <a:p>
            <a:r>
              <a:rPr lang="en-US"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Blocking</a:t>
            </a:r>
            <a:endParaRPr lang="en-US" sz="18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4586953"/>
            <a:ext cx="3279648" cy="414528"/>
          </a:xfrm>
          <a:prstGeom prst="rect">
            <a:avLst/>
          </a:prstGeom>
          <a:noFill/>
          <a:ln/>
        </p:spPr>
        <p:txBody>
          <a:bodyPr wrap="square" lIns="0" tIns="0" rIns="0" bIns="0" rtlCol="0" anchor="ctr"/>
          <a:lstStyle/>
          <a:p>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Breaks the demo entirely</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59162" y="5130360"/>
            <a:ext cx="3279648" cy="877824"/>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 Fix it now — before the commit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4292378" y="3919729"/>
            <a:ext cx="3621024" cy="2316480"/>
          </a:xfrm>
          <a:prstGeom prst="roundRect">
            <a:avLst>
              <a:gd name="adj" fmla="val 4211"/>
            </a:avLst>
          </a:prstGeom>
          <a:solidFill>
            <a:schemeClr val="accent6">
              <a:lumMod val="20000"/>
              <a:lumOff val="80000"/>
            </a:schemeClr>
          </a:solidFill>
          <a:ln w="15240">
            <a:solidFill>
              <a:schemeClr val="accent1"/>
            </a:solidFill>
            <a:prstDash val="solid"/>
          </a:ln>
          <a:effectLst>
            <a:outerShdw blurRad="63500" dist="25400" dir="2700000" algn="bl" rotWithShape="0">
              <a:srgbClr val="000000">
                <a:alpha val="11000"/>
              </a:srgbClr>
            </a:outerShdw>
          </a:effectLst>
        </p:spPr>
        <p:txBody>
          <a:bodyPr/>
          <a:lstStyle/>
          <a:p>
            <a:endParaRPr lang="en-US" sz="3200"/>
          </a:p>
        </p:txBody>
      </p:sp>
      <p:sp>
        <p:nvSpPr>
          <p:cNvPr id="13" name="Text 11"/>
          <p:cNvSpPr/>
          <p:nvPr/>
        </p:nvSpPr>
        <p:spPr>
          <a:xfrm>
            <a:off x="4463066" y="4066033"/>
            <a:ext cx="3279648" cy="414528"/>
          </a:xfrm>
          <a:prstGeom prst="rect">
            <a:avLst/>
          </a:prstGeom>
          <a:noFill/>
          <a:ln/>
        </p:spPr>
        <p:txBody>
          <a:bodyPr wrap="square" lIns="0" tIns="0" rIns="0" bIns="0" rtlCol="0" anchor="ctr"/>
          <a:lstStyle/>
          <a:p>
            <a:r>
              <a:rPr lang="en-US" sz="1800" b="1" dirty="0">
                <a:solidFill>
                  <a:srgbClr val="E8972A"/>
                </a:solidFill>
                <a:latin typeface="Open Sans" panose="020B0606030504020204" pitchFamily="34" charset="0"/>
                <a:ea typeface="Open Sans" panose="020B0606030504020204" pitchFamily="34" charset="0"/>
                <a:cs typeface="Open Sans" panose="020B0606030504020204" pitchFamily="34" charset="0"/>
              </a:rPr>
              <a:t>Deferrable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63066" y="4586953"/>
            <a:ext cx="3279648" cy="414528"/>
          </a:xfrm>
          <a:prstGeom prst="rect">
            <a:avLst/>
          </a:prstGeom>
          <a:noFill/>
          <a:ln/>
        </p:spPr>
        <p:txBody>
          <a:bodyPr wrap="square" lIns="0" tIns="0" rIns="0" bIns="0" rtlCol="0" anchor="ctr"/>
          <a:lstStyle/>
          <a:p>
            <a:r>
              <a:rPr lang="en-US" sz="1600" i="1">
                <a:solidFill>
                  <a:srgbClr val="757575"/>
                </a:solidFill>
                <a:latin typeface="Open Sans" panose="020B0606030504020204" pitchFamily="34" charset="0"/>
                <a:ea typeface="Open Sans" panose="020B0606030504020204" pitchFamily="34" charset="0"/>
                <a:cs typeface="Open Sans" panose="020B0606030504020204" pitchFamily="34" charset="0"/>
              </a:rPr>
              <a:t>Edge case unlikely in a controlled demo</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463066" y="5130360"/>
            <a:ext cx="3279648" cy="877824"/>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 Note it in the README. Move 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8096282" y="3919729"/>
            <a:ext cx="3621024" cy="2316480"/>
          </a:xfrm>
          <a:prstGeom prst="roundRect">
            <a:avLst>
              <a:gd name="adj" fmla="val 4211"/>
            </a:avLst>
          </a:prstGeom>
          <a:solidFill>
            <a:srgbClr val="E8F5E9"/>
          </a:solidFill>
          <a:ln w="15240">
            <a:solidFill>
              <a:srgbClr val="00B050"/>
            </a:solidFill>
            <a:prstDash val="solid"/>
          </a:ln>
          <a:effectLst>
            <a:outerShdw blurRad="63500" dist="25400" dir="2700000" algn="bl" rotWithShape="0">
              <a:srgbClr val="000000">
                <a:alpha val="11000"/>
              </a:srgbClr>
            </a:outerShdw>
          </a:effectLst>
        </p:spPr>
        <p:txBody>
          <a:bodyPr/>
          <a:lstStyle/>
          <a:p>
            <a:endParaRPr lang="en-US" sz="3200"/>
          </a:p>
        </p:txBody>
      </p:sp>
      <p:sp>
        <p:nvSpPr>
          <p:cNvPr id="17" name="Text 15"/>
          <p:cNvSpPr/>
          <p:nvPr/>
        </p:nvSpPr>
        <p:spPr>
          <a:xfrm>
            <a:off x="8266970" y="4066033"/>
            <a:ext cx="3279648" cy="414528"/>
          </a:xfrm>
          <a:prstGeom prst="rect">
            <a:avLst/>
          </a:prstGeom>
          <a:noFill/>
          <a:ln/>
        </p:spPr>
        <p:txBody>
          <a:bodyPr wrap="square" lIns="0" tIns="0" rIns="0" bIns="0" rtlCol="0" anchor="ctr"/>
          <a:lstStyle/>
          <a:p>
            <a:r>
              <a:rPr lang="en-US" sz="18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Known Limitation</a:t>
            </a:r>
            <a:endParaRPr lang="en-US" sz="18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8266970" y="4586953"/>
            <a:ext cx="3279648" cy="414528"/>
          </a:xfrm>
          <a:prstGeom prst="rect">
            <a:avLst/>
          </a:prstGeom>
          <a:noFill/>
          <a:ln/>
        </p:spPr>
        <p:txBody>
          <a:bodyPr wrap="square" lIns="0" tIns="0" rIns="0" bIns="0" rtlCol="0" anchor="ctr"/>
          <a:lstStyle/>
          <a:p>
            <a:r>
              <a:rPr lang="en-US" sz="1600" i="1">
                <a:solidFill>
                  <a:srgbClr val="757575"/>
                </a:solidFill>
                <a:latin typeface="Open Sans" panose="020B0606030504020204" pitchFamily="34" charset="0"/>
                <a:ea typeface="Open Sans" panose="020B0606030504020204" pitchFamily="34" charset="0"/>
                <a:cs typeface="Open Sans" panose="020B0606030504020204" pitchFamily="34" charset="0"/>
              </a:rPr>
              <a:t>Out of scope by design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266970" y="5130360"/>
            <a:ext cx="3279648" cy="877824"/>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 Confirm it is in your 'out of scope' list.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88474" y="256723"/>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Saving Your Work — Git Commit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1027435"/>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Commit before Session 3. Claude generates the message. You review and push.</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507050" y="1842645"/>
            <a:ext cx="617536" cy="617536"/>
          </a:xfrm>
          <a:prstGeom prst="ellipse">
            <a:avLst/>
          </a:prstGeom>
          <a:solidFill>
            <a:srgbClr val="00B050"/>
          </a:solidFill>
          <a:ln w="12700">
            <a:noFill/>
            <a:prstDash val="solid"/>
          </a:ln>
        </p:spPr>
        <p:txBody>
          <a:bodyPr/>
          <a:lstStyle/>
          <a:p>
            <a:endParaRPr lang="en-US" sz="3200"/>
          </a:p>
        </p:txBody>
      </p:sp>
      <p:sp>
        <p:nvSpPr>
          <p:cNvPr id="5" name="Text 3"/>
          <p:cNvSpPr/>
          <p:nvPr/>
        </p:nvSpPr>
        <p:spPr>
          <a:xfrm>
            <a:off x="507050" y="1842645"/>
            <a:ext cx="617536" cy="617536"/>
          </a:xfrm>
          <a:prstGeom prst="rect">
            <a:avLst/>
          </a:prstGeom>
          <a:noFill/>
          <a:ln/>
        </p:spPr>
        <p:txBody>
          <a:bodyPr wrap="square" lIns="0" tIns="0" rIns="0" bIns="0" rtlCol="0" anchor="ctr"/>
          <a:lstStyle/>
          <a:p>
            <a:pPr algn="ctr"/>
            <a:r>
              <a:rPr lang="en-US" sz="1733" b="1">
                <a:solidFill>
                  <a:srgbClr val="FFFFFF"/>
                </a:solidFill>
                <a:latin typeface="Arial" pitchFamily="34" charset="0"/>
                <a:ea typeface="Arial" pitchFamily="34" charset="-122"/>
                <a:cs typeface="Arial" pitchFamily="34" charset="-120"/>
              </a:rPr>
              <a:t>1</a:t>
            </a:r>
            <a:endParaRPr lang="en-US" sz="1733"/>
          </a:p>
        </p:txBody>
      </p:sp>
      <p:sp>
        <p:nvSpPr>
          <p:cNvPr id="6" name="Text 4"/>
          <p:cNvSpPr/>
          <p:nvPr/>
        </p:nvSpPr>
        <p:spPr>
          <a:xfrm>
            <a:off x="1341914" y="1552165"/>
            <a:ext cx="10607040" cy="365760"/>
          </a:xfrm>
          <a:prstGeom prst="rect">
            <a:avLst/>
          </a:prstGeom>
          <a:noFill/>
          <a:ln/>
        </p:spPr>
        <p:txBody>
          <a:bodyPr wrap="square" lIns="0" tIns="0" rIns="0" bIns="0" rtlCol="0" anchor="ctr"/>
          <a:lstStyle/>
          <a:p>
            <a:r>
              <a:rPr lang="en-US" sz="1800" b="1" dirty="0">
                <a:solidFill>
                  <a:srgbClr val="2D2D2D"/>
                </a:solidFill>
                <a:latin typeface="Calibri" pitchFamily="34" charset="0"/>
                <a:ea typeface="Calibri" pitchFamily="34" charset="-122"/>
                <a:cs typeface="Calibri" pitchFamily="34" charset="-120"/>
              </a:rPr>
              <a:t>Generate the commit message</a:t>
            </a:r>
            <a:endParaRPr lang="en-US" sz="1800" dirty="0"/>
          </a:p>
        </p:txBody>
      </p:sp>
      <p:sp>
        <p:nvSpPr>
          <p:cNvPr id="7" name="Shape 5"/>
          <p:cNvSpPr/>
          <p:nvPr/>
        </p:nvSpPr>
        <p:spPr>
          <a:xfrm>
            <a:off x="1341914" y="1991077"/>
            <a:ext cx="7559040" cy="633984"/>
          </a:xfrm>
          <a:prstGeom prst="roundRect">
            <a:avLst>
              <a:gd name="adj" fmla="val 11538"/>
            </a:avLst>
          </a:prstGeom>
          <a:solidFill>
            <a:srgbClr val="1E1E1E"/>
          </a:solidFill>
          <a:ln w="12700">
            <a:solidFill>
              <a:srgbClr val="1E1E1E"/>
            </a:solidFill>
            <a:prstDash val="solid"/>
          </a:ln>
        </p:spPr>
        <p:txBody>
          <a:bodyPr/>
          <a:lstStyle/>
          <a:p>
            <a:endParaRPr lang="en-US" sz="3200"/>
          </a:p>
        </p:txBody>
      </p:sp>
      <p:sp>
        <p:nvSpPr>
          <p:cNvPr id="8" name="Text 6"/>
          <p:cNvSpPr/>
          <p:nvPr/>
        </p:nvSpPr>
        <p:spPr>
          <a:xfrm>
            <a:off x="1524794" y="1991077"/>
            <a:ext cx="7315200" cy="633984"/>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a:t>
            </a:r>
            <a:r>
              <a:rPr lang="en-US" sz="1333" dirty="0" err="1">
                <a:solidFill>
                  <a:srgbClr val="00B050"/>
                </a:solidFill>
                <a:latin typeface="Courier New" pitchFamily="34" charset="0"/>
                <a:ea typeface="Courier New" pitchFamily="34" charset="-122"/>
                <a:cs typeface="Courier New" pitchFamily="34" charset="-120"/>
              </a:rPr>
              <a:t>claude</a:t>
            </a:r>
            <a:r>
              <a:rPr lang="en-US" sz="1333" dirty="0">
                <a:solidFill>
                  <a:srgbClr val="00B050"/>
                </a:solidFill>
                <a:latin typeface="Courier New" pitchFamily="34" charset="0"/>
                <a:ea typeface="Courier New" pitchFamily="34" charset="-122"/>
                <a:cs typeface="Courier New" pitchFamily="34" charset="-120"/>
              </a:rPr>
              <a:t> "Write a Git commit message for this session. Include what it does, what it does not do, and any known limitations."</a:t>
            </a:r>
            <a:endParaRPr lang="en-US" sz="1333" dirty="0">
              <a:solidFill>
                <a:srgbClr val="00B050"/>
              </a:solidFill>
            </a:endParaRPr>
          </a:p>
        </p:txBody>
      </p:sp>
      <p:sp>
        <p:nvSpPr>
          <p:cNvPr id="9" name="Text 7"/>
          <p:cNvSpPr/>
          <p:nvPr/>
        </p:nvSpPr>
        <p:spPr>
          <a:xfrm>
            <a:off x="9144794" y="2064229"/>
            <a:ext cx="2804160" cy="487680"/>
          </a:xfrm>
          <a:prstGeom prst="rect">
            <a:avLst/>
          </a:prstGeom>
          <a:noFill/>
          <a:ln/>
        </p:spPr>
        <p:txBody>
          <a:bodyPr wrap="square" lIns="0" tIns="0" rIns="0" bIns="0" rtlCol="0" anchor="ctr"/>
          <a:lstStyle/>
          <a:p>
            <a:r>
              <a:rPr lang="en-US" sz="14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Review it. Edit if vague.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507050" y="3292573"/>
            <a:ext cx="617536" cy="617536"/>
          </a:xfrm>
          <a:prstGeom prst="ellipse">
            <a:avLst/>
          </a:prstGeom>
          <a:solidFill>
            <a:srgbClr val="00B050"/>
          </a:solidFill>
          <a:ln w="12700">
            <a:noFill/>
            <a:prstDash val="solid"/>
          </a:ln>
        </p:spPr>
        <p:txBody>
          <a:bodyPr/>
          <a:lstStyle/>
          <a:p>
            <a:endParaRPr lang="en-US" sz="3200"/>
          </a:p>
        </p:txBody>
      </p:sp>
      <p:sp>
        <p:nvSpPr>
          <p:cNvPr id="11" name="Text 9"/>
          <p:cNvSpPr/>
          <p:nvPr/>
        </p:nvSpPr>
        <p:spPr>
          <a:xfrm>
            <a:off x="507050" y="3292573"/>
            <a:ext cx="617536" cy="617536"/>
          </a:xfrm>
          <a:prstGeom prst="rect">
            <a:avLst/>
          </a:prstGeom>
          <a:noFill/>
          <a:ln/>
        </p:spPr>
        <p:txBody>
          <a:bodyPr wrap="square" lIns="0" tIns="0" rIns="0" bIns="0" rtlCol="0" anchor="ctr"/>
          <a:lstStyle/>
          <a:p>
            <a:pPr algn="ctr"/>
            <a:r>
              <a:rPr lang="en-US" sz="1733" b="1">
                <a:solidFill>
                  <a:srgbClr val="FFFFFF"/>
                </a:solidFill>
                <a:latin typeface="Arial" pitchFamily="34" charset="0"/>
                <a:ea typeface="Arial" pitchFamily="34" charset="-122"/>
                <a:cs typeface="Arial" pitchFamily="34" charset="-120"/>
              </a:rPr>
              <a:t>2</a:t>
            </a:r>
            <a:endParaRPr lang="en-US" sz="1733"/>
          </a:p>
        </p:txBody>
      </p:sp>
      <p:sp>
        <p:nvSpPr>
          <p:cNvPr id="12" name="Text 10"/>
          <p:cNvSpPr/>
          <p:nvPr/>
        </p:nvSpPr>
        <p:spPr>
          <a:xfrm>
            <a:off x="1341914" y="2984725"/>
            <a:ext cx="10607040" cy="365760"/>
          </a:xfrm>
          <a:prstGeom prst="rect">
            <a:avLst/>
          </a:prstGeom>
          <a:noFill/>
          <a:ln/>
        </p:spPr>
        <p:txBody>
          <a:bodyPr wrap="square" lIns="0" tIns="0" rIns="0" bIns="0" rtlCol="0" anchor="ctr"/>
          <a:lstStyle/>
          <a:p>
            <a:r>
              <a:rPr lang="en-US" sz="1800" b="1">
                <a:solidFill>
                  <a:srgbClr val="2D2D2D"/>
                </a:solidFill>
                <a:latin typeface="Calibri" pitchFamily="34" charset="0"/>
                <a:ea typeface="Calibri" pitchFamily="34" charset="-122"/>
                <a:cs typeface="Calibri" pitchFamily="34" charset="-120"/>
              </a:rPr>
              <a:t>Stage your files</a:t>
            </a:r>
            <a:endParaRPr lang="en-US" sz="1800"/>
          </a:p>
        </p:txBody>
      </p:sp>
      <p:sp>
        <p:nvSpPr>
          <p:cNvPr id="13" name="Shape 11"/>
          <p:cNvSpPr/>
          <p:nvPr/>
        </p:nvSpPr>
        <p:spPr>
          <a:xfrm>
            <a:off x="1341914" y="3423637"/>
            <a:ext cx="7559040" cy="633984"/>
          </a:xfrm>
          <a:prstGeom prst="roundRect">
            <a:avLst>
              <a:gd name="adj" fmla="val 11538"/>
            </a:avLst>
          </a:prstGeom>
          <a:solidFill>
            <a:srgbClr val="1E1E1E"/>
          </a:solidFill>
          <a:ln w="12700">
            <a:solidFill>
              <a:srgbClr val="1E1E1E"/>
            </a:solidFill>
            <a:prstDash val="solid"/>
          </a:ln>
        </p:spPr>
        <p:txBody>
          <a:bodyPr/>
          <a:lstStyle/>
          <a:p>
            <a:endParaRPr lang="en-US" sz="3200"/>
          </a:p>
        </p:txBody>
      </p:sp>
      <p:sp>
        <p:nvSpPr>
          <p:cNvPr id="14" name="Text 12"/>
          <p:cNvSpPr/>
          <p:nvPr/>
        </p:nvSpPr>
        <p:spPr>
          <a:xfrm>
            <a:off x="1524794" y="3423637"/>
            <a:ext cx="7315200" cy="633984"/>
          </a:xfrm>
          <a:prstGeom prst="rect">
            <a:avLst/>
          </a:prstGeom>
          <a:noFill/>
          <a:ln/>
        </p:spPr>
        <p:txBody>
          <a:bodyPr wrap="square" lIns="0" tIns="0" rIns="0" bIns="0" rtlCol="0" anchor="ctr"/>
          <a:lstStyle/>
          <a:p>
            <a:r>
              <a:rPr lang="en-US" sz="1333">
                <a:solidFill>
                  <a:srgbClr val="00B050"/>
                </a:solidFill>
                <a:latin typeface="Courier New" pitchFamily="34" charset="0"/>
                <a:ea typeface="Courier New" pitchFamily="34" charset="-122"/>
                <a:cs typeface="Courier New" pitchFamily="34" charset="-120"/>
              </a:rPr>
              <a:t>$ git add .</a:t>
            </a:r>
            <a:endParaRPr lang="en-US" sz="1333">
              <a:solidFill>
                <a:srgbClr val="00B050"/>
              </a:solidFill>
            </a:endParaRPr>
          </a:p>
        </p:txBody>
      </p:sp>
      <p:sp>
        <p:nvSpPr>
          <p:cNvPr id="15" name="Text 13"/>
          <p:cNvSpPr/>
          <p:nvPr/>
        </p:nvSpPr>
        <p:spPr>
          <a:xfrm>
            <a:off x="9144794" y="3496789"/>
            <a:ext cx="2804160" cy="487680"/>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Check git status first. Only stage files you intended to change.</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507050" y="4744341"/>
            <a:ext cx="617536" cy="617536"/>
          </a:xfrm>
          <a:prstGeom prst="ellipse">
            <a:avLst/>
          </a:prstGeom>
          <a:solidFill>
            <a:srgbClr val="00B050"/>
          </a:solidFill>
          <a:ln w="12700">
            <a:noFill/>
            <a:prstDash val="solid"/>
          </a:ln>
        </p:spPr>
        <p:txBody>
          <a:bodyPr/>
          <a:lstStyle/>
          <a:p>
            <a:endParaRPr lang="en-US" sz="3200"/>
          </a:p>
        </p:txBody>
      </p:sp>
      <p:sp>
        <p:nvSpPr>
          <p:cNvPr id="17" name="Text 15"/>
          <p:cNvSpPr/>
          <p:nvPr/>
        </p:nvSpPr>
        <p:spPr>
          <a:xfrm>
            <a:off x="507050" y="4744341"/>
            <a:ext cx="617536" cy="617536"/>
          </a:xfrm>
          <a:prstGeom prst="rect">
            <a:avLst/>
          </a:prstGeom>
          <a:noFill/>
          <a:ln>
            <a:noFill/>
          </a:ln>
        </p:spPr>
        <p:txBody>
          <a:bodyPr wrap="square" lIns="0" tIns="0" rIns="0" bIns="0" rtlCol="0" anchor="ctr"/>
          <a:lstStyle/>
          <a:p>
            <a:pPr algn="ctr"/>
            <a:r>
              <a:rPr lang="en-US" sz="1733" b="1">
                <a:solidFill>
                  <a:srgbClr val="FFFFFF"/>
                </a:solidFill>
                <a:latin typeface="Arial" pitchFamily="34" charset="0"/>
                <a:ea typeface="Arial" pitchFamily="34" charset="-122"/>
                <a:cs typeface="Arial" pitchFamily="34" charset="-120"/>
              </a:rPr>
              <a:t>3</a:t>
            </a:r>
            <a:endParaRPr lang="en-US" sz="1733"/>
          </a:p>
        </p:txBody>
      </p:sp>
      <p:sp>
        <p:nvSpPr>
          <p:cNvPr id="18" name="Text 16"/>
          <p:cNvSpPr/>
          <p:nvPr/>
        </p:nvSpPr>
        <p:spPr>
          <a:xfrm>
            <a:off x="1341914" y="4498373"/>
            <a:ext cx="10607040" cy="365760"/>
          </a:xfrm>
          <a:prstGeom prst="rect">
            <a:avLst/>
          </a:prstGeom>
          <a:noFill/>
          <a:ln/>
        </p:spPr>
        <p:txBody>
          <a:bodyPr wrap="square" lIns="0" tIns="0" rIns="0" bIns="0" rtlCol="0" anchor="ctr"/>
          <a:lstStyle/>
          <a:p>
            <a:r>
              <a:rPr lang="en-US" sz="1800" b="1">
                <a:solidFill>
                  <a:srgbClr val="2D2D2D"/>
                </a:solidFill>
                <a:latin typeface="Calibri" pitchFamily="34" charset="0"/>
                <a:ea typeface="Calibri" pitchFamily="34" charset="-122"/>
                <a:cs typeface="Calibri" pitchFamily="34" charset="-120"/>
              </a:rPr>
              <a:t>Commit with the generated message</a:t>
            </a:r>
            <a:endParaRPr lang="en-US" sz="1800"/>
          </a:p>
        </p:txBody>
      </p:sp>
      <p:sp>
        <p:nvSpPr>
          <p:cNvPr id="19" name="Shape 17"/>
          <p:cNvSpPr/>
          <p:nvPr/>
        </p:nvSpPr>
        <p:spPr>
          <a:xfrm>
            <a:off x="1341914" y="4937285"/>
            <a:ext cx="7559040" cy="633984"/>
          </a:xfrm>
          <a:prstGeom prst="roundRect">
            <a:avLst>
              <a:gd name="adj" fmla="val 11538"/>
            </a:avLst>
          </a:prstGeom>
          <a:solidFill>
            <a:srgbClr val="1E1E1E"/>
          </a:solidFill>
          <a:ln w="12700">
            <a:solidFill>
              <a:srgbClr val="1E1E1E"/>
            </a:solidFill>
            <a:prstDash val="solid"/>
          </a:ln>
        </p:spPr>
        <p:txBody>
          <a:bodyPr/>
          <a:lstStyle/>
          <a:p>
            <a:endParaRPr lang="en-US" sz="3200"/>
          </a:p>
        </p:txBody>
      </p:sp>
      <p:sp>
        <p:nvSpPr>
          <p:cNvPr id="20" name="Text 18"/>
          <p:cNvSpPr/>
          <p:nvPr/>
        </p:nvSpPr>
        <p:spPr>
          <a:xfrm>
            <a:off x="1524794" y="4937285"/>
            <a:ext cx="7315200" cy="633984"/>
          </a:xfrm>
          <a:prstGeom prst="rect">
            <a:avLst/>
          </a:prstGeom>
          <a:noFill/>
          <a:ln/>
        </p:spPr>
        <p:txBody>
          <a:bodyPr wrap="square" lIns="0" tIns="0" rIns="0" bIns="0" rtlCol="0" anchor="ctr"/>
          <a:lstStyle/>
          <a:p>
            <a:r>
              <a:rPr lang="en-US" sz="1333">
                <a:solidFill>
                  <a:srgbClr val="00B050"/>
                </a:solidFill>
                <a:latin typeface="Courier New" pitchFamily="34" charset="0"/>
                <a:ea typeface="Courier New" pitchFamily="34" charset="-122"/>
                <a:cs typeface="Courier New" pitchFamily="34" charset="-120"/>
              </a:rPr>
              <a:t>$ git commit -m "[CLAUDE-GENERATED MESSAGE]"</a:t>
            </a:r>
            <a:endParaRPr lang="en-US" sz="1333">
              <a:solidFill>
                <a:srgbClr val="00B050"/>
              </a:solidFill>
            </a:endParaRPr>
          </a:p>
        </p:txBody>
      </p:sp>
      <p:sp>
        <p:nvSpPr>
          <p:cNvPr id="21" name="Text 19"/>
          <p:cNvSpPr/>
          <p:nvPr/>
        </p:nvSpPr>
        <p:spPr>
          <a:xfrm>
            <a:off x="9144794" y="5010437"/>
            <a:ext cx="2804160" cy="487680"/>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This PoC runs through Sessions 3 and 4. A clear message matters.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4" name="Text 2"/>
          <p:cNvSpPr/>
          <p:nvPr/>
        </p:nvSpPr>
        <p:spPr>
          <a:xfrm>
            <a:off x="488474" y="511091"/>
            <a:ext cx="10588637"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Live Build Part 2 — Complete, Document, Commit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1444477"/>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Finish the PoC. Make it explainable. Make it committable.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488474" y="1523503"/>
            <a:ext cx="438912" cy="381808"/>
          </a:xfrm>
          <a:prstGeom prst="rect">
            <a:avLst/>
          </a:prstGeom>
          <a:noFill/>
          <a:ln/>
        </p:spPr>
        <p:txBody>
          <a:bodyPr wrap="square" lIns="0" tIns="0" rIns="0" bIns="0" rtlCol="0" anchor="ctr"/>
          <a:lstStyle/>
          <a:p>
            <a:pPr algn="ctr"/>
            <a:endParaRPr lang="en-US" sz="1733" dirty="0"/>
          </a:p>
        </p:txBody>
      </p:sp>
      <p:sp>
        <p:nvSpPr>
          <p:cNvPr id="8" name="Text 6"/>
          <p:cNvSpPr/>
          <p:nvPr/>
        </p:nvSpPr>
        <p:spPr>
          <a:xfrm>
            <a:off x="1073690" y="1864879"/>
            <a:ext cx="1060704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Complete the working core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073690" y="2191790"/>
            <a:ext cx="1060704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If Part 1 left anything unfinished — finish it. One function, one clean output.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073690" y="2733280"/>
            <a:ext cx="548640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Run the self-review prompt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073690" y="3034958"/>
            <a:ext cx="548640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Fix anything blocking. Note what is deferrable in the README.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706394" y="2678335"/>
            <a:ext cx="4998720" cy="689377"/>
          </a:xfrm>
          <a:prstGeom prst="roundRect">
            <a:avLst>
              <a:gd name="adj" fmla="val 9231"/>
            </a:avLst>
          </a:prstGeom>
          <a:solidFill>
            <a:srgbClr val="1E1E1E"/>
          </a:solidFill>
          <a:ln w="12700">
            <a:solidFill>
              <a:srgbClr val="1E1E1E"/>
            </a:solidFill>
            <a:prstDash val="solid"/>
          </a:ln>
        </p:spPr>
        <p:txBody>
          <a:bodyPr/>
          <a:lstStyle/>
          <a:p>
            <a:endParaRPr lang="en-US" sz="3200"/>
          </a:p>
        </p:txBody>
      </p:sp>
      <p:sp>
        <p:nvSpPr>
          <p:cNvPr id="15" name="Text 13"/>
          <p:cNvSpPr/>
          <p:nvPr/>
        </p:nvSpPr>
        <p:spPr>
          <a:xfrm>
            <a:off x="6889274" y="2678335"/>
            <a:ext cx="4754880" cy="689377"/>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a:t>
            </a:r>
            <a:r>
              <a:rPr lang="en-US" sz="1333" dirty="0" err="1">
                <a:solidFill>
                  <a:srgbClr val="00B050"/>
                </a:solidFill>
                <a:latin typeface="Courier New" pitchFamily="34" charset="0"/>
                <a:ea typeface="Courier New" pitchFamily="34" charset="-122"/>
                <a:cs typeface="Courier New" pitchFamily="34" charset="-120"/>
              </a:rPr>
              <a:t>claude</a:t>
            </a:r>
            <a:r>
              <a:rPr lang="en-US" sz="1333" dirty="0">
                <a:solidFill>
                  <a:srgbClr val="00B050"/>
                </a:solidFill>
                <a:latin typeface="Courier New" pitchFamily="34" charset="0"/>
                <a:ea typeface="Courier New" pitchFamily="34" charset="-122"/>
                <a:cs typeface="Courier New" pitchFamily="34" charset="-120"/>
              </a:rPr>
              <a:t> "Top 3 things most likely to fail in a live demo?"</a:t>
            </a:r>
            <a:endParaRPr lang="en-US" sz="1333" dirty="0">
              <a:solidFill>
                <a:srgbClr val="00B050"/>
              </a:solidFill>
            </a:endParaRPr>
          </a:p>
        </p:txBody>
      </p:sp>
      <p:sp>
        <p:nvSpPr>
          <p:cNvPr id="18" name="Text 16"/>
          <p:cNvSpPr/>
          <p:nvPr/>
        </p:nvSpPr>
        <p:spPr>
          <a:xfrm>
            <a:off x="1073690" y="3543268"/>
            <a:ext cx="548640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Generate and review your README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73690" y="3939935"/>
            <a:ext cx="548640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Run the README prompt. Fix any inaccuracies before saving the file.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6687987" y="3557772"/>
            <a:ext cx="4998720" cy="689377"/>
          </a:xfrm>
          <a:prstGeom prst="roundRect">
            <a:avLst>
              <a:gd name="adj" fmla="val 9231"/>
            </a:avLst>
          </a:prstGeom>
          <a:solidFill>
            <a:srgbClr val="1E1E1E"/>
          </a:solidFill>
          <a:ln w="12700">
            <a:solidFill>
              <a:srgbClr val="1E1E1E"/>
            </a:solidFill>
            <a:prstDash val="solid"/>
          </a:ln>
        </p:spPr>
        <p:txBody>
          <a:bodyPr/>
          <a:lstStyle/>
          <a:p>
            <a:endParaRPr lang="en-US" sz="3200"/>
          </a:p>
        </p:txBody>
      </p:sp>
      <p:sp>
        <p:nvSpPr>
          <p:cNvPr id="21" name="Text 19"/>
          <p:cNvSpPr/>
          <p:nvPr/>
        </p:nvSpPr>
        <p:spPr>
          <a:xfrm>
            <a:off x="6870867" y="3557772"/>
            <a:ext cx="4754880" cy="689377"/>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a:t>
            </a:r>
            <a:r>
              <a:rPr lang="en-US" sz="1333" dirty="0" err="1">
                <a:solidFill>
                  <a:srgbClr val="00B050"/>
                </a:solidFill>
                <a:latin typeface="Courier New" pitchFamily="34" charset="0"/>
                <a:ea typeface="Courier New" pitchFamily="34" charset="-122"/>
                <a:cs typeface="Courier New" pitchFamily="34" charset="-120"/>
              </a:rPr>
              <a:t>claude</a:t>
            </a:r>
            <a:r>
              <a:rPr lang="en-US" sz="1333" dirty="0">
                <a:solidFill>
                  <a:srgbClr val="00B050"/>
                </a:solidFill>
                <a:latin typeface="Courier New" pitchFamily="34" charset="0"/>
                <a:ea typeface="Courier New" pitchFamily="34" charset="-122"/>
                <a:cs typeface="Courier New" pitchFamily="34" charset="-120"/>
              </a:rPr>
              <a:t> "Write a </a:t>
            </a:r>
            <a:r>
              <a:rPr lang="en-US" sz="1333" dirty="0" err="1">
                <a:solidFill>
                  <a:srgbClr val="00B050"/>
                </a:solidFill>
                <a:latin typeface="Courier New" pitchFamily="34" charset="0"/>
                <a:ea typeface="Courier New" pitchFamily="34" charset="-122"/>
                <a:cs typeface="Courier New" pitchFamily="34" charset="-120"/>
              </a:rPr>
              <a:t>README.md</a:t>
            </a:r>
            <a:r>
              <a:rPr lang="en-US" sz="1333" dirty="0">
                <a:solidFill>
                  <a:srgbClr val="00B050"/>
                </a:solidFill>
                <a:latin typeface="Courier New" pitchFamily="34" charset="0"/>
                <a:ea typeface="Courier New" pitchFamily="34" charset="-122"/>
                <a:cs typeface="Courier New" pitchFamily="34" charset="-120"/>
              </a:rPr>
              <a:t> for this project..."</a:t>
            </a:r>
            <a:endParaRPr lang="en-US" sz="1333" dirty="0">
              <a:solidFill>
                <a:srgbClr val="00B050"/>
              </a:solidFill>
            </a:endParaRPr>
          </a:p>
        </p:txBody>
      </p:sp>
      <p:sp>
        <p:nvSpPr>
          <p:cNvPr id="24" name="Text 22"/>
          <p:cNvSpPr/>
          <p:nvPr/>
        </p:nvSpPr>
        <p:spPr>
          <a:xfrm>
            <a:off x="1073690" y="4468854"/>
            <a:ext cx="1060704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Add basic error handling</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073690" y="4795764"/>
            <a:ext cx="1060704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Apply the three error handling prompts to your most likely failure points.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073690" y="5326930"/>
            <a:ext cx="548640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Commit to Git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1073690" y="5713731"/>
            <a:ext cx="548640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Generate commit message · Stage files · Commit · You are done for Session 2.</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8"/>
          <p:cNvSpPr/>
          <p:nvPr/>
        </p:nvSpPr>
        <p:spPr>
          <a:xfrm>
            <a:off x="6706394" y="5350485"/>
            <a:ext cx="4998720" cy="689377"/>
          </a:xfrm>
          <a:prstGeom prst="roundRect">
            <a:avLst>
              <a:gd name="adj" fmla="val 9231"/>
            </a:avLst>
          </a:prstGeom>
          <a:solidFill>
            <a:srgbClr val="1E1E1E"/>
          </a:solidFill>
          <a:ln w="12700">
            <a:solidFill>
              <a:srgbClr val="1E1E1E"/>
            </a:solidFill>
            <a:prstDash val="solid"/>
          </a:ln>
        </p:spPr>
        <p:txBody>
          <a:bodyPr/>
          <a:lstStyle/>
          <a:p>
            <a:endParaRPr lang="en-US" sz="3200"/>
          </a:p>
        </p:txBody>
      </p:sp>
      <p:sp>
        <p:nvSpPr>
          <p:cNvPr id="31" name="Text 29"/>
          <p:cNvSpPr/>
          <p:nvPr/>
        </p:nvSpPr>
        <p:spPr>
          <a:xfrm>
            <a:off x="6889274" y="5350485"/>
            <a:ext cx="4754880" cy="689377"/>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git add . &amp;&amp; git commit -m "[message]"</a:t>
            </a:r>
            <a:endParaRPr lang="en-US" sz="1333" dirty="0">
              <a:solidFill>
                <a:srgbClr val="00B050"/>
              </a:solidFill>
            </a:endParaRPr>
          </a:p>
        </p:txBody>
      </p:sp>
      <p:sp>
        <p:nvSpPr>
          <p:cNvPr id="32" name="Shape 30"/>
          <p:cNvSpPr/>
          <p:nvPr/>
        </p:nvSpPr>
        <p:spPr>
          <a:xfrm>
            <a:off x="488474" y="6244792"/>
            <a:ext cx="11216640" cy="268224"/>
          </a:xfrm>
          <a:prstGeom prst="roundRect">
            <a:avLst>
              <a:gd name="adj" fmla="val 22727"/>
            </a:avLst>
          </a:prstGeom>
          <a:solidFill>
            <a:srgbClr val="E8F5E9"/>
          </a:solidFill>
          <a:ln w="10160">
            <a:noFill/>
            <a:prstDash val="solid"/>
          </a:ln>
        </p:spPr>
        <p:txBody>
          <a:bodyPr/>
          <a:lstStyle/>
          <a:p>
            <a:endParaRPr lang="en-US" sz="3200"/>
          </a:p>
        </p:txBody>
      </p:sp>
      <p:sp>
        <p:nvSpPr>
          <p:cNvPr id="33" name="Text 31"/>
          <p:cNvSpPr/>
          <p:nvPr/>
        </p:nvSpPr>
        <p:spPr>
          <a:xfrm>
            <a:off x="671354" y="6244792"/>
            <a:ext cx="10972800" cy="268224"/>
          </a:xfrm>
          <a:prstGeom prst="rect">
            <a:avLst/>
          </a:prstGeom>
          <a:noFill/>
          <a:ln/>
        </p:spPr>
        <p:txBody>
          <a:bodyPr wrap="square" lIns="0" tIns="0" rIns="0" bIns="0" rtlCol="0" anchor="ctr"/>
          <a:lstStyle/>
          <a:p>
            <a:r>
              <a:rPr lang="en-US" sz="1333" b="1" dirty="0">
                <a:solidFill>
                  <a:srgbClr val="00B050"/>
                </a:solidFill>
                <a:latin typeface="Calibri" pitchFamily="34" charset="0"/>
                <a:ea typeface="Calibri" pitchFamily="34" charset="-122"/>
                <a:cs typeface="Calibri" pitchFamily="34" charset="-120"/>
              </a:rPr>
              <a:t>✓  SUCCESS: PoC runs · Self-review done · README saved · Error handling added · Committed to Git</a:t>
            </a:r>
            <a:endParaRPr lang="en-US" sz="1333" dirty="0">
              <a:solidFill>
                <a:srgbClr val="00B050"/>
              </a:solidFill>
            </a:endParaRPr>
          </a:p>
        </p:txBody>
      </p:sp>
      <p:sp>
        <p:nvSpPr>
          <p:cNvPr id="41" name="Shape 0">
            <a:extLst>
              <a:ext uri="{FF2B5EF4-FFF2-40B4-BE49-F238E27FC236}">
                <a16:creationId xmlns:a16="http://schemas.microsoft.com/office/drawing/2014/main" id="{DC5F54EB-B14B-CAC9-C4A4-73FA77A86659}"/>
              </a:ext>
            </a:extLst>
          </p:cNvPr>
          <p:cNvSpPr/>
          <p:nvPr/>
        </p:nvSpPr>
        <p:spPr>
          <a:xfrm>
            <a:off x="9746940" y="1128488"/>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1">
            <a:extLst>
              <a:ext uri="{FF2B5EF4-FFF2-40B4-BE49-F238E27FC236}">
                <a16:creationId xmlns:a16="http://schemas.microsoft.com/office/drawing/2014/main" id="{6FAF151A-B2C3-B4FB-949D-0C9E8AD2EF0C}"/>
              </a:ext>
            </a:extLst>
          </p:cNvPr>
          <p:cNvSpPr/>
          <p:nvPr/>
        </p:nvSpPr>
        <p:spPr>
          <a:xfrm>
            <a:off x="9479502" y="1128488"/>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4">
            <a:extLst>
              <a:ext uri="{FF2B5EF4-FFF2-40B4-BE49-F238E27FC236}">
                <a16:creationId xmlns:a16="http://schemas.microsoft.com/office/drawing/2014/main" id="{E46AD535-70E1-0DAF-3A12-524715D9B48C}"/>
              </a:ext>
            </a:extLst>
          </p:cNvPr>
          <p:cNvSpPr/>
          <p:nvPr/>
        </p:nvSpPr>
        <p:spPr>
          <a:xfrm>
            <a:off x="506881" y="1959159"/>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5">
            <a:extLst>
              <a:ext uri="{FF2B5EF4-FFF2-40B4-BE49-F238E27FC236}">
                <a16:creationId xmlns:a16="http://schemas.microsoft.com/office/drawing/2014/main" id="{3612D1BF-AC61-14E4-9B07-F65AC8261C1F}"/>
              </a:ext>
            </a:extLst>
          </p:cNvPr>
          <p:cNvSpPr/>
          <p:nvPr/>
        </p:nvSpPr>
        <p:spPr>
          <a:xfrm>
            <a:off x="506881" y="1959159"/>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8">
            <a:extLst>
              <a:ext uri="{FF2B5EF4-FFF2-40B4-BE49-F238E27FC236}">
                <a16:creationId xmlns:a16="http://schemas.microsoft.com/office/drawing/2014/main" id="{DC1F7523-FEAB-4C10-B1EA-D4F852A4C89A}"/>
              </a:ext>
            </a:extLst>
          </p:cNvPr>
          <p:cNvSpPr/>
          <p:nvPr/>
        </p:nvSpPr>
        <p:spPr>
          <a:xfrm>
            <a:off x="506881" y="2806840"/>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9">
            <a:extLst>
              <a:ext uri="{FF2B5EF4-FFF2-40B4-BE49-F238E27FC236}">
                <a16:creationId xmlns:a16="http://schemas.microsoft.com/office/drawing/2014/main" id="{5391180D-B86C-337E-EFA0-1B67B0893399}"/>
              </a:ext>
            </a:extLst>
          </p:cNvPr>
          <p:cNvSpPr/>
          <p:nvPr/>
        </p:nvSpPr>
        <p:spPr>
          <a:xfrm>
            <a:off x="506881" y="2806840"/>
            <a:ext cx="438912" cy="438912"/>
          </a:xfrm>
          <a:prstGeom prst="rect">
            <a:avLst/>
          </a:prstGeom>
          <a:noFill/>
          <a:ln>
            <a:noFill/>
          </a:ln>
        </p:spPr>
        <p:txBody>
          <a:bodyPr wrap="square" lIns="0" tIns="0" rIns="0" bIns="0" rtlCol="0" anchor="ctr"/>
          <a:lstStyle/>
          <a:p>
            <a:pPr algn="ctr"/>
            <a:r>
              <a:rPr lang="en-US" sz="1733" b="1" dirty="0">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47" name="Shape 12">
            <a:extLst>
              <a:ext uri="{FF2B5EF4-FFF2-40B4-BE49-F238E27FC236}">
                <a16:creationId xmlns:a16="http://schemas.microsoft.com/office/drawing/2014/main" id="{32D865F3-3BB2-E3A9-91DC-777BC9D5227B}"/>
              </a:ext>
            </a:extLst>
          </p:cNvPr>
          <p:cNvSpPr/>
          <p:nvPr/>
        </p:nvSpPr>
        <p:spPr>
          <a:xfrm>
            <a:off x="506881" y="3671377"/>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13">
            <a:extLst>
              <a:ext uri="{FF2B5EF4-FFF2-40B4-BE49-F238E27FC236}">
                <a16:creationId xmlns:a16="http://schemas.microsoft.com/office/drawing/2014/main" id="{C618204F-B734-133E-B768-01FEC3C2024D}"/>
              </a:ext>
            </a:extLst>
          </p:cNvPr>
          <p:cNvSpPr/>
          <p:nvPr/>
        </p:nvSpPr>
        <p:spPr>
          <a:xfrm>
            <a:off x="506881" y="3671377"/>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9" name="Shape 18">
            <a:extLst>
              <a:ext uri="{FF2B5EF4-FFF2-40B4-BE49-F238E27FC236}">
                <a16:creationId xmlns:a16="http://schemas.microsoft.com/office/drawing/2014/main" id="{4A3E279F-CDCF-9700-5C4A-BA9D014B86DA}"/>
              </a:ext>
            </a:extLst>
          </p:cNvPr>
          <p:cNvSpPr/>
          <p:nvPr/>
        </p:nvSpPr>
        <p:spPr>
          <a:xfrm>
            <a:off x="506881" y="4553612"/>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0" name="Text 19">
            <a:extLst>
              <a:ext uri="{FF2B5EF4-FFF2-40B4-BE49-F238E27FC236}">
                <a16:creationId xmlns:a16="http://schemas.microsoft.com/office/drawing/2014/main" id="{3B988878-A984-0AB7-115D-FB514F3534F8}"/>
              </a:ext>
            </a:extLst>
          </p:cNvPr>
          <p:cNvSpPr/>
          <p:nvPr/>
        </p:nvSpPr>
        <p:spPr>
          <a:xfrm>
            <a:off x="506881" y="4553612"/>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51" name="Shape 22">
            <a:extLst>
              <a:ext uri="{FF2B5EF4-FFF2-40B4-BE49-F238E27FC236}">
                <a16:creationId xmlns:a16="http://schemas.microsoft.com/office/drawing/2014/main" id="{95EA8165-1366-CC0E-7953-BEA2C18AE6EC}"/>
              </a:ext>
            </a:extLst>
          </p:cNvPr>
          <p:cNvSpPr/>
          <p:nvPr/>
        </p:nvSpPr>
        <p:spPr>
          <a:xfrm>
            <a:off x="506881" y="5356444"/>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23">
            <a:extLst>
              <a:ext uri="{FF2B5EF4-FFF2-40B4-BE49-F238E27FC236}">
                <a16:creationId xmlns:a16="http://schemas.microsoft.com/office/drawing/2014/main" id="{CBB74206-19BE-E380-32F5-E5BDC08DE4F3}"/>
              </a:ext>
            </a:extLst>
          </p:cNvPr>
          <p:cNvSpPr/>
          <p:nvPr/>
        </p:nvSpPr>
        <p:spPr>
          <a:xfrm>
            <a:off x="506881" y="5356444"/>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0" name="Shape 0">
            <a:extLst>
              <a:ext uri="{FF2B5EF4-FFF2-40B4-BE49-F238E27FC236}">
                <a16:creationId xmlns:a16="http://schemas.microsoft.com/office/drawing/2014/main" id="{BB5077B4-0799-82DD-74A3-BC0A63FC9D97}"/>
              </a:ext>
            </a:extLst>
          </p:cNvPr>
          <p:cNvSpPr/>
          <p:nvPr/>
        </p:nvSpPr>
        <p:spPr>
          <a:xfrm>
            <a:off x="9754989" y="22348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487551" y="223480"/>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SHARE-OUT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488474" y="268224"/>
            <a:ext cx="902208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60-Second Demo</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One or two volunteers. 60 seconds each. Show it running — not on slides.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488474" y="1341120"/>
            <a:ext cx="11216640" cy="487680"/>
          </a:xfrm>
          <a:prstGeom prst="roundRect">
            <a:avLst>
              <a:gd name="adj" fmla="val 15000"/>
            </a:avLst>
          </a:prstGeom>
          <a:solidFill>
            <a:schemeClr val="accent5">
              <a:lumMod val="20000"/>
              <a:lumOff val="80000"/>
            </a:schemeClr>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71354" y="1341120"/>
            <a:ext cx="10972800" cy="487680"/>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COVER THREE THINGS IN 60 SECONDS</a:t>
            </a:r>
          </a:p>
        </p:txBody>
      </p:sp>
      <p:sp>
        <p:nvSpPr>
          <p:cNvPr id="8" name="Shape 6"/>
          <p:cNvSpPr/>
          <p:nvPr/>
        </p:nvSpPr>
        <p:spPr>
          <a:xfrm>
            <a:off x="488474" y="2011680"/>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71354" y="2328672"/>
            <a:ext cx="438912" cy="43891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71354" y="2328672"/>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280954" y="2133600"/>
            <a:ext cx="9997440" cy="438912"/>
          </a:xfrm>
          <a:prstGeom prst="rect">
            <a:avLst/>
          </a:prstGeom>
          <a:noFill/>
          <a:ln/>
        </p:spPr>
        <p:txBody>
          <a:bodyPr wrap="square" lIns="0" tIns="0" rIns="0" bIns="0" rtlCol="0" anchor="ctr"/>
          <a:lstStyle/>
          <a:p>
            <a:r>
              <a:rPr lang="en-US" sz="2000" b="1" dirty="0">
                <a:latin typeface="Open Sans" panose="020B0606030504020204" pitchFamily="34" charset="0"/>
                <a:ea typeface="Open Sans" panose="020B0606030504020204" pitchFamily="34" charset="0"/>
                <a:cs typeface="Open Sans" panose="020B0606030504020204" pitchFamily="34" charset="0"/>
              </a:rPr>
              <a:t>What question does your PoC answer?</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280954" y="2621280"/>
            <a:ext cx="99974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One sentence. The problem it was built to solve.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488474" y="3328416"/>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71354" y="3645408"/>
            <a:ext cx="438912" cy="43891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71354" y="3645408"/>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280954" y="3450336"/>
            <a:ext cx="9997440" cy="438912"/>
          </a:xfrm>
          <a:prstGeom prst="rect">
            <a:avLst/>
          </a:prstGeom>
          <a:noFill/>
          <a:ln/>
        </p:spPr>
        <p:txBody>
          <a:bodyPr wrap="square" lIns="0" tIns="0" rIns="0" bIns="0" rtlCol="0" anchor="ctr"/>
          <a:lstStyle/>
          <a:p>
            <a:r>
              <a:rPr lang="en-US" sz="2000" b="1">
                <a:latin typeface="Open Sans" panose="020B0606030504020204" pitchFamily="34" charset="0"/>
                <a:ea typeface="Open Sans" panose="020B0606030504020204" pitchFamily="34" charset="0"/>
                <a:cs typeface="Open Sans" panose="020B0606030504020204" pitchFamily="34" charset="0"/>
              </a:rPr>
              <a:t>Show it running.</a:t>
            </a:r>
            <a:endParaRPr lang="en-US" sz="20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280954" y="3938016"/>
            <a:ext cx="9997440" cy="34137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Execute it live. Real output. Not a screenshot or a description.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6"/>
          <p:cNvSpPr/>
          <p:nvPr/>
        </p:nvSpPr>
        <p:spPr>
          <a:xfrm>
            <a:off x="488474" y="4645152"/>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671354" y="4962144"/>
            <a:ext cx="438912" cy="43891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671354" y="4962144"/>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1280954" y="4767072"/>
            <a:ext cx="9997440" cy="438912"/>
          </a:xfrm>
          <a:prstGeom prst="rect">
            <a:avLst/>
          </a:prstGeom>
          <a:noFill/>
          <a:ln/>
        </p:spPr>
        <p:txBody>
          <a:bodyPr wrap="square" lIns="0" tIns="0" rIns="0" bIns="0" rtlCol="0" anchor="ctr"/>
          <a:lstStyle/>
          <a:p>
            <a:r>
              <a:rPr lang="en-US" sz="2000" b="1">
                <a:latin typeface="Open Sans" panose="020B0606030504020204" pitchFamily="34" charset="0"/>
                <a:ea typeface="Open Sans" panose="020B0606030504020204" pitchFamily="34" charset="0"/>
                <a:cs typeface="Open Sans" panose="020B0606030504020204" pitchFamily="34" charset="0"/>
              </a:rPr>
              <a:t>What would you change with another 30 minutes?</a:t>
            </a:r>
            <a:endParaRPr lang="en-US" sz="2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280954" y="5254752"/>
            <a:ext cx="99974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The most important gap you are aware of.</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488474" y="5961888"/>
            <a:ext cx="11216640" cy="304800"/>
          </a:xfrm>
          <a:prstGeom prst="rect">
            <a:avLst/>
          </a:prstGeom>
          <a:noFill/>
          <a:ln/>
        </p:spPr>
        <p:txBody>
          <a:bodyPr wrap="square" lIns="0" tIns="0" rIns="0" bIns="0" rtlCol="0" anchor="ctr"/>
          <a:lstStyle/>
          <a:p>
            <a:pPr algn="ct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Everyone else: note one thing you would borrow from what you just saw.</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 You Now Have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488474" y="1158240"/>
            <a:ext cx="3621024" cy="512064"/>
          </a:xfrm>
          <a:prstGeom prst="roundRect">
            <a:avLst>
              <a:gd name="adj" fmla="val 14286"/>
            </a:avLst>
          </a:prstGeom>
          <a:solidFill>
            <a:schemeClr val="accent2"/>
          </a:solidFill>
          <a:ln w="12700">
            <a:noFill/>
            <a:prstDash val="solid"/>
          </a:ln>
        </p:spPr>
        <p:txBody>
          <a:bodyPr/>
          <a:lstStyle/>
          <a:p>
            <a:endParaRPr lang="en-US" sz="3200"/>
          </a:p>
        </p:txBody>
      </p:sp>
      <p:sp>
        <p:nvSpPr>
          <p:cNvPr id="4" name="Text 2"/>
          <p:cNvSpPr/>
          <p:nvPr/>
        </p:nvSpPr>
        <p:spPr>
          <a:xfrm>
            <a:off x="488474" y="1158240"/>
            <a:ext cx="3621024" cy="512064"/>
          </a:xfrm>
          <a:prstGeom prst="rect">
            <a:avLst/>
          </a:prstGeom>
          <a:noFill/>
          <a:ln/>
        </p:spPr>
        <p:txBody>
          <a:bodyPr wrap="square" lIns="0" tIns="0" rIns="0" bIns="0" rtlCol="0" anchor="ctr"/>
          <a:lstStyle/>
          <a:p>
            <a:pPr algn="ctr"/>
            <a:r>
              <a:rPr lang="en-US" sz="14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SCOPED &amp; BRIEFED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488474" y="1670305"/>
            <a:ext cx="3621024" cy="3538671"/>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6" name="Text 4"/>
          <p:cNvSpPr/>
          <p:nvPr/>
        </p:nvSpPr>
        <p:spPr>
          <a:xfrm>
            <a:off x="634778" y="1828800"/>
            <a:ext cx="3328416" cy="950976"/>
          </a:xfrm>
          <a:prstGeom prst="rect">
            <a:avLst/>
          </a:prstGeom>
          <a:noFill/>
          <a:ln/>
        </p:spPr>
        <p:txBody>
          <a:bodyPr wrap="square" lIns="0" tIns="0" rIns="0" bIns="0" rtlCol="0" anchor="t"/>
          <a:lstStyle/>
          <a:p>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PoC brief: one journey, one integration, one testable outcome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34778" y="2950464"/>
            <a:ext cx="3328416" cy="950976"/>
          </a:xfrm>
          <a:prstGeom prst="rect">
            <a:avLst/>
          </a:prstGeom>
          <a:noFill/>
          <a:ln/>
        </p:spPr>
        <p:txBody>
          <a:bodyPr wrap="square" lIns="0" tIns="0" rIns="0" bIns="0" rtlCol="0" anchor="t"/>
          <a:lstStyle/>
          <a:p>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Scope test passed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34778" y="4072128"/>
            <a:ext cx="3328416" cy="950976"/>
          </a:xfrm>
          <a:prstGeom prst="rect">
            <a:avLst/>
          </a:prstGeom>
          <a:noFill/>
          <a:ln/>
        </p:spPr>
        <p:txBody>
          <a:bodyPr wrap="square" lIns="0" tIns="0" rIns="0" bIns="0" rtlCol="0" anchor="t"/>
          <a:lstStyle/>
          <a:p>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CLAUDE.md</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 created and verified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4292378" y="1158240"/>
            <a:ext cx="3621024" cy="512064"/>
          </a:xfrm>
          <a:prstGeom prst="roundRect">
            <a:avLst>
              <a:gd name="adj" fmla="val 14286"/>
            </a:avLst>
          </a:prstGeom>
          <a:solidFill>
            <a:schemeClr val="accent1"/>
          </a:solidFill>
          <a:ln w="12700">
            <a:noFill/>
            <a:prstDash val="solid"/>
          </a:ln>
        </p:spPr>
        <p:txBody>
          <a:bodyPr/>
          <a:lstStyle/>
          <a:p>
            <a:endParaRPr lang="en-US" sz="3200"/>
          </a:p>
        </p:txBody>
      </p:sp>
      <p:sp>
        <p:nvSpPr>
          <p:cNvPr id="10" name="Text 8"/>
          <p:cNvSpPr/>
          <p:nvPr/>
        </p:nvSpPr>
        <p:spPr>
          <a:xfrm>
            <a:off x="4292378" y="1158240"/>
            <a:ext cx="3621024" cy="512064"/>
          </a:xfrm>
          <a:prstGeom prst="rect">
            <a:avLst/>
          </a:prstGeom>
          <a:noFill/>
          <a:ln/>
        </p:spPr>
        <p:txBody>
          <a:bodyPr wrap="square" lIns="0" tIns="0" rIns="0" bIns="0" rtlCol="0" anchor="ctr"/>
          <a:lstStyle/>
          <a:p>
            <a:pPr algn="ctr"/>
            <a:r>
              <a:rPr lang="en-US" sz="14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BUILT &amp; RUNNING</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292378" y="1670305"/>
            <a:ext cx="3621024" cy="3538671"/>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12" name="Text 10"/>
          <p:cNvSpPr/>
          <p:nvPr/>
        </p:nvSpPr>
        <p:spPr>
          <a:xfrm>
            <a:off x="4438682" y="1828800"/>
            <a:ext cx="3328416" cy="950976"/>
          </a:xfrm>
          <a:prstGeom prst="rect">
            <a:avLst/>
          </a:prstGeom>
          <a:noFill/>
          <a:ln/>
        </p:spPr>
        <p:txBody>
          <a:bodyPr wrap="square" lIns="0" tIns="0" rIns="0" bIns="0" rtlCol="0" anchor="t"/>
          <a:lstStyle/>
          <a:p>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E8972A"/>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Working PoC — core logic runs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438682" y="2950464"/>
            <a:ext cx="3328416" cy="950976"/>
          </a:xfrm>
          <a:prstGeom prst="rect">
            <a:avLst/>
          </a:prstGeom>
          <a:noFill/>
          <a:ln/>
        </p:spPr>
        <p:txBody>
          <a:bodyPr wrap="square" lIns="0" tIns="0" rIns="0" bIns="0" rtlCol="0" anchor="t"/>
          <a:lstStyle/>
          <a:p>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Build loop applied: prompt → run → fix → repeat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38682" y="4072128"/>
            <a:ext cx="3328416" cy="950976"/>
          </a:xfrm>
          <a:prstGeom prst="rect">
            <a:avLst/>
          </a:prstGeom>
          <a:noFill/>
          <a:ln/>
        </p:spPr>
        <p:txBody>
          <a:bodyPr wrap="square" lIns="0" tIns="0" rIns="0" bIns="0" rtlCol="0" anchor="t"/>
          <a:lstStyle/>
          <a:p>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Self-review prompt run — blocking risks addressed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8096282" y="1158240"/>
            <a:ext cx="3621024" cy="512064"/>
          </a:xfrm>
          <a:prstGeom prst="roundRect">
            <a:avLst>
              <a:gd name="adj" fmla="val 14286"/>
            </a:avLst>
          </a:prstGeom>
          <a:solidFill>
            <a:srgbClr val="00B050"/>
          </a:solidFill>
          <a:ln w="12700">
            <a:noFill/>
            <a:prstDash val="solid"/>
          </a:ln>
        </p:spPr>
        <p:txBody>
          <a:bodyPr/>
          <a:lstStyle/>
          <a:p>
            <a:endParaRPr lang="en-US" sz="3200"/>
          </a:p>
        </p:txBody>
      </p:sp>
      <p:sp>
        <p:nvSpPr>
          <p:cNvPr id="16" name="Text 14"/>
          <p:cNvSpPr/>
          <p:nvPr/>
        </p:nvSpPr>
        <p:spPr>
          <a:xfrm>
            <a:off x="8096282" y="1158240"/>
            <a:ext cx="3621024" cy="512064"/>
          </a:xfrm>
          <a:prstGeom prst="rect">
            <a:avLst/>
          </a:prstGeom>
          <a:noFill/>
          <a:ln/>
        </p:spPr>
        <p:txBody>
          <a:bodyPr wrap="square" lIns="0" tIns="0" rIns="0" bIns="0" rtlCol="0" anchor="ctr"/>
          <a:lstStyle/>
          <a:p>
            <a:pPr algn="ct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DOCUMENTED &amp; COMMITTED</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8096282" y="1670305"/>
            <a:ext cx="3621024" cy="3538671"/>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18" name="Text 16"/>
          <p:cNvSpPr/>
          <p:nvPr/>
        </p:nvSpPr>
        <p:spPr>
          <a:xfrm>
            <a:off x="8242586" y="1828800"/>
            <a:ext cx="3328416" cy="950976"/>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README generated and reviewed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242586" y="2950464"/>
            <a:ext cx="3328416" cy="950976"/>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Basic error handling added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8242586" y="4072128"/>
            <a:ext cx="3328416" cy="950976"/>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Committed to Git with a descriptive message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488474" y="5486400"/>
            <a:ext cx="11216640" cy="79248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22" name="Text 20"/>
          <p:cNvSpPr/>
          <p:nvPr/>
        </p:nvSpPr>
        <p:spPr>
          <a:xfrm>
            <a:off x="671354" y="5486400"/>
            <a:ext cx="10972800" cy="792480"/>
          </a:xfrm>
          <a:prstGeom prst="rect">
            <a:avLst/>
          </a:prstGeom>
          <a:noFill/>
          <a:ln/>
        </p:spPr>
        <p:txBody>
          <a:bodyPr wrap="square" lIns="0" tIns="0" rIns="0" bIns="0" rtlCol="0" anchor="ctr"/>
          <a:lstStyle/>
          <a:p>
            <a:pPr algn="ctr"/>
            <a:r>
              <a:rPr lang="en-US" sz="1800" dirty="0">
                <a:solidFill>
                  <a:srgbClr val="2D2D2D"/>
                </a:solidFill>
                <a:latin typeface="Open Sans" panose="020B0606030504020204" pitchFamily="34" charset="0"/>
                <a:ea typeface="Open Sans" panose="020B0606030504020204" pitchFamily="34" charset="0"/>
                <a:cs typeface="Open Sans" panose="020B0606030504020204" pitchFamily="34" charset="0"/>
              </a:rPr>
              <a:t>This PoC continues in Sessions 3 and 4. Keep it open — you will build on it.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What's Next — Session 3</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Debug, Review &amp; Improve Your Code  ·  Same PoC. New layer.</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408176"/>
            <a:ext cx="11216640" cy="1365504"/>
          </a:xfrm>
          <a:prstGeom prst="roundRect">
            <a:avLst>
              <a:gd name="adj" fmla="val 7143"/>
            </a:avLst>
          </a:prstGeom>
          <a:solidFill>
            <a:srgbClr val="FFEBEE"/>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sz="3200"/>
          </a:p>
        </p:txBody>
      </p:sp>
      <p:sp>
        <p:nvSpPr>
          <p:cNvPr id="5" name="Shape 3"/>
          <p:cNvSpPr/>
          <p:nvPr/>
        </p:nvSpPr>
        <p:spPr>
          <a:xfrm>
            <a:off x="671354" y="1822704"/>
            <a:ext cx="633984" cy="487680"/>
          </a:xfrm>
          <a:prstGeom prst="roundRect">
            <a:avLst>
              <a:gd name="adj" fmla="val 12500"/>
            </a:avLst>
          </a:prstGeom>
          <a:solidFill>
            <a:schemeClr val="accent3"/>
          </a:solidFill>
          <a:ln w="12700">
            <a:noFill/>
            <a:prstDash val="solid"/>
          </a:ln>
        </p:spPr>
        <p:txBody>
          <a:bodyPr/>
          <a:lstStyle/>
          <a:p>
            <a:endParaRPr lang="en-US" sz="3200"/>
          </a:p>
        </p:txBody>
      </p:sp>
      <p:sp>
        <p:nvSpPr>
          <p:cNvPr id="6" name="Text 4"/>
          <p:cNvSpPr/>
          <p:nvPr/>
        </p:nvSpPr>
        <p:spPr>
          <a:xfrm>
            <a:off x="671354" y="1822704"/>
            <a:ext cx="633984" cy="487680"/>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01</a:t>
            </a:r>
            <a:endParaRPr lang="en-US" sz="1600"/>
          </a:p>
        </p:txBody>
      </p:sp>
      <p:sp>
        <p:nvSpPr>
          <p:cNvPr id="7" name="Text 5"/>
          <p:cNvSpPr/>
          <p:nvPr/>
        </p:nvSpPr>
        <p:spPr>
          <a:xfrm>
            <a:off x="1488218" y="1530096"/>
            <a:ext cx="9875520" cy="463296"/>
          </a:xfrm>
          <a:prstGeom prst="rect">
            <a:avLst/>
          </a:prstGeom>
          <a:noFill/>
          <a:ln/>
        </p:spPr>
        <p:txBody>
          <a:bodyPr wrap="square" lIns="0" tIns="0" rIns="0" bIns="0" rtlCol="0" anchor="ctr"/>
          <a:lstStyle/>
          <a:p>
            <a:r>
              <a:rPr lang="en-US" sz="20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AI-Assisted Debugging</a:t>
            </a:r>
            <a:endParaRPr lang="en-US" sz="20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488218" y="2078736"/>
            <a:ext cx="9875520" cy="536448"/>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Apply the 5-step debug framework. Read stack traces with Claude as co-pilot. Find and fix the failures before they reach a stakeholder.</a:t>
            </a:r>
          </a:p>
        </p:txBody>
      </p:sp>
      <p:sp>
        <p:nvSpPr>
          <p:cNvPr id="9" name="Shape 7"/>
          <p:cNvSpPr/>
          <p:nvPr/>
        </p:nvSpPr>
        <p:spPr>
          <a:xfrm>
            <a:off x="488474" y="2968752"/>
            <a:ext cx="11216640" cy="1365504"/>
          </a:xfrm>
          <a:prstGeom prst="roundRect">
            <a:avLst>
              <a:gd name="adj" fmla="val 7143"/>
            </a:avLst>
          </a:prstGeom>
          <a:solidFill>
            <a:srgbClr val="E3F2FD"/>
          </a:solidFill>
          <a:ln w="15240">
            <a:solidFill>
              <a:schemeClr val="accent2"/>
            </a:solidFill>
            <a:prstDash val="solid"/>
          </a:ln>
          <a:effectLst>
            <a:outerShdw blurRad="63500" dist="25400" dir="2700000" algn="bl" rotWithShape="0">
              <a:srgbClr val="000000">
                <a:alpha val="11000"/>
              </a:srgbClr>
            </a:outerShdw>
          </a:effectLst>
        </p:spPr>
        <p:txBody>
          <a:bodyPr/>
          <a:lstStyle/>
          <a:p>
            <a:endParaRPr lang="en-US" sz="3200"/>
          </a:p>
        </p:txBody>
      </p:sp>
      <p:sp>
        <p:nvSpPr>
          <p:cNvPr id="10" name="Shape 8"/>
          <p:cNvSpPr/>
          <p:nvPr/>
        </p:nvSpPr>
        <p:spPr>
          <a:xfrm>
            <a:off x="671354" y="3383280"/>
            <a:ext cx="633984" cy="487680"/>
          </a:xfrm>
          <a:prstGeom prst="roundRect">
            <a:avLst>
              <a:gd name="adj" fmla="val 12500"/>
            </a:avLst>
          </a:prstGeom>
          <a:solidFill>
            <a:schemeClr val="accent2"/>
          </a:solidFill>
          <a:ln w="12700">
            <a:noFill/>
            <a:prstDash val="solid"/>
          </a:ln>
        </p:spPr>
        <p:txBody>
          <a:bodyPr/>
          <a:lstStyle/>
          <a:p>
            <a:endParaRPr lang="en-US" sz="3200"/>
          </a:p>
        </p:txBody>
      </p:sp>
      <p:sp>
        <p:nvSpPr>
          <p:cNvPr id="11" name="Text 9"/>
          <p:cNvSpPr/>
          <p:nvPr/>
        </p:nvSpPr>
        <p:spPr>
          <a:xfrm>
            <a:off x="671354" y="3383280"/>
            <a:ext cx="633984" cy="487680"/>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02</a:t>
            </a:r>
            <a:endParaRPr lang="en-US" sz="1600"/>
          </a:p>
        </p:txBody>
      </p:sp>
      <p:sp>
        <p:nvSpPr>
          <p:cNvPr id="12" name="Text 10"/>
          <p:cNvSpPr/>
          <p:nvPr/>
        </p:nvSpPr>
        <p:spPr>
          <a:xfrm>
            <a:off x="1488218" y="3090672"/>
            <a:ext cx="9875520" cy="463296"/>
          </a:xfrm>
          <a:prstGeom prst="rect">
            <a:avLst/>
          </a:prstGeom>
          <a:noFill/>
          <a:ln/>
        </p:spPr>
        <p:txBody>
          <a:bodyPr wrap="square" lIns="0" tIns="0" rIns="0" bIns="0" rtlCol="0" anchor="ctr"/>
          <a:lstStyle/>
          <a:p>
            <a:r>
              <a:rPr lang="en-US" sz="20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AI-Assisted Code Review</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488218" y="3639312"/>
            <a:ext cx="9875520" cy="536448"/>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Run a structured review prompt on your own PoC. Identify severity-ranked issues. Apply the fixes. Re-run the review to confirm.</a:t>
            </a:r>
          </a:p>
        </p:txBody>
      </p:sp>
      <p:sp>
        <p:nvSpPr>
          <p:cNvPr id="14" name="Shape 12"/>
          <p:cNvSpPr/>
          <p:nvPr/>
        </p:nvSpPr>
        <p:spPr>
          <a:xfrm>
            <a:off x="488474" y="4529328"/>
            <a:ext cx="11216640" cy="1365504"/>
          </a:xfrm>
          <a:prstGeom prst="roundRect">
            <a:avLst>
              <a:gd name="adj" fmla="val 7143"/>
            </a:avLst>
          </a:prstGeom>
          <a:solidFill>
            <a:schemeClr val="accent6">
              <a:lumMod val="20000"/>
              <a:lumOff val="80000"/>
            </a:schemeClr>
          </a:solidFill>
          <a:ln w="15240">
            <a:solidFill>
              <a:schemeClr val="accent1"/>
            </a:solidFill>
            <a:prstDash val="solid"/>
          </a:ln>
          <a:effectLst>
            <a:outerShdw blurRad="63500" dist="25400" dir="2700000" algn="bl" rotWithShape="0">
              <a:srgbClr val="000000">
                <a:alpha val="11000"/>
              </a:srgbClr>
            </a:outerShdw>
          </a:effectLst>
        </p:spPr>
        <p:txBody>
          <a:bodyPr/>
          <a:lstStyle/>
          <a:p>
            <a:endParaRPr lang="en-US" sz="3200"/>
          </a:p>
        </p:txBody>
      </p:sp>
      <p:sp>
        <p:nvSpPr>
          <p:cNvPr id="15" name="Shape 13"/>
          <p:cNvSpPr/>
          <p:nvPr/>
        </p:nvSpPr>
        <p:spPr>
          <a:xfrm>
            <a:off x="671354" y="4943856"/>
            <a:ext cx="633984" cy="487680"/>
          </a:xfrm>
          <a:prstGeom prst="roundRect">
            <a:avLst>
              <a:gd name="adj" fmla="val 12500"/>
            </a:avLst>
          </a:prstGeom>
          <a:solidFill>
            <a:schemeClr val="accent1"/>
          </a:solidFill>
          <a:ln w="12700">
            <a:noFill/>
            <a:prstDash val="solid"/>
          </a:ln>
        </p:spPr>
        <p:txBody>
          <a:bodyPr/>
          <a:lstStyle/>
          <a:p>
            <a:endParaRPr lang="en-US" sz="3200"/>
          </a:p>
        </p:txBody>
      </p:sp>
      <p:sp>
        <p:nvSpPr>
          <p:cNvPr id="16" name="Text 14"/>
          <p:cNvSpPr/>
          <p:nvPr/>
        </p:nvSpPr>
        <p:spPr>
          <a:xfrm>
            <a:off x="671354" y="4943856"/>
            <a:ext cx="633984" cy="487680"/>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03</a:t>
            </a:r>
            <a:endParaRPr lang="en-US" sz="1600"/>
          </a:p>
        </p:txBody>
      </p:sp>
      <p:sp>
        <p:nvSpPr>
          <p:cNvPr id="17" name="Text 15"/>
          <p:cNvSpPr/>
          <p:nvPr/>
        </p:nvSpPr>
        <p:spPr>
          <a:xfrm>
            <a:off x="1488218" y="4651248"/>
            <a:ext cx="9875520" cy="463296"/>
          </a:xfrm>
          <a:prstGeom prst="rect">
            <a:avLst/>
          </a:prstGeom>
          <a:noFill/>
          <a:ln/>
        </p:spPr>
        <p:txBody>
          <a:bodyPr wrap="square" lIns="0" tIns="0" rIns="0" bIns="0" rtlCol="0" anchor="ctr"/>
          <a:lstStyle/>
          <a:p>
            <a:r>
              <a:rPr lang="en-US"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Development Workflows</a:t>
            </a:r>
            <a:endParaRPr lang="en-US" sz="20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1488218" y="5199888"/>
            <a:ext cx="9875520" cy="536448"/>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Commit clean work to Git with Claude-generated messages. Produce a one-page technical overview your engineering team can act on.</a:t>
            </a:r>
          </a:p>
        </p:txBody>
      </p:sp>
      <p:sp>
        <p:nvSpPr>
          <p:cNvPr id="19" name="Text 17"/>
          <p:cNvSpPr/>
          <p:nvPr/>
        </p:nvSpPr>
        <p:spPr>
          <a:xfrm>
            <a:off x="488474" y="6071616"/>
            <a:ext cx="11216640" cy="304800"/>
          </a:xfrm>
          <a:prstGeom prst="rect">
            <a:avLst/>
          </a:prstGeom>
          <a:noFill/>
          <a:ln/>
        </p:spPr>
        <p:txBody>
          <a:bodyPr wrap="square" lIns="0" tIns="0" rIns="0" bIns="0" rtlCol="0" anchor="ctr"/>
          <a:lstStyle/>
          <a:p>
            <a:pPr algn="ct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Bring: your committed PoC · your Git branch · your prompt log from today.</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D54F620F-314B-1916-7B44-8496EA0EDDF1}"/>
              </a:ext>
            </a:extLst>
          </p:cNvPr>
          <p:cNvSpPr/>
          <p:nvPr/>
        </p:nvSpPr>
        <p:spPr>
          <a:xfrm>
            <a:off x="4216236" y="1905000"/>
            <a:ext cx="3761117" cy="3048000"/>
          </a:xfrm>
          <a:prstGeom prst="rect">
            <a:avLst/>
          </a:prstGeom>
          <a:noFill/>
          <a:ln/>
        </p:spPr>
        <p:txBody>
          <a:bodyPr wrap="square" lIns="0" tIns="0" rIns="0" bIns="0" rtlCol="0" anchor="ctr"/>
          <a:lstStyle/>
          <a:p>
            <a:pPr algn="ctr"/>
            <a:r>
              <a:rPr lang="en-US" sz="10600" b="1" dirty="0">
                <a:solidFill>
                  <a:srgbClr val="383838"/>
                </a:solidFill>
                <a:latin typeface="Open Sans" pitchFamily="34" charset="0"/>
                <a:ea typeface="Open Sans" pitchFamily="34" charset="-122"/>
                <a:cs typeface="Open Sans" pitchFamily="34" charset="-120"/>
              </a:rPr>
              <a:t>Q&amp;A</a:t>
            </a:r>
            <a:endParaRPr lang="en-US" sz="10600" dirty="0"/>
          </a:p>
        </p:txBody>
      </p:sp>
      <p:sp>
        <p:nvSpPr>
          <p:cNvPr id="2" name="Shape 4">
            <a:extLst>
              <a:ext uri="{FF2B5EF4-FFF2-40B4-BE49-F238E27FC236}">
                <a16:creationId xmlns:a16="http://schemas.microsoft.com/office/drawing/2014/main" id="{D055150B-8319-C9EE-5D81-71FFF8C7A9AA}"/>
              </a:ext>
            </a:extLst>
          </p:cNvPr>
          <p:cNvSpPr/>
          <p:nvPr/>
        </p:nvSpPr>
        <p:spPr>
          <a:xfrm>
            <a:off x="5609114" y="4333325"/>
            <a:ext cx="975360" cy="97536"/>
          </a:xfrm>
          <a:prstGeom prst="rect">
            <a:avLst/>
          </a:prstGeom>
          <a:solidFill>
            <a:srgbClr val="FDB71A"/>
          </a:solidFill>
          <a:ln/>
        </p:spPr>
        <p:txBody>
          <a:bodyPr/>
          <a:lstStyle/>
          <a:p>
            <a:endParaRPr lang="en-US" sz="3200"/>
          </a:p>
        </p:txBody>
      </p:sp>
    </p:spTree>
    <p:extLst>
      <p:ext uri="{BB962C8B-B14F-4D97-AF65-F5344CB8AC3E}">
        <p14:creationId xmlns:p14="http://schemas.microsoft.com/office/powerpoint/2010/main" val="146924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706591"/>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What is the correct ORDER for adding a feature to an existing telecom billing service?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6114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59162" y="17440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40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98074" y="16114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/plan → implement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/diff</a:t>
            </a:r>
          </a:p>
        </p:txBody>
      </p:sp>
      <p:sp>
        <p:nvSpPr>
          <p:cNvPr id="12" name="Shape 10"/>
          <p:cNvSpPr/>
          <p:nvPr/>
        </p:nvSpPr>
        <p:spPr>
          <a:xfrm>
            <a:off x="457994" y="2297216"/>
            <a:ext cx="11274552" cy="557784"/>
          </a:xfrm>
          <a:prstGeom prst="roundRect">
            <a:avLst>
              <a:gd name="adj" fmla="val 9836"/>
            </a:avLst>
          </a:prstGeom>
          <a:solidFill>
            <a:srgbClr val="F5F5F5"/>
          </a:solidFill>
          <a:ln w="1905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659162" y="2429804"/>
            <a:ext cx="292608" cy="292608"/>
          </a:xfrm>
          <a:prstGeom prst="ellipse">
            <a:avLst/>
          </a:prstGeom>
          <a:solidFill>
            <a:srgbClr val="C3C4C3"/>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9162" y="2429804"/>
            <a:ext cx="292608" cy="292608"/>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1098074" y="22972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/memory → /plan → implement → /diff → /code-review</a:t>
            </a:r>
          </a:p>
        </p:txBody>
      </p:sp>
      <p:sp>
        <p:nvSpPr>
          <p:cNvPr id="16" name="Shape 14"/>
          <p:cNvSpPr/>
          <p:nvPr/>
        </p:nvSpPr>
        <p:spPr>
          <a:xfrm>
            <a:off x="457994" y="29830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659162" y="31156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59162" y="31156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98074" y="2983016"/>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implement → /code-review → /init → /plan</a:t>
            </a:r>
          </a:p>
        </p:txBody>
      </p:sp>
      <p:sp>
        <p:nvSpPr>
          <p:cNvPr id="20" name="Shape 18"/>
          <p:cNvSpPr/>
          <p:nvPr/>
        </p:nvSpPr>
        <p:spPr>
          <a:xfrm>
            <a:off x="457994" y="36688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59162" y="38014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8014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98074" y="36688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/clear → implement → /security-review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85681-7B0C-2177-902A-EC298D5FCE96}"/>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91AC759F-E973-AEDC-4010-9E7F9430F0DF}"/>
              </a:ext>
            </a:extLst>
          </p:cNvPr>
          <p:cNvSpPr/>
          <p:nvPr/>
        </p:nvSpPr>
        <p:spPr>
          <a:xfrm>
            <a:off x="457994" y="706591"/>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What is the correct ORDER for adding a feature to an existing telecom billing service?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522D6354-903D-1ACA-8B1D-6A05EA23232C}"/>
              </a:ext>
            </a:extLst>
          </p:cNvPr>
          <p:cNvSpPr/>
          <p:nvPr/>
        </p:nvSpPr>
        <p:spPr>
          <a:xfrm>
            <a:off x="457994" y="16114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a:extLst>
              <a:ext uri="{FF2B5EF4-FFF2-40B4-BE49-F238E27FC236}">
                <a16:creationId xmlns:a16="http://schemas.microsoft.com/office/drawing/2014/main" id="{3D412AD6-E582-3783-A675-26D2793581FE}"/>
              </a:ext>
            </a:extLst>
          </p:cNvPr>
          <p:cNvSpPr/>
          <p:nvPr/>
        </p:nvSpPr>
        <p:spPr>
          <a:xfrm>
            <a:off x="659162" y="17440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98D9CD30-C481-91EB-E5E4-6BD196FF85CB}"/>
              </a:ext>
            </a:extLst>
          </p:cNvPr>
          <p:cNvSpPr/>
          <p:nvPr/>
        </p:nvSpPr>
        <p:spPr>
          <a:xfrm>
            <a:off x="659162" y="17440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74836C1A-66B1-DEBC-0693-16EC2DE0D6C6}"/>
              </a:ext>
            </a:extLst>
          </p:cNvPr>
          <p:cNvSpPr/>
          <p:nvPr/>
        </p:nvSpPr>
        <p:spPr>
          <a:xfrm>
            <a:off x="1098074" y="16114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/plan → implement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/diff</a:t>
            </a:r>
          </a:p>
        </p:txBody>
      </p:sp>
      <p:sp>
        <p:nvSpPr>
          <p:cNvPr id="12" name="Shape 10">
            <a:extLst>
              <a:ext uri="{FF2B5EF4-FFF2-40B4-BE49-F238E27FC236}">
                <a16:creationId xmlns:a16="http://schemas.microsoft.com/office/drawing/2014/main" id="{3DCCCDD2-63B1-C3C9-9AF9-A48BE2196013}"/>
              </a:ext>
            </a:extLst>
          </p:cNvPr>
          <p:cNvSpPr/>
          <p:nvPr/>
        </p:nvSpPr>
        <p:spPr>
          <a:xfrm>
            <a:off x="457994" y="2297216"/>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85FAA99C-EB03-B9C6-5517-2B220C55F1DF}"/>
              </a:ext>
            </a:extLst>
          </p:cNvPr>
          <p:cNvSpPr/>
          <p:nvPr/>
        </p:nvSpPr>
        <p:spPr>
          <a:xfrm>
            <a:off x="659162" y="2429804"/>
            <a:ext cx="292608" cy="292608"/>
          </a:xfrm>
          <a:prstGeom prst="ellipse">
            <a:avLst/>
          </a:prstGeom>
          <a:solidFill>
            <a:srgbClr val="00B050"/>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D661EA37-E3A6-8761-D05B-579D1BF11FF8}"/>
              </a:ext>
            </a:extLst>
          </p:cNvPr>
          <p:cNvSpPr/>
          <p:nvPr/>
        </p:nvSpPr>
        <p:spPr>
          <a:xfrm>
            <a:off x="659162" y="24298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7AE5D17C-9EFD-2DE5-CAA9-D672323BC737}"/>
              </a:ext>
            </a:extLst>
          </p:cNvPr>
          <p:cNvSpPr/>
          <p:nvPr/>
        </p:nvSpPr>
        <p:spPr>
          <a:xfrm>
            <a:off x="1098074" y="2297216"/>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a:t>
            </a:r>
            <a:r>
              <a:rPr lang="en-US" sz="1400" b="1" dirty="0" err="1">
                <a:solidFill>
                  <a:srgbClr val="27303F"/>
                </a:solidFill>
                <a:latin typeface="Open Sans" panose="020B0606030504020204" pitchFamily="34" charset="0"/>
                <a:ea typeface="Open Sans" panose="020B0606030504020204" pitchFamily="34" charset="0"/>
                <a:cs typeface="Open Sans" panose="020B0606030504020204" pitchFamily="34" charset="0"/>
              </a:rPr>
              <a:t>init</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 + /memory → /plan → implement → /diff → /code-review</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a:extLst>
              <a:ext uri="{FF2B5EF4-FFF2-40B4-BE49-F238E27FC236}">
                <a16:creationId xmlns:a16="http://schemas.microsoft.com/office/drawing/2014/main" id="{2A159BDA-6913-64AF-A6C3-E42CEEABA08D}"/>
              </a:ext>
            </a:extLst>
          </p:cNvPr>
          <p:cNvSpPr/>
          <p:nvPr/>
        </p:nvSpPr>
        <p:spPr>
          <a:xfrm>
            <a:off x="457994" y="29830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93C87E28-47F2-F876-BAE9-E16E93841406}"/>
              </a:ext>
            </a:extLst>
          </p:cNvPr>
          <p:cNvSpPr/>
          <p:nvPr/>
        </p:nvSpPr>
        <p:spPr>
          <a:xfrm>
            <a:off x="659162" y="31156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05D2C521-8F2B-3785-651D-D8B48CC99C3F}"/>
              </a:ext>
            </a:extLst>
          </p:cNvPr>
          <p:cNvSpPr/>
          <p:nvPr/>
        </p:nvSpPr>
        <p:spPr>
          <a:xfrm>
            <a:off x="659162" y="31156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09CF77C7-40C6-ABE0-4EED-5F5623E1060F}"/>
              </a:ext>
            </a:extLst>
          </p:cNvPr>
          <p:cNvSpPr/>
          <p:nvPr/>
        </p:nvSpPr>
        <p:spPr>
          <a:xfrm>
            <a:off x="1098074" y="2983016"/>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implement → /code-review → /init → /plan</a:t>
            </a:r>
          </a:p>
        </p:txBody>
      </p:sp>
      <p:sp>
        <p:nvSpPr>
          <p:cNvPr id="20" name="Shape 18">
            <a:extLst>
              <a:ext uri="{FF2B5EF4-FFF2-40B4-BE49-F238E27FC236}">
                <a16:creationId xmlns:a16="http://schemas.microsoft.com/office/drawing/2014/main" id="{0ADCA4B8-25CF-5D74-D41A-54C752BB2D28}"/>
              </a:ext>
            </a:extLst>
          </p:cNvPr>
          <p:cNvSpPr/>
          <p:nvPr/>
        </p:nvSpPr>
        <p:spPr>
          <a:xfrm>
            <a:off x="457994" y="36688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a:extLst>
              <a:ext uri="{FF2B5EF4-FFF2-40B4-BE49-F238E27FC236}">
                <a16:creationId xmlns:a16="http://schemas.microsoft.com/office/drawing/2014/main" id="{D50BD079-0805-48E3-F60E-0423D86909EE}"/>
              </a:ext>
            </a:extLst>
          </p:cNvPr>
          <p:cNvSpPr/>
          <p:nvPr/>
        </p:nvSpPr>
        <p:spPr>
          <a:xfrm>
            <a:off x="659162" y="38014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601C1A32-5863-E318-D850-E9E4E283E8B4}"/>
              </a:ext>
            </a:extLst>
          </p:cNvPr>
          <p:cNvSpPr/>
          <p:nvPr/>
        </p:nvSpPr>
        <p:spPr>
          <a:xfrm>
            <a:off x="659162" y="38014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FBBFF8ED-D3A8-3A51-99DE-163C999C01D1}"/>
              </a:ext>
            </a:extLst>
          </p:cNvPr>
          <p:cNvSpPr/>
          <p:nvPr/>
        </p:nvSpPr>
        <p:spPr>
          <a:xfrm>
            <a:off x="1098074" y="36688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/clear → implement → /security-review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a:extLst>
              <a:ext uri="{FF2B5EF4-FFF2-40B4-BE49-F238E27FC236}">
                <a16:creationId xmlns:a16="http://schemas.microsoft.com/office/drawing/2014/main" id="{468FB797-32A3-927B-BF67-C9DACC681832}"/>
              </a:ext>
            </a:extLst>
          </p:cNvPr>
          <p:cNvSpPr/>
          <p:nvPr/>
        </p:nvSpPr>
        <p:spPr>
          <a:xfrm>
            <a:off x="457994" y="4570219"/>
            <a:ext cx="11274552" cy="1143000"/>
          </a:xfrm>
          <a:prstGeom prst="roundRect">
            <a:avLst>
              <a:gd name="adj" fmla="val 5600"/>
            </a:avLst>
          </a:prstGeom>
          <a:solidFill>
            <a:srgbClr val="F5F5F5"/>
          </a:solidFill>
          <a:ln>
            <a:noFill/>
          </a:ln>
          <a:effectLst>
            <a:outerShdw blurRad="76200" dist="38100" dir="5400000" algn="bl" rotWithShape="0">
              <a:srgbClr val="9AA3B0">
                <a:alpha val="32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0CA46504-B999-5AA8-4D09-ACEC8547314A}"/>
              </a:ext>
            </a:extLst>
          </p:cNvPr>
          <p:cNvSpPr/>
          <p:nvPr/>
        </p:nvSpPr>
        <p:spPr>
          <a:xfrm>
            <a:off x="686594" y="4689091"/>
            <a:ext cx="1828800" cy="274320"/>
          </a:xfrm>
          <a:prstGeom prst="rect">
            <a:avLst/>
          </a:prstGeom>
          <a:noFill/>
          <a:ln/>
        </p:spPr>
        <p:txBody>
          <a:bodyPr wrap="square" lIns="0" tIns="0" rIns="0" bIns="0" rtlCol="0" anchor="ctr"/>
          <a:lstStyle/>
          <a:p>
            <a:r>
              <a:rPr lang="en-US" sz="1200" b="1" kern="0" spc="15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ANSWER</a:t>
            </a:r>
            <a:endParaRPr lang="en-US"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1D0A6A2D-8B7D-0946-8B1E-BFD05CB95843}"/>
              </a:ext>
            </a:extLst>
          </p:cNvPr>
          <p:cNvSpPr/>
          <p:nvPr/>
        </p:nvSpPr>
        <p:spPr>
          <a:xfrm>
            <a:off x="686594" y="5082283"/>
            <a:ext cx="10817352" cy="658368"/>
          </a:xfrm>
          <a:prstGeom prst="rect">
            <a:avLst/>
          </a:prstGeom>
          <a:noFill/>
          <a:ln/>
        </p:spPr>
        <p:txBody>
          <a:bodyPr wrap="square" lIns="0" tIns="0" rIns="0" bIns="0" rtlCol="0" anchor="t"/>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solidFill>
                  <a:srgbClr val="1E8E6E"/>
                </a:solidFill>
                <a:latin typeface="Open Sans" panose="020B0606030504020204" pitchFamily="34" charset="0"/>
                <a:ea typeface="Open Sans" panose="020B0606030504020204" pitchFamily="34" charset="0"/>
                <a:cs typeface="Open Sans" panose="020B0606030504020204" pitchFamily="34" charset="0"/>
              </a:rPr>
              <a:t>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Load context first, plan, implement, then inspect and review. Understanding precedes editing.</a:t>
            </a:r>
          </a:p>
        </p:txBody>
      </p:sp>
    </p:spTree>
    <p:extLst>
      <p:ext uri="{BB962C8B-B14F-4D97-AF65-F5344CB8AC3E}">
        <p14:creationId xmlns:p14="http://schemas.microsoft.com/office/powerpoint/2010/main" val="4167705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272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You must estimate effort on an unfamiliar EHR-integration repo in two days. Which approach gives the best-grounded estimate?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6077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59162" y="17402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02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98074" y="16077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Ask Claude to guess story points from the README alone</a:t>
            </a:r>
          </a:p>
        </p:txBody>
      </p:sp>
      <p:sp>
        <p:nvSpPr>
          <p:cNvPr id="12" name="Shape 10"/>
          <p:cNvSpPr/>
          <p:nvPr/>
        </p:nvSpPr>
        <p:spPr>
          <a:xfrm>
            <a:off x="457994" y="22935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659162" y="24260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9162" y="24260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1098074" y="22935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Run /code-review --fix on everything and count the fixes</a:t>
            </a:r>
          </a:p>
        </p:txBody>
      </p:sp>
      <p:sp>
        <p:nvSpPr>
          <p:cNvPr id="20" name="Shape 18"/>
          <p:cNvSpPr/>
          <p:nvPr/>
        </p:nvSpPr>
        <p:spPr>
          <a:xfrm>
            <a:off x="457994" y="36651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59162" y="37976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7976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98074" y="3665101"/>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Immediately /plan the new feature and use the plan length as the estimate</a:t>
            </a:r>
          </a:p>
        </p:txBody>
      </p:sp>
      <p:sp>
        <p:nvSpPr>
          <p:cNvPr id="2" name="Shape 10">
            <a:extLst>
              <a:ext uri="{FF2B5EF4-FFF2-40B4-BE49-F238E27FC236}">
                <a16:creationId xmlns:a16="http://schemas.microsoft.com/office/drawing/2014/main" id="{00F1AA07-AB88-382D-6CC3-9C503DE05B11}"/>
              </a:ext>
            </a:extLst>
          </p:cNvPr>
          <p:cNvSpPr/>
          <p:nvPr/>
        </p:nvSpPr>
        <p:spPr>
          <a:xfrm>
            <a:off x="457994" y="2974729"/>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1">
            <a:extLst>
              <a:ext uri="{FF2B5EF4-FFF2-40B4-BE49-F238E27FC236}">
                <a16:creationId xmlns:a16="http://schemas.microsoft.com/office/drawing/2014/main" id="{BDAA37D3-AF3C-7157-260B-A29A6FA87FBF}"/>
              </a:ext>
            </a:extLst>
          </p:cNvPr>
          <p:cNvSpPr/>
          <p:nvPr/>
        </p:nvSpPr>
        <p:spPr>
          <a:xfrm>
            <a:off x="659162" y="3107317"/>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2">
            <a:extLst>
              <a:ext uri="{FF2B5EF4-FFF2-40B4-BE49-F238E27FC236}">
                <a16:creationId xmlns:a16="http://schemas.microsoft.com/office/drawing/2014/main" id="{8955C7CE-48A3-49D0-5837-A179D656BA49}"/>
              </a:ext>
            </a:extLst>
          </p:cNvPr>
          <p:cNvSpPr/>
          <p:nvPr/>
        </p:nvSpPr>
        <p:spPr>
          <a:xfrm>
            <a:off x="659162" y="3107317"/>
            <a:ext cx="292608" cy="292608"/>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3">
            <a:extLst>
              <a:ext uri="{FF2B5EF4-FFF2-40B4-BE49-F238E27FC236}">
                <a16:creationId xmlns:a16="http://schemas.microsoft.com/office/drawing/2014/main" id="{AE2B4E35-8368-4766-FFAD-B48DC00CFE00}"/>
              </a:ext>
            </a:extLst>
          </p:cNvPr>
          <p:cNvSpPr/>
          <p:nvPr/>
        </p:nvSpPr>
        <p:spPr>
          <a:xfrm>
            <a:off x="1098074" y="2974729"/>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ask architecture questions, map modules and complexity, list unknowns, then size by component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B0CA-A73C-AB25-1FCE-44FF96119D92}"/>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5594A8C0-0E54-934C-9B95-6EB3A33CA211}"/>
              </a:ext>
            </a:extLst>
          </p:cNvPr>
          <p:cNvSpPr/>
          <p:nvPr/>
        </p:nvSpPr>
        <p:spPr>
          <a:xfrm>
            <a:off x="457994" y="69272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You must estimate effort on an unfamiliar EHR-integration repo in two days. Which approach gives the best-grounded estimate?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F0492E0A-F4EF-F5B4-6161-A1FFD6C30379}"/>
              </a:ext>
            </a:extLst>
          </p:cNvPr>
          <p:cNvSpPr/>
          <p:nvPr/>
        </p:nvSpPr>
        <p:spPr>
          <a:xfrm>
            <a:off x="457994" y="16077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a:extLst>
              <a:ext uri="{FF2B5EF4-FFF2-40B4-BE49-F238E27FC236}">
                <a16:creationId xmlns:a16="http://schemas.microsoft.com/office/drawing/2014/main" id="{769C096C-3316-4189-3632-97727B692B9E}"/>
              </a:ext>
            </a:extLst>
          </p:cNvPr>
          <p:cNvSpPr/>
          <p:nvPr/>
        </p:nvSpPr>
        <p:spPr>
          <a:xfrm>
            <a:off x="659162" y="17402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E0D5B7B0-CA9F-A742-CCC4-2FA8D62A82E8}"/>
              </a:ext>
            </a:extLst>
          </p:cNvPr>
          <p:cNvSpPr/>
          <p:nvPr/>
        </p:nvSpPr>
        <p:spPr>
          <a:xfrm>
            <a:off x="659162" y="17402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DAC08E52-F139-8A5B-8498-E36CEDE80EA3}"/>
              </a:ext>
            </a:extLst>
          </p:cNvPr>
          <p:cNvSpPr/>
          <p:nvPr/>
        </p:nvSpPr>
        <p:spPr>
          <a:xfrm>
            <a:off x="1098074" y="16077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Ask Claude to guess story points from the README alone</a:t>
            </a:r>
          </a:p>
        </p:txBody>
      </p:sp>
      <p:sp>
        <p:nvSpPr>
          <p:cNvPr id="12" name="Shape 10">
            <a:extLst>
              <a:ext uri="{FF2B5EF4-FFF2-40B4-BE49-F238E27FC236}">
                <a16:creationId xmlns:a16="http://schemas.microsoft.com/office/drawing/2014/main" id="{780C9B6B-5B62-3660-14E5-1D1442FDC1C0}"/>
              </a:ext>
            </a:extLst>
          </p:cNvPr>
          <p:cNvSpPr/>
          <p:nvPr/>
        </p:nvSpPr>
        <p:spPr>
          <a:xfrm>
            <a:off x="457994" y="22935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7596CF5D-AE46-3785-F735-B50EE99EDD90}"/>
              </a:ext>
            </a:extLst>
          </p:cNvPr>
          <p:cNvSpPr/>
          <p:nvPr/>
        </p:nvSpPr>
        <p:spPr>
          <a:xfrm>
            <a:off x="659162" y="24260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EECFC2C7-1824-D54C-4E8A-8A435A593780}"/>
              </a:ext>
            </a:extLst>
          </p:cNvPr>
          <p:cNvSpPr/>
          <p:nvPr/>
        </p:nvSpPr>
        <p:spPr>
          <a:xfrm>
            <a:off x="659162" y="24260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FCC7866F-2A8B-49F6-F098-38A5DA95418C}"/>
              </a:ext>
            </a:extLst>
          </p:cNvPr>
          <p:cNvSpPr/>
          <p:nvPr/>
        </p:nvSpPr>
        <p:spPr>
          <a:xfrm>
            <a:off x="1098074" y="22935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Run /code-review --fix on everything and count the fixes</a:t>
            </a:r>
          </a:p>
        </p:txBody>
      </p:sp>
      <p:sp>
        <p:nvSpPr>
          <p:cNvPr id="16" name="Shape 14">
            <a:extLst>
              <a:ext uri="{FF2B5EF4-FFF2-40B4-BE49-F238E27FC236}">
                <a16:creationId xmlns:a16="http://schemas.microsoft.com/office/drawing/2014/main" id="{CE9E7F10-CB72-08B5-52F3-684DE5136002}"/>
              </a:ext>
            </a:extLst>
          </p:cNvPr>
          <p:cNvSpPr/>
          <p:nvPr/>
        </p:nvSpPr>
        <p:spPr>
          <a:xfrm>
            <a:off x="457994" y="2979301"/>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0A4FC3A8-7F35-6146-9EA8-240A36A1796F}"/>
              </a:ext>
            </a:extLst>
          </p:cNvPr>
          <p:cNvSpPr/>
          <p:nvPr/>
        </p:nvSpPr>
        <p:spPr>
          <a:xfrm>
            <a:off x="659162" y="3111889"/>
            <a:ext cx="292608" cy="292608"/>
          </a:xfrm>
          <a:prstGeom prst="ellipse">
            <a:avLst/>
          </a:prstGeom>
          <a:solidFill>
            <a:srgbClr val="00B050"/>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333C2874-4A2A-BB33-8276-DFBDC446FCE8}"/>
              </a:ext>
            </a:extLst>
          </p:cNvPr>
          <p:cNvSpPr/>
          <p:nvPr/>
        </p:nvSpPr>
        <p:spPr>
          <a:xfrm>
            <a:off x="659162" y="3111889"/>
            <a:ext cx="292608" cy="292608"/>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E180DCF4-4DAF-E427-9A2B-1280A349011D}"/>
              </a:ext>
            </a:extLst>
          </p:cNvPr>
          <p:cNvSpPr/>
          <p:nvPr/>
        </p:nvSpPr>
        <p:spPr>
          <a:xfrm>
            <a:off x="1098074" y="2979301"/>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C</a:t>
            </a:r>
            <a:r>
              <a:rPr lang="en-US" sz="1400" b="1" dirty="0">
                <a:solidFill>
                  <a:srgbClr val="1E8E6E"/>
                </a:solidFill>
                <a:latin typeface="Open Sans" panose="020B0606030504020204" pitchFamily="34" charset="0"/>
                <a:ea typeface="Open Sans" panose="020B0606030504020204" pitchFamily="34" charset="0"/>
                <a:cs typeface="Open Sans" panose="020B0606030504020204" pitchFamily="34" charset="0"/>
              </a:rPr>
              <a:t>.  </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a:t>
            </a:r>
            <a:r>
              <a:rPr lang="en-US" sz="1400" b="1" dirty="0" err="1">
                <a:solidFill>
                  <a:srgbClr val="27303F"/>
                </a:solidFill>
                <a:latin typeface="Open Sans" panose="020B0606030504020204" pitchFamily="34" charset="0"/>
                <a:ea typeface="Open Sans" panose="020B0606030504020204" pitchFamily="34" charset="0"/>
                <a:cs typeface="Open Sans" panose="020B0606030504020204" pitchFamily="34" charset="0"/>
              </a:rPr>
              <a:t>init</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 ask architecture questions, map modules and complexity, list unknowns, then size by component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FEE207CA-D70D-E26B-84E5-CB14A7AA514F}"/>
              </a:ext>
            </a:extLst>
          </p:cNvPr>
          <p:cNvSpPr/>
          <p:nvPr/>
        </p:nvSpPr>
        <p:spPr>
          <a:xfrm>
            <a:off x="457994" y="36651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a:extLst>
              <a:ext uri="{FF2B5EF4-FFF2-40B4-BE49-F238E27FC236}">
                <a16:creationId xmlns:a16="http://schemas.microsoft.com/office/drawing/2014/main" id="{F3413846-87DE-9005-7887-93F774AB23C4}"/>
              </a:ext>
            </a:extLst>
          </p:cNvPr>
          <p:cNvSpPr/>
          <p:nvPr/>
        </p:nvSpPr>
        <p:spPr>
          <a:xfrm>
            <a:off x="659162" y="37976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40E49BB9-0382-7F7B-770F-43463456A522}"/>
              </a:ext>
            </a:extLst>
          </p:cNvPr>
          <p:cNvSpPr/>
          <p:nvPr/>
        </p:nvSpPr>
        <p:spPr>
          <a:xfrm>
            <a:off x="659162" y="37976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87A6F2AD-7083-8E94-F47F-424E4B7C6546}"/>
              </a:ext>
            </a:extLst>
          </p:cNvPr>
          <p:cNvSpPr/>
          <p:nvPr/>
        </p:nvSpPr>
        <p:spPr>
          <a:xfrm>
            <a:off x="1098074" y="3665101"/>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Immediately /plan the new feature and use the plan length as the estimate</a:t>
            </a:r>
          </a:p>
        </p:txBody>
      </p:sp>
      <p:sp>
        <p:nvSpPr>
          <p:cNvPr id="24" name="Shape 22">
            <a:extLst>
              <a:ext uri="{FF2B5EF4-FFF2-40B4-BE49-F238E27FC236}">
                <a16:creationId xmlns:a16="http://schemas.microsoft.com/office/drawing/2014/main" id="{4D443D38-D5B8-7822-9D79-C1A74F21E1E3}"/>
              </a:ext>
            </a:extLst>
          </p:cNvPr>
          <p:cNvSpPr/>
          <p:nvPr/>
        </p:nvSpPr>
        <p:spPr>
          <a:xfrm>
            <a:off x="457994" y="4575071"/>
            <a:ext cx="11274552" cy="1143000"/>
          </a:xfrm>
          <a:prstGeom prst="roundRect">
            <a:avLst>
              <a:gd name="adj" fmla="val 5600"/>
            </a:avLst>
          </a:prstGeom>
          <a:solidFill>
            <a:srgbClr val="F5F5F5"/>
          </a:solidFill>
          <a:ln/>
          <a:effectLst>
            <a:outerShdw blurRad="76200" dist="38100" dir="5400000" algn="bl" rotWithShape="0">
              <a:srgbClr val="9AA3B0">
                <a:alpha val="32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1C6AE027-E5F1-8E69-F430-EA172561893E}"/>
              </a:ext>
            </a:extLst>
          </p:cNvPr>
          <p:cNvSpPr/>
          <p:nvPr/>
        </p:nvSpPr>
        <p:spPr>
          <a:xfrm>
            <a:off x="686594" y="4693943"/>
            <a:ext cx="1828800" cy="274320"/>
          </a:xfrm>
          <a:prstGeom prst="rect">
            <a:avLst/>
          </a:prstGeom>
          <a:noFill/>
          <a:ln/>
        </p:spPr>
        <p:txBody>
          <a:bodyPr wrap="square" lIns="0" tIns="0" rIns="0" bIns="0" rtlCol="0" anchor="ctr"/>
          <a:lstStyle/>
          <a:p>
            <a:r>
              <a:rPr lang="en-US" sz="1200" b="1" kern="0" spc="15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ANSWER</a:t>
            </a:r>
            <a:endParaRPr lang="en-US"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0957D7CA-BB53-2C5C-A368-AD7F2E1F7B06}"/>
              </a:ext>
            </a:extLst>
          </p:cNvPr>
          <p:cNvSpPr/>
          <p:nvPr/>
        </p:nvSpPr>
        <p:spPr>
          <a:xfrm>
            <a:off x="686594" y="5082651"/>
            <a:ext cx="10817352" cy="658368"/>
          </a:xfrm>
          <a:prstGeom prst="rect">
            <a:avLst/>
          </a:prstGeom>
          <a:noFill/>
          <a:ln/>
        </p:spPr>
        <p:txBody>
          <a:bodyPr wrap="square" lIns="0" tIns="0" rIns="0" bIns="0" rtlCol="0" anchor="t"/>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C  </a:t>
            </a:r>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Understanding before sizing. Estimate by component with explicit unknowns; the PM owns the final number.</a:t>
            </a:r>
          </a:p>
        </p:txBody>
      </p:sp>
    </p:spTree>
    <p:extLst>
      <p:ext uri="{BB962C8B-B14F-4D97-AF65-F5344CB8AC3E}">
        <p14:creationId xmlns:p14="http://schemas.microsoft.com/office/powerpoint/2010/main" val="42357033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715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Before relying on an external tool (database, Jira) inside a session, which steps are appropriate? Select all that apply.</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610593"/>
            <a:ext cx="11274552" cy="557784"/>
          </a:xfrm>
          <a:prstGeom prst="roundRect">
            <a:avLst>
              <a:gd name="adj" fmla="val 9836"/>
            </a:avLst>
          </a:prstGeom>
          <a:solidFill>
            <a:srgbClr val="F5F5F5"/>
          </a:solidFill>
          <a:ln w="19050">
            <a:noFill/>
            <a:prstDash val="solid"/>
          </a:ln>
        </p:spPr>
        <p:txBody>
          <a:bodyPr/>
          <a:lstStyle/>
          <a:p>
            <a:endParaRPr lang="en-US" sz="3200"/>
          </a:p>
        </p:txBody>
      </p:sp>
      <p:sp>
        <p:nvSpPr>
          <p:cNvPr id="9" name="Shape 7"/>
          <p:cNvSpPr/>
          <p:nvPr/>
        </p:nvSpPr>
        <p:spPr>
          <a:xfrm>
            <a:off x="659162" y="1743181"/>
            <a:ext cx="292608" cy="292608"/>
          </a:xfrm>
          <a:prstGeom prst="ellipse">
            <a:avLst/>
          </a:prstGeom>
          <a:solidFill>
            <a:srgbClr val="C3C4C3"/>
          </a:solidFill>
          <a:ln/>
        </p:spPr>
        <p:txBody>
          <a:bodyPr/>
          <a:lstStyle/>
          <a:p>
            <a:endParaRPr lang="en-US" sz="3200"/>
          </a:p>
        </p:txBody>
      </p:sp>
      <p:sp>
        <p:nvSpPr>
          <p:cNvPr id="10" name="Text 8"/>
          <p:cNvSpPr/>
          <p:nvPr/>
        </p:nvSpPr>
        <p:spPr>
          <a:xfrm>
            <a:off x="659162" y="17431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cs typeface="Calibri" pitchFamily="34" charset="-120"/>
              </a:rPr>
              <a:t>A</a:t>
            </a:r>
            <a:endParaRPr lang="en-US" sz="1300" dirty="0"/>
          </a:p>
        </p:txBody>
      </p:sp>
      <p:sp>
        <p:nvSpPr>
          <p:cNvPr id="11" name="Text 9"/>
          <p:cNvSpPr/>
          <p:nvPr/>
        </p:nvSpPr>
        <p:spPr>
          <a:xfrm>
            <a:off x="1098074" y="16105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mcp</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to set up or verify the server connection</a:t>
            </a:r>
          </a:p>
        </p:txBody>
      </p:sp>
      <p:sp>
        <p:nvSpPr>
          <p:cNvPr id="12" name="Shape 10"/>
          <p:cNvSpPr/>
          <p:nvPr/>
        </p:nvSpPr>
        <p:spPr>
          <a:xfrm>
            <a:off x="457994" y="2296393"/>
            <a:ext cx="11274552" cy="557784"/>
          </a:xfrm>
          <a:prstGeom prst="roundRect">
            <a:avLst>
              <a:gd name="adj" fmla="val 9836"/>
            </a:avLst>
          </a:prstGeom>
          <a:solidFill>
            <a:srgbClr val="F5F5F5"/>
          </a:solidFill>
          <a:ln w="19050">
            <a:noFill/>
            <a:prstDash val="solid"/>
          </a:ln>
        </p:spPr>
        <p:txBody>
          <a:bodyPr/>
          <a:lstStyle/>
          <a:p>
            <a:endParaRPr lang="en-US" sz="3200"/>
          </a:p>
        </p:txBody>
      </p:sp>
      <p:sp>
        <p:nvSpPr>
          <p:cNvPr id="13" name="Shape 11"/>
          <p:cNvSpPr/>
          <p:nvPr/>
        </p:nvSpPr>
        <p:spPr>
          <a:xfrm>
            <a:off x="659162" y="2428981"/>
            <a:ext cx="292608" cy="292608"/>
          </a:xfrm>
          <a:prstGeom prst="ellipse">
            <a:avLst/>
          </a:prstGeom>
          <a:solidFill>
            <a:srgbClr val="C3C4C3"/>
          </a:solidFill>
          <a:ln/>
        </p:spPr>
        <p:txBody>
          <a:bodyPr/>
          <a:lstStyle/>
          <a:p>
            <a:endParaRPr lang="en-US" sz="3200"/>
          </a:p>
        </p:txBody>
      </p:sp>
      <p:sp>
        <p:nvSpPr>
          <p:cNvPr id="14" name="Text 12"/>
          <p:cNvSpPr/>
          <p:nvPr/>
        </p:nvSpPr>
        <p:spPr>
          <a:xfrm>
            <a:off x="659162" y="24289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cs typeface="Calibri" pitchFamily="34" charset="-120"/>
              </a:rPr>
              <a:t>B</a:t>
            </a:r>
            <a:endParaRPr lang="en-US" sz="1300" dirty="0"/>
          </a:p>
        </p:txBody>
      </p:sp>
      <p:sp>
        <p:nvSpPr>
          <p:cNvPr id="15" name="Text 13"/>
          <p:cNvSpPr/>
          <p:nvPr/>
        </p:nvSpPr>
        <p:spPr>
          <a:xfrm>
            <a:off x="1098074" y="22963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/permissions to set the approval rules you want</a:t>
            </a:r>
          </a:p>
        </p:txBody>
      </p:sp>
      <p:sp>
        <p:nvSpPr>
          <p:cNvPr id="16" name="Shape 14"/>
          <p:cNvSpPr/>
          <p:nvPr/>
        </p:nvSpPr>
        <p:spPr>
          <a:xfrm>
            <a:off x="457994" y="2982193"/>
            <a:ext cx="11274552" cy="557784"/>
          </a:xfrm>
          <a:prstGeom prst="roundRect">
            <a:avLst>
              <a:gd name="adj" fmla="val 9836"/>
            </a:avLst>
          </a:prstGeom>
          <a:solidFill>
            <a:srgbClr val="F5F5F5"/>
          </a:solidFill>
          <a:ln/>
        </p:spPr>
        <p:txBody>
          <a:bodyPr/>
          <a:lstStyle/>
          <a:p>
            <a:endParaRPr lang="en-US" sz="3200"/>
          </a:p>
        </p:txBody>
      </p:sp>
      <p:sp>
        <p:nvSpPr>
          <p:cNvPr id="17" name="Shape 15"/>
          <p:cNvSpPr/>
          <p:nvPr/>
        </p:nvSpPr>
        <p:spPr>
          <a:xfrm>
            <a:off x="659162" y="3114781"/>
            <a:ext cx="292608" cy="292608"/>
          </a:xfrm>
          <a:prstGeom prst="ellipse">
            <a:avLst/>
          </a:prstGeom>
          <a:solidFill>
            <a:schemeClr val="tx2">
              <a:lumMod val="40000"/>
              <a:lumOff val="60000"/>
            </a:schemeClr>
          </a:solidFill>
          <a:ln>
            <a:noFill/>
          </a:ln>
        </p:spPr>
        <p:txBody>
          <a:bodyPr/>
          <a:lstStyle/>
          <a:p>
            <a:endParaRPr lang="en-US" sz="3200"/>
          </a:p>
        </p:txBody>
      </p:sp>
      <p:sp>
        <p:nvSpPr>
          <p:cNvPr id="18" name="Text 16"/>
          <p:cNvSpPr/>
          <p:nvPr/>
        </p:nvSpPr>
        <p:spPr>
          <a:xfrm>
            <a:off x="659162" y="31147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C</a:t>
            </a:r>
            <a:endParaRPr lang="en-US" sz="1300"/>
          </a:p>
        </p:txBody>
      </p:sp>
      <p:sp>
        <p:nvSpPr>
          <p:cNvPr id="19" name="Text 17"/>
          <p:cNvSpPr/>
          <p:nvPr/>
        </p:nvSpPr>
        <p:spPr>
          <a:xfrm>
            <a:off x="1098074" y="29821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/usage to check token spend</a:t>
            </a:r>
          </a:p>
        </p:txBody>
      </p:sp>
      <p:sp>
        <p:nvSpPr>
          <p:cNvPr id="20" name="Shape 18"/>
          <p:cNvSpPr/>
          <p:nvPr/>
        </p:nvSpPr>
        <p:spPr>
          <a:xfrm>
            <a:off x="457994" y="3667993"/>
            <a:ext cx="11274552" cy="557784"/>
          </a:xfrm>
          <a:prstGeom prst="roundRect">
            <a:avLst>
              <a:gd name="adj" fmla="val 9836"/>
            </a:avLst>
          </a:prstGeom>
          <a:solidFill>
            <a:srgbClr val="F5F5F5"/>
          </a:solidFill>
          <a:ln w="19050">
            <a:noFill/>
            <a:prstDash val="solid"/>
          </a:ln>
        </p:spPr>
        <p:txBody>
          <a:bodyPr/>
          <a:lstStyle/>
          <a:p>
            <a:endParaRPr lang="en-US" sz="3200"/>
          </a:p>
        </p:txBody>
      </p:sp>
      <p:sp>
        <p:nvSpPr>
          <p:cNvPr id="21" name="Shape 19"/>
          <p:cNvSpPr/>
          <p:nvPr/>
        </p:nvSpPr>
        <p:spPr>
          <a:xfrm>
            <a:off x="659162" y="3800581"/>
            <a:ext cx="292608" cy="292608"/>
          </a:xfrm>
          <a:prstGeom prst="ellipse">
            <a:avLst/>
          </a:prstGeom>
          <a:solidFill>
            <a:srgbClr val="C3C4C3"/>
          </a:solidFill>
          <a:ln/>
        </p:spPr>
        <p:txBody>
          <a:bodyPr/>
          <a:lstStyle/>
          <a:p>
            <a:endParaRPr lang="en-US" sz="3200"/>
          </a:p>
        </p:txBody>
      </p:sp>
      <p:sp>
        <p:nvSpPr>
          <p:cNvPr id="22" name="Text 20"/>
          <p:cNvSpPr/>
          <p:nvPr/>
        </p:nvSpPr>
        <p:spPr>
          <a:xfrm>
            <a:off x="659162" y="38005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cs typeface="Calibri" pitchFamily="34" charset="-120"/>
              </a:rPr>
              <a:t>D</a:t>
            </a:r>
            <a:endParaRPr lang="en-US" sz="1300" dirty="0"/>
          </a:p>
        </p:txBody>
      </p:sp>
      <p:sp>
        <p:nvSpPr>
          <p:cNvPr id="23" name="Text 21"/>
          <p:cNvSpPr/>
          <p:nvPr/>
        </p:nvSpPr>
        <p:spPr>
          <a:xfrm>
            <a:off x="1098074" y="36679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Confirm the connector resolves to the right project or board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DAAF1-4543-DBDF-C0F9-C03E23F31FE8}"/>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57A24563-F463-98C8-D326-52B875E60615}"/>
              </a:ext>
            </a:extLst>
          </p:cNvPr>
          <p:cNvSpPr/>
          <p:nvPr/>
        </p:nvSpPr>
        <p:spPr>
          <a:xfrm>
            <a:off x="457994" y="69715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Before relying on an external tool (database, Jira) inside a session, which steps are appropriate? Select all that apply.</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089CABB5-F199-3C2F-1724-21B567AA7F0C}"/>
              </a:ext>
            </a:extLst>
          </p:cNvPr>
          <p:cNvSpPr/>
          <p:nvPr/>
        </p:nvSpPr>
        <p:spPr>
          <a:xfrm>
            <a:off x="457994" y="1610593"/>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9" name="Shape 7">
            <a:extLst>
              <a:ext uri="{FF2B5EF4-FFF2-40B4-BE49-F238E27FC236}">
                <a16:creationId xmlns:a16="http://schemas.microsoft.com/office/drawing/2014/main" id="{81A0375E-6400-0A7F-0807-E375211F99A6}"/>
              </a:ext>
            </a:extLst>
          </p:cNvPr>
          <p:cNvSpPr/>
          <p:nvPr/>
        </p:nvSpPr>
        <p:spPr>
          <a:xfrm>
            <a:off x="659162" y="1743181"/>
            <a:ext cx="292608" cy="292608"/>
          </a:xfrm>
          <a:prstGeom prst="ellipse">
            <a:avLst/>
          </a:prstGeom>
          <a:solidFill>
            <a:srgbClr val="00B050"/>
          </a:solidFill>
          <a:ln/>
        </p:spPr>
        <p:txBody>
          <a:bodyPr/>
          <a:lstStyle/>
          <a:p>
            <a:endParaRPr lang="en-US" sz="3200"/>
          </a:p>
        </p:txBody>
      </p:sp>
      <p:sp>
        <p:nvSpPr>
          <p:cNvPr id="10" name="Text 8">
            <a:extLst>
              <a:ext uri="{FF2B5EF4-FFF2-40B4-BE49-F238E27FC236}">
                <a16:creationId xmlns:a16="http://schemas.microsoft.com/office/drawing/2014/main" id="{E59D1E7F-6E43-BD35-C160-E5165043E3AE}"/>
              </a:ext>
            </a:extLst>
          </p:cNvPr>
          <p:cNvSpPr/>
          <p:nvPr/>
        </p:nvSpPr>
        <p:spPr>
          <a:xfrm>
            <a:off x="659162" y="17431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a:extLst>
              <a:ext uri="{FF2B5EF4-FFF2-40B4-BE49-F238E27FC236}">
                <a16:creationId xmlns:a16="http://schemas.microsoft.com/office/drawing/2014/main" id="{9983391C-3976-08C0-1A3A-93CA496326B5}"/>
              </a:ext>
            </a:extLst>
          </p:cNvPr>
          <p:cNvSpPr/>
          <p:nvPr/>
        </p:nvSpPr>
        <p:spPr>
          <a:xfrm>
            <a:off x="1098074" y="1610593"/>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a:t>
            </a:r>
            <a:r>
              <a:rPr lang="en-US" sz="1400" b="1" dirty="0">
                <a:latin typeface="Open Sans" panose="020B0606030504020204" pitchFamily="34" charset="0"/>
                <a:ea typeface="Open Sans" panose="020B0606030504020204" pitchFamily="34" charset="0"/>
                <a:cs typeface="Open Sans" panose="020B0606030504020204" pitchFamily="34" charset="0"/>
              </a:rPr>
              <a:t>/</a:t>
            </a:r>
            <a:r>
              <a:rPr lang="en-US" sz="1400" b="1" dirty="0" err="1">
                <a:latin typeface="Open Sans" panose="020B0606030504020204" pitchFamily="34" charset="0"/>
                <a:ea typeface="Open Sans" panose="020B0606030504020204" pitchFamily="34" charset="0"/>
                <a:cs typeface="Open Sans" panose="020B0606030504020204" pitchFamily="34" charset="0"/>
              </a:rPr>
              <a:t>mcp</a:t>
            </a:r>
            <a:r>
              <a:rPr lang="en-US" sz="1400" b="1" dirty="0">
                <a:latin typeface="Open Sans" panose="020B0606030504020204" pitchFamily="34" charset="0"/>
                <a:ea typeface="Open Sans" panose="020B0606030504020204" pitchFamily="34" charset="0"/>
                <a:cs typeface="Open Sans" panose="020B0606030504020204" pitchFamily="34" charset="0"/>
              </a:rPr>
              <a:t> to set up or verify the server connection</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a:extLst>
              <a:ext uri="{FF2B5EF4-FFF2-40B4-BE49-F238E27FC236}">
                <a16:creationId xmlns:a16="http://schemas.microsoft.com/office/drawing/2014/main" id="{85422262-18D0-5D75-AA82-E6918D7C827A}"/>
              </a:ext>
            </a:extLst>
          </p:cNvPr>
          <p:cNvSpPr/>
          <p:nvPr/>
        </p:nvSpPr>
        <p:spPr>
          <a:xfrm>
            <a:off x="457994" y="2296393"/>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13" name="Shape 11">
            <a:extLst>
              <a:ext uri="{FF2B5EF4-FFF2-40B4-BE49-F238E27FC236}">
                <a16:creationId xmlns:a16="http://schemas.microsoft.com/office/drawing/2014/main" id="{8EA4B911-34D5-594D-0872-0BED1DE82B92}"/>
              </a:ext>
            </a:extLst>
          </p:cNvPr>
          <p:cNvSpPr/>
          <p:nvPr/>
        </p:nvSpPr>
        <p:spPr>
          <a:xfrm>
            <a:off x="659162" y="2428981"/>
            <a:ext cx="292608" cy="292608"/>
          </a:xfrm>
          <a:prstGeom prst="ellipse">
            <a:avLst/>
          </a:prstGeom>
          <a:solidFill>
            <a:srgbClr val="00B050"/>
          </a:solidFill>
          <a:ln/>
        </p:spPr>
        <p:txBody>
          <a:bodyPr/>
          <a:lstStyle/>
          <a:p>
            <a:endParaRPr lang="en-US" sz="3200"/>
          </a:p>
        </p:txBody>
      </p:sp>
      <p:sp>
        <p:nvSpPr>
          <p:cNvPr id="14" name="Text 12">
            <a:extLst>
              <a:ext uri="{FF2B5EF4-FFF2-40B4-BE49-F238E27FC236}">
                <a16:creationId xmlns:a16="http://schemas.microsoft.com/office/drawing/2014/main" id="{0A7B632D-FE33-353B-5CE9-E33B7D463481}"/>
              </a:ext>
            </a:extLst>
          </p:cNvPr>
          <p:cNvSpPr/>
          <p:nvPr/>
        </p:nvSpPr>
        <p:spPr>
          <a:xfrm>
            <a:off x="659162" y="24289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15" name="Text 13">
            <a:extLst>
              <a:ext uri="{FF2B5EF4-FFF2-40B4-BE49-F238E27FC236}">
                <a16:creationId xmlns:a16="http://schemas.microsoft.com/office/drawing/2014/main" id="{7EBEE975-4335-3D0A-4EB4-0155FAA1F6CD}"/>
              </a:ext>
            </a:extLst>
          </p:cNvPr>
          <p:cNvSpPr/>
          <p:nvPr/>
        </p:nvSpPr>
        <p:spPr>
          <a:xfrm>
            <a:off x="1098074" y="2296393"/>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latin typeface="Open Sans" panose="020B0606030504020204" pitchFamily="34" charset="0"/>
                <a:ea typeface="Open Sans" panose="020B0606030504020204" pitchFamily="34" charset="0"/>
                <a:cs typeface="Open Sans" panose="020B0606030504020204" pitchFamily="34" charset="0"/>
              </a:rPr>
              <a:t>/permissions to set the approval rules you want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a:extLst>
              <a:ext uri="{FF2B5EF4-FFF2-40B4-BE49-F238E27FC236}">
                <a16:creationId xmlns:a16="http://schemas.microsoft.com/office/drawing/2014/main" id="{8DD1ECD3-0AE5-AC45-5ADF-331BA56073C3}"/>
              </a:ext>
            </a:extLst>
          </p:cNvPr>
          <p:cNvSpPr/>
          <p:nvPr/>
        </p:nvSpPr>
        <p:spPr>
          <a:xfrm>
            <a:off x="457994" y="2982193"/>
            <a:ext cx="11274552" cy="557784"/>
          </a:xfrm>
          <a:prstGeom prst="roundRect">
            <a:avLst>
              <a:gd name="adj" fmla="val 9836"/>
            </a:avLst>
          </a:prstGeom>
          <a:solidFill>
            <a:srgbClr val="F5F5F5"/>
          </a:solidFill>
          <a:ln/>
        </p:spPr>
        <p:txBody>
          <a:bodyPr/>
          <a:lstStyle/>
          <a:p>
            <a:endParaRPr lang="en-US" sz="3200"/>
          </a:p>
        </p:txBody>
      </p:sp>
      <p:sp>
        <p:nvSpPr>
          <p:cNvPr id="17" name="Shape 15">
            <a:extLst>
              <a:ext uri="{FF2B5EF4-FFF2-40B4-BE49-F238E27FC236}">
                <a16:creationId xmlns:a16="http://schemas.microsoft.com/office/drawing/2014/main" id="{6EB2ED88-94DA-DF73-622D-D4EF53FA24FC}"/>
              </a:ext>
            </a:extLst>
          </p:cNvPr>
          <p:cNvSpPr/>
          <p:nvPr/>
        </p:nvSpPr>
        <p:spPr>
          <a:xfrm>
            <a:off x="659162" y="3114781"/>
            <a:ext cx="292608" cy="292608"/>
          </a:xfrm>
          <a:prstGeom prst="ellipse">
            <a:avLst/>
          </a:prstGeom>
          <a:solidFill>
            <a:schemeClr val="tx2">
              <a:lumMod val="40000"/>
              <a:lumOff val="60000"/>
            </a:schemeClr>
          </a:solidFill>
          <a:ln>
            <a:noFill/>
          </a:ln>
        </p:spPr>
        <p:txBody>
          <a:bodyPr/>
          <a:lstStyle/>
          <a:p>
            <a:endParaRPr lang="en-US" sz="3200"/>
          </a:p>
        </p:txBody>
      </p:sp>
      <p:sp>
        <p:nvSpPr>
          <p:cNvPr id="18" name="Text 16">
            <a:extLst>
              <a:ext uri="{FF2B5EF4-FFF2-40B4-BE49-F238E27FC236}">
                <a16:creationId xmlns:a16="http://schemas.microsoft.com/office/drawing/2014/main" id="{50D1912B-B923-A2AB-BC68-EB2BBD388E47}"/>
              </a:ext>
            </a:extLst>
          </p:cNvPr>
          <p:cNvSpPr/>
          <p:nvPr/>
        </p:nvSpPr>
        <p:spPr>
          <a:xfrm>
            <a:off x="659162" y="31147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C</a:t>
            </a:r>
            <a:endParaRPr lang="en-US" sz="1300"/>
          </a:p>
        </p:txBody>
      </p:sp>
      <p:sp>
        <p:nvSpPr>
          <p:cNvPr id="19" name="Text 17">
            <a:extLst>
              <a:ext uri="{FF2B5EF4-FFF2-40B4-BE49-F238E27FC236}">
                <a16:creationId xmlns:a16="http://schemas.microsoft.com/office/drawing/2014/main" id="{38E20ECF-9B73-D5A5-4182-CF94774E52E6}"/>
              </a:ext>
            </a:extLst>
          </p:cNvPr>
          <p:cNvSpPr/>
          <p:nvPr/>
        </p:nvSpPr>
        <p:spPr>
          <a:xfrm>
            <a:off x="1098074" y="2982193"/>
            <a:ext cx="10515600" cy="557784"/>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C.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/usage to check token spend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06354B6C-F07D-7170-CBAA-7E28AC3FB8CE}"/>
              </a:ext>
            </a:extLst>
          </p:cNvPr>
          <p:cNvSpPr/>
          <p:nvPr/>
        </p:nvSpPr>
        <p:spPr>
          <a:xfrm>
            <a:off x="457994" y="3667993"/>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21" name="Shape 19">
            <a:extLst>
              <a:ext uri="{FF2B5EF4-FFF2-40B4-BE49-F238E27FC236}">
                <a16:creationId xmlns:a16="http://schemas.microsoft.com/office/drawing/2014/main" id="{6030AE76-C30C-B169-54FE-501E2CF99CDB}"/>
              </a:ext>
            </a:extLst>
          </p:cNvPr>
          <p:cNvSpPr/>
          <p:nvPr/>
        </p:nvSpPr>
        <p:spPr>
          <a:xfrm>
            <a:off x="659162" y="3800581"/>
            <a:ext cx="292608" cy="292608"/>
          </a:xfrm>
          <a:prstGeom prst="ellipse">
            <a:avLst/>
          </a:prstGeom>
          <a:solidFill>
            <a:srgbClr val="00B050"/>
          </a:solidFill>
          <a:ln/>
        </p:spPr>
        <p:txBody>
          <a:bodyPr/>
          <a:lstStyle/>
          <a:p>
            <a:endParaRPr lang="en-US" sz="3200"/>
          </a:p>
        </p:txBody>
      </p:sp>
      <p:sp>
        <p:nvSpPr>
          <p:cNvPr id="22" name="Text 20">
            <a:extLst>
              <a:ext uri="{FF2B5EF4-FFF2-40B4-BE49-F238E27FC236}">
                <a16:creationId xmlns:a16="http://schemas.microsoft.com/office/drawing/2014/main" id="{7B07BB62-F737-566F-EF94-56A25CD5D15C}"/>
              </a:ext>
            </a:extLst>
          </p:cNvPr>
          <p:cNvSpPr/>
          <p:nvPr/>
        </p:nvSpPr>
        <p:spPr>
          <a:xfrm>
            <a:off x="659162" y="38005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23" name="Text 21">
            <a:extLst>
              <a:ext uri="{FF2B5EF4-FFF2-40B4-BE49-F238E27FC236}">
                <a16:creationId xmlns:a16="http://schemas.microsoft.com/office/drawing/2014/main" id="{8448223A-268A-AFFF-82B0-364533655052}"/>
              </a:ext>
            </a:extLst>
          </p:cNvPr>
          <p:cNvSpPr/>
          <p:nvPr/>
        </p:nvSpPr>
        <p:spPr>
          <a:xfrm>
            <a:off x="1098074" y="3667993"/>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D.  </a:t>
            </a:r>
            <a:r>
              <a:rPr lang="en-US" sz="1400" b="1" dirty="0">
                <a:latin typeface="Open Sans" panose="020B0606030504020204" pitchFamily="34" charset="0"/>
                <a:ea typeface="Open Sans" panose="020B0606030504020204" pitchFamily="34" charset="0"/>
                <a:cs typeface="Open Sans" panose="020B0606030504020204" pitchFamily="34" charset="0"/>
              </a:rPr>
              <a:t>Confirm the connector resolves to the right project or board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a:extLst>
              <a:ext uri="{FF2B5EF4-FFF2-40B4-BE49-F238E27FC236}">
                <a16:creationId xmlns:a16="http://schemas.microsoft.com/office/drawing/2014/main" id="{C49D4BF6-C641-3699-75D4-485008E13D43}"/>
              </a:ext>
            </a:extLst>
          </p:cNvPr>
          <p:cNvSpPr/>
          <p:nvPr/>
        </p:nvSpPr>
        <p:spPr>
          <a:xfrm>
            <a:off x="457994" y="4628687"/>
            <a:ext cx="11274552" cy="1143000"/>
          </a:xfrm>
          <a:prstGeom prst="roundRect">
            <a:avLst>
              <a:gd name="adj" fmla="val 5600"/>
            </a:avLst>
          </a:prstGeom>
          <a:solidFill>
            <a:srgbClr val="F5F5F5"/>
          </a:solidFill>
          <a:ln/>
          <a:effectLst>
            <a:outerShdw blurRad="76200" dist="38100" dir="5400000" algn="bl" rotWithShape="0">
              <a:srgbClr val="9AA3B0">
                <a:alpha val="32000"/>
              </a:srgbClr>
            </a:outerShdw>
          </a:effectLst>
        </p:spPr>
        <p:txBody>
          <a:bodyPr/>
          <a:lstStyle/>
          <a:p>
            <a:endParaRPr lang="en-US" sz="3200"/>
          </a:p>
        </p:txBody>
      </p:sp>
      <p:sp>
        <p:nvSpPr>
          <p:cNvPr id="25" name="Text 23">
            <a:extLst>
              <a:ext uri="{FF2B5EF4-FFF2-40B4-BE49-F238E27FC236}">
                <a16:creationId xmlns:a16="http://schemas.microsoft.com/office/drawing/2014/main" id="{0AB60A4E-9F98-8E87-9C4F-5E55F508F354}"/>
              </a:ext>
            </a:extLst>
          </p:cNvPr>
          <p:cNvSpPr/>
          <p:nvPr/>
        </p:nvSpPr>
        <p:spPr>
          <a:xfrm>
            <a:off x="686594" y="4747559"/>
            <a:ext cx="1828800" cy="274320"/>
          </a:xfrm>
          <a:prstGeom prst="rect">
            <a:avLst/>
          </a:prstGeom>
          <a:noFill/>
          <a:ln/>
        </p:spPr>
        <p:txBody>
          <a:bodyPr wrap="square" lIns="0" tIns="0" rIns="0" bIns="0" rtlCol="0" anchor="ctr"/>
          <a:lstStyle/>
          <a:p>
            <a:r>
              <a:rPr lang="en-US" sz="1200" b="1" kern="0" spc="15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ANSWER</a:t>
            </a:r>
            <a:endParaRPr lang="en-US"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3CAED462-3F8B-75E3-ADBA-E0D70D3E4B79}"/>
              </a:ext>
            </a:extLst>
          </p:cNvPr>
          <p:cNvSpPr/>
          <p:nvPr/>
        </p:nvSpPr>
        <p:spPr>
          <a:xfrm>
            <a:off x="686594" y="5074656"/>
            <a:ext cx="10817352" cy="658368"/>
          </a:xfrm>
          <a:prstGeom prst="rect">
            <a:avLst/>
          </a:prstGeom>
          <a:noFill/>
          <a:ln/>
        </p:spPr>
        <p:txBody>
          <a:bodyPr wrap="square" lIns="0" tIns="0" rIns="0" bIns="0" rtlCol="0" anchor="t"/>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B, D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a:t>
            </a:r>
            <a:r>
              <a:rPr lang="en-US" sz="1400" dirty="0" err="1">
                <a:solidFill>
                  <a:srgbClr val="27303F"/>
                </a:solidFill>
                <a:latin typeface="Open Sans" panose="020B0606030504020204" pitchFamily="34" charset="0"/>
                <a:ea typeface="Open Sans" panose="020B0606030504020204" pitchFamily="34" charset="0"/>
                <a:cs typeface="Open Sans" panose="020B0606030504020204" pitchFamily="34" charset="0"/>
              </a:rPr>
              <a:t>mcp</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 registers and verifies servers, /permissions sets trust boundaries, and you confirm it points to the right data. /usage is about spend, not tool setup.</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36354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704344"/>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The key difference when using Claude on front-end versus back-end work is: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A41A6D85-2465-2B67-4CE7-626F4B3BC554}"/>
              </a:ext>
            </a:extLst>
          </p:cNvPr>
          <p:cNvSpPr/>
          <p:nvPr/>
        </p:nvSpPr>
        <p:spPr>
          <a:xfrm>
            <a:off x="457994" y="1601641"/>
            <a:ext cx="11274552" cy="557784"/>
          </a:xfrm>
          <a:prstGeom prst="roundRect">
            <a:avLst>
              <a:gd name="adj" fmla="val 9836"/>
            </a:avLst>
          </a:prstGeom>
          <a:solidFill>
            <a:srgbClr val="F5F5F5"/>
          </a:solidFill>
          <a:ln/>
        </p:spPr>
        <p:txBody>
          <a:bodyPr/>
          <a:lstStyle/>
          <a:p>
            <a:endParaRPr lang="en-US" sz="3200"/>
          </a:p>
        </p:txBody>
      </p:sp>
      <p:sp>
        <p:nvSpPr>
          <p:cNvPr id="9" name="Shape 7"/>
          <p:cNvSpPr/>
          <p:nvPr/>
        </p:nvSpPr>
        <p:spPr>
          <a:xfrm>
            <a:off x="659162" y="174337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337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79786" y="1655363"/>
            <a:ext cx="10515600" cy="450343"/>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Claude can only do back-end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14">
            <a:extLst>
              <a:ext uri="{FF2B5EF4-FFF2-40B4-BE49-F238E27FC236}">
                <a16:creationId xmlns:a16="http://schemas.microsoft.com/office/drawing/2014/main" id="{715B0589-93DD-37B0-6B7B-35A86A22C886}"/>
              </a:ext>
            </a:extLst>
          </p:cNvPr>
          <p:cNvSpPr/>
          <p:nvPr/>
        </p:nvSpPr>
        <p:spPr>
          <a:xfrm>
            <a:off x="457994" y="3031735"/>
            <a:ext cx="11274552" cy="557784"/>
          </a:xfrm>
          <a:prstGeom prst="roundRect">
            <a:avLst>
              <a:gd name="adj" fmla="val 9836"/>
            </a:avLst>
          </a:prstGeom>
          <a:solidFill>
            <a:srgbClr val="F5F5F5"/>
          </a:solidFill>
          <a:ln/>
        </p:spPr>
        <p:txBody>
          <a:bodyPr/>
          <a:lstStyle/>
          <a:p>
            <a:endParaRPr lang="en-US" sz="3200"/>
          </a:p>
        </p:txBody>
      </p:sp>
      <p:sp>
        <p:nvSpPr>
          <p:cNvPr id="17" name="Shape 15"/>
          <p:cNvSpPr/>
          <p:nvPr/>
        </p:nvSpPr>
        <p:spPr>
          <a:xfrm>
            <a:off x="659162" y="3173467"/>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59162" y="31734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79786" y="3085457"/>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Front-end needs no verification at all</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4">
            <a:extLst>
              <a:ext uri="{FF2B5EF4-FFF2-40B4-BE49-F238E27FC236}">
                <a16:creationId xmlns:a16="http://schemas.microsoft.com/office/drawing/2014/main" id="{23B4AD8F-4558-194B-4A9B-0D7E4B59B813}"/>
              </a:ext>
            </a:extLst>
          </p:cNvPr>
          <p:cNvSpPr/>
          <p:nvPr/>
        </p:nvSpPr>
        <p:spPr>
          <a:xfrm>
            <a:off x="457994" y="3731251"/>
            <a:ext cx="11274552" cy="557784"/>
          </a:xfrm>
          <a:prstGeom prst="roundRect">
            <a:avLst>
              <a:gd name="adj" fmla="val 9836"/>
            </a:avLst>
          </a:prstGeom>
          <a:solidFill>
            <a:srgbClr val="F5F5F5"/>
          </a:solidFill>
          <a:ln/>
        </p:spPr>
        <p:txBody>
          <a:bodyPr/>
          <a:lstStyle/>
          <a:p>
            <a:endParaRPr lang="en-US" sz="3200"/>
          </a:p>
        </p:txBody>
      </p:sp>
      <p:sp>
        <p:nvSpPr>
          <p:cNvPr id="21" name="Shape 19"/>
          <p:cNvSpPr/>
          <p:nvPr/>
        </p:nvSpPr>
        <p:spPr>
          <a:xfrm>
            <a:off x="659162" y="387298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87298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79786" y="3784973"/>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There is no practical difference</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14">
            <a:extLst>
              <a:ext uri="{FF2B5EF4-FFF2-40B4-BE49-F238E27FC236}">
                <a16:creationId xmlns:a16="http://schemas.microsoft.com/office/drawing/2014/main" id="{D1A2CC2B-561E-EA92-90AB-48BB68A272EC}"/>
              </a:ext>
            </a:extLst>
          </p:cNvPr>
          <p:cNvSpPr/>
          <p:nvPr/>
        </p:nvSpPr>
        <p:spPr>
          <a:xfrm>
            <a:off x="457994" y="2301157"/>
            <a:ext cx="11274552" cy="557784"/>
          </a:xfrm>
          <a:prstGeom prst="roundRect">
            <a:avLst>
              <a:gd name="adj" fmla="val 9836"/>
            </a:avLst>
          </a:prstGeom>
          <a:solidFill>
            <a:srgbClr val="F5F5F5"/>
          </a:solidFill>
          <a:ln/>
        </p:spPr>
        <p:txBody>
          <a:bodyPr/>
          <a:lstStyle/>
          <a:p>
            <a:endParaRPr lang="en-US" sz="3200"/>
          </a:p>
        </p:txBody>
      </p:sp>
      <p:sp>
        <p:nvSpPr>
          <p:cNvPr id="8" name="Shape 7">
            <a:extLst>
              <a:ext uri="{FF2B5EF4-FFF2-40B4-BE49-F238E27FC236}">
                <a16:creationId xmlns:a16="http://schemas.microsoft.com/office/drawing/2014/main" id="{12E65910-C8CE-AF38-1F67-BDCE5E7939D9}"/>
              </a:ext>
            </a:extLst>
          </p:cNvPr>
          <p:cNvSpPr/>
          <p:nvPr/>
        </p:nvSpPr>
        <p:spPr>
          <a:xfrm>
            <a:off x="659162" y="2442889"/>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8">
            <a:extLst>
              <a:ext uri="{FF2B5EF4-FFF2-40B4-BE49-F238E27FC236}">
                <a16:creationId xmlns:a16="http://schemas.microsoft.com/office/drawing/2014/main" id="{FC718458-7D21-E51D-CEB4-66AA8ED5CB3D}"/>
              </a:ext>
            </a:extLst>
          </p:cNvPr>
          <p:cNvSpPr/>
          <p:nvPr/>
        </p:nvSpPr>
        <p:spPr>
          <a:xfrm>
            <a:off x="659162" y="2442889"/>
            <a:ext cx="274320" cy="274320"/>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a:extLst>
              <a:ext uri="{FF2B5EF4-FFF2-40B4-BE49-F238E27FC236}">
                <a16:creationId xmlns:a16="http://schemas.microsoft.com/office/drawing/2014/main" id="{EE63D46A-6DAF-3140-2AA4-3C3878153C44}"/>
              </a:ext>
            </a:extLst>
          </p:cNvPr>
          <p:cNvSpPr/>
          <p:nvPr/>
        </p:nvSpPr>
        <p:spPr>
          <a:xfrm>
            <a:off x="1079786" y="2354879"/>
            <a:ext cx="10515600" cy="450343"/>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rgbClr val="4A5A78"/>
                </a:solidFill>
                <a:latin typeface="Open Sans" panose="020B0606030504020204" pitchFamily="34" charset="0"/>
                <a:ea typeface="Open Sans" panose="020B0606030504020204" pitchFamily="34" charset="0"/>
                <a:cs typeface="Open Sans" panose="020B0606030504020204" pitchFamily="34" charset="0"/>
              </a:rPr>
              <a:t>Back-end is verified by running tests; front-end usually needs you to check the rendered UI, because Claude cannot see pixels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1294-8A87-B182-94D3-CC85DE7C5A88}"/>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B49BCF2A-2AE0-042D-3204-994446B76F92}"/>
              </a:ext>
            </a:extLst>
          </p:cNvPr>
          <p:cNvSpPr/>
          <p:nvPr/>
        </p:nvSpPr>
        <p:spPr>
          <a:xfrm>
            <a:off x="457994" y="704344"/>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The key difference when using Claude on front-end versus back-end work is: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DD28EDFA-C3D9-3D47-2947-40D7BE0E42BA}"/>
              </a:ext>
            </a:extLst>
          </p:cNvPr>
          <p:cNvSpPr/>
          <p:nvPr/>
        </p:nvSpPr>
        <p:spPr>
          <a:xfrm>
            <a:off x="457994" y="1601641"/>
            <a:ext cx="11274552" cy="557784"/>
          </a:xfrm>
          <a:prstGeom prst="roundRect">
            <a:avLst>
              <a:gd name="adj" fmla="val 9836"/>
            </a:avLst>
          </a:prstGeom>
          <a:solidFill>
            <a:srgbClr val="F5F5F5"/>
          </a:solidFill>
          <a:ln/>
        </p:spPr>
        <p:txBody>
          <a:bodyPr/>
          <a:lstStyle/>
          <a:p>
            <a:endParaRPr lang="en-US" sz="3200"/>
          </a:p>
        </p:txBody>
      </p:sp>
      <p:sp>
        <p:nvSpPr>
          <p:cNvPr id="9" name="Shape 7">
            <a:extLst>
              <a:ext uri="{FF2B5EF4-FFF2-40B4-BE49-F238E27FC236}">
                <a16:creationId xmlns:a16="http://schemas.microsoft.com/office/drawing/2014/main" id="{F9014317-CC7E-058B-A0D6-93B78C03FEA8}"/>
              </a:ext>
            </a:extLst>
          </p:cNvPr>
          <p:cNvSpPr/>
          <p:nvPr/>
        </p:nvSpPr>
        <p:spPr>
          <a:xfrm>
            <a:off x="659162" y="174337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B7EB0044-C98B-6278-ADBC-60191D89D7C3}"/>
              </a:ext>
            </a:extLst>
          </p:cNvPr>
          <p:cNvSpPr/>
          <p:nvPr/>
        </p:nvSpPr>
        <p:spPr>
          <a:xfrm>
            <a:off x="659162" y="174337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922C5E94-2BA6-6711-7947-1BC4C6827E48}"/>
              </a:ext>
            </a:extLst>
          </p:cNvPr>
          <p:cNvSpPr/>
          <p:nvPr/>
        </p:nvSpPr>
        <p:spPr>
          <a:xfrm>
            <a:off x="1079786" y="1655363"/>
            <a:ext cx="10515600" cy="450343"/>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Claude can only do back-end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0">
            <a:extLst>
              <a:ext uri="{FF2B5EF4-FFF2-40B4-BE49-F238E27FC236}">
                <a16:creationId xmlns:a16="http://schemas.microsoft.com/office/drawing/2014/main" id="{B9BE48F0-5E99-1B5E-330F-B26645C224B2}"/>
              </a:ext>
            </a:extLst>
          </p:cNvPr>
          <p:cNvSpPr/>
          <p:nvPr/>
        </p:nvSpPr>
        <p:spPr>
          <a:xfrm>
            <a:off x="457994" y="2296859"/>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13" name="Shape 11">
            <a:extLst>
              <a:ext uri="{FF2B5EF4-FFF2-40B4-BE49-F238E27FC236}">
                <a16:creationId xmlns:a16="http://schemas.microsoft.com/office/drawing/2014/main" id="{17AC93DB-8580-E2D7-A18E-A637C7A92D8B}"/>
              </a:ext>
            </a:extLst>
          </p:cNvPr>
          <p:cNvSpPr/>
          <p:nvPr/>
        </p:nvSpPr>
        <p:spPr>
          <a:xfrm>
            <a:off x="659162" y="2438591"/>
            <a:ext cx="274320" cy="274320"/>
          </a:xfrm>
          <a:prstGeom prst="ellipse">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E832242E-CCED-E905-4B12-88902B81B96B}"/>
              </a:ext>
            </a:extLst>
          </p:cNvPr>
          <p:cNvSpPr/>
          <p:nvPr/>
        </p:nvSpPr>
        <p:spPr>
          <a:xfrm>
            <a:off x="659162" y="2438591"/>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BA758001-7B78-5D3C-2685-B39A7153A6AA}"/>
              </a:ext>
            </a:extLst>
          </p:cNvPr>
          <p:cNvSpPr/>
          <p:nvPr/>
        </p:nvSpPr>
        <p:spPr>
          <a:xfrm>
            <a:off x="1079786" y="2350581"/>
            <a:ext cx="10515600" cy="450343"/>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Back-end is verified by running tests; front-end usually needs you to check the rendered UI, because Claude cannot see pixels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14">
            <a:extLst>
              <a:ext uri="{FF2B5EF4-FFF2-40B4-BE49-F238E27FC236}">
                <a16:creationId xmlns:a16="http://schemas.microsoft.com/office/drawing/2014/main" id="{852C7625-DDE2-B069-CC3F-C46E6AC2354A}"/>
              </a:ext>
            </a:extLst>
          </p:cNvPr>
          <p:cNvSpPr/>
          <p:nvPr/>
        </p:nvSpPr>
        <p:spPr>
          <a:xfrm>
            <a:off x="457994" y="3031735"/>
            <a:ext cx="11274552" cy="557784"/>
          </a:xfrm>
          <a:prstGeom prst="roundRect">
            <a:avLst>
              <a:gd name="adj" fmla="val 9836"/>
            </a:avLst>
          </a:prstGeom>
          <a:solidFill>
            <a:srgbClr val="F5F5F5"/>
          </a:solidFill>
          <a:ln/>
        </p:spPr>
        <p:txBody>
          <a:bodyPr/>
          <a:lstStyle/>
          <a:p>
            <a:endParaRPr lang="en-US" sz="3200"/>
          </a:p>
        </p:txBody>
      </p:sp>
      <p:sp>
        <p:nvSpPr>
          <p:cNvPr id="17" name="Shape 15">
            <a:extLst>
              <a:ext uri="{FF2B5EF4-FFF2-40B4-BE49-F238E27FC236}">
                <a16:creationId xmlns:a16="http://schemas.microsoft.com/office/drawing/2014/main" id="{0D39A8B6-3C46-6C52-2A2D-766C0118B406}"/>
              </a:ext>
            </a:extLst>
          </p:cNvPr>
          <p:cNvSpPr/>
          <p:nvPr/>
        </p:nvSpPr>
        <p:spPr>
          <a:xfrm>
            <a:off x="659162" y="3173467"/>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D282ED19-A4B8-0972-0D2F-9947C032F91F}"/>
              </a:ext>
            </a:extLst>
          </p:cNvPr>
          <p:cNvSpPr/>
          <p:nvPr/>
        </p:nvSpPr>
        <p:spPr>
          <a:xfrm>
            <a:off x="659162" y="31734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DDF69842-93B0-CAA5-0191-A9A79E8678DF}"/>
              </a:ext>
            </a:extLst>
          </p:cNvPr>
          <p:cNvSpPr/>
          <p:nvPr/>
        </p:nvSpPr>
        <p:spPr>
          <a:xfrm>
            <a:off x="1079786" y="3085457"/>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Front-end needs no verification at all</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4">
            <a:extLst>
              <a:ext uri="{FF2B5EF4-FFF2-40B4-BE49-F238E27FC236}">
                <a16:creationId xmlns:a16="http://schemas.microsoft.com/office/drawing/2014/main" id="{6753D5B7-8EF3-51DF-9626-606E38DB7BF2}"/>
              </a:ext>
            </a:extLst>
          </p:cNvPr>
          <p:cNvSpPr/>
          <p:nvPr/>
        </p:nvSpPr>
        <p:spPr>
          <a:xfrm>
            <a:off x="457994" y="3731251"/>
            <a:ext cx="11274552" cy="557784"/>
          </a:xfrm>
          <a:prstGeom prst="roundRect">
            <a:avLst>
              <a:gd name="adj" fmla="val 9836"/>
            </a:avLst>
          </a:prstGeom>
          <a:solidFill>
            <a:srgbClr val="F5F5F5"/>
          </a:solidFill>
          <a:ln/>
        </p:spPr>
        <p:txBody>
          <a:bodyPr/>
          <a:lstStyle/>
          <a:p>
            <a:endParaRPr lang="en-US" sz="3200"/>
          </a:p>
        </p:txBody>
      </p:sp>
      <p:sp>
        <p:nvSpPr>
          <p:cNvPr id="21" name="Shape 19">
            <a:extLst>
              <a:ext uri="{FF2B5EF4-FFF2-40B4-BE49-F238E27FC236}">
                <a16:creationId xmlns:a16="http://schemas.microsoft.com/office/drawing/2014/main" id="{3701DF5F-4ECE-3989-9B8A-31F1C11F6934}"/>
              </a:ext>
            </a:extLst>
          </p:cNvPr>
          <p:cNvSpPr/>
          <p:nvPr/>
        </p:nvSpPr>
        <p:spPr>
          <a:xfrm>
            <a:off x="659162" y="387298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DA1EF149-3721-DCFB-DE62-A2B68272485D}"/>
              </a:ext>
            </a:extLst>
          </p:cNvPr>
          <p:cNvSpPr/>
          <p:nvPr/>
        </p:nvSpPr>
        <p:spPr>
          <a:xfrm>
            <a:off x="659162" y="387298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9C652F32-D909-3C86-EB1F-7AF2135F587B}"/>
              </a:ext>
            </a:extLst>
          </p:cNvPr>
          <p:cNvSpPr/>
          <p:nvPr/>
        </p:nvSpPr>
        <p:spPr>
          <a:xfrm>
            <a:off x="1079786" y="3784973"/>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There is no practical difference</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a:extLst>
              <a:ext uri="{FF2B5EF4-FFF2-40B4-BE49-F238E27FC236}">
                <a16:creationId xmlns:a16="http://schemas.microsoft.com/office/drawing/2014/main" id="{BF93BBA4-740C-8485-BC6B-B762C0F01F3B}"/>
              </a:ext>
            </a:extLst>
          </p:cNvPr>
          <p:cNvSpPr/>
          <p:nvPr/>
        </p:nvSpPr>
        <p:spPr>
          <a:xfrm>
            <a:off x="457994" y="4684859"/>
            <a:ext cx="11274552" cy="1143000"/>
          </a:xfrm>
          <a:prstGeom prst="roundRect">
            <a:avLst>
              <a:gd name="adj" fmla="val 5600"/>
            </a:avLst>
          </a:prstGeom>
          <a:solidFill>
            <a:srgbClr val="F5F5F5"/>
          </a:solidFill>
          <a:ln/>
          <a:effectLst>
            <a:outerShdw blurRad="76200" dist="38100" dir="5400000" algn="bl" rotWithShape="0">
              <a:srgbClr val="9AA3B0">
                <a:alpha val="32000"/>
              </a:srgbClr>
            </a:outerShdw>
          </a:effectLst>
        </p:spPr>
        <p:txBody>
          <a:bodyPr/>
          <a:lstStyle/>
          <a:p>
            <a:endParaRPr lang="en-US" sz="3200"/>
          </a:p>
        </p:txBody>
      </p:sp>
      <p:sp>
        <p:nvSpPr>
          <p:cNvPr id="26" name="Shape 24">
            <a:extLst>
              <a:ext uri="{FF2B5EF4-FFF2-40B4-BE49-F238E27FC236}">
                <a16:creationId xmlns:a16="http://schemas.microsoft.com/office/drawing/2014/main" id="{0C0D7E5E-6FD0-C815-DDE4-ECC60C40E428}"/>
              </a:ext>
            </a:extLst>
          </p:cNvPr>
          <p:cNvSpPr/>
          <p:nvPr/>
        </p:nvSpPr>
        <p:spPr>
          <a:xfrm>
            <a:off x="745591" y="5047488"/>
            <a:ext cx="758952" cy="365760"/>
          </a:xfrm>
          <a:prstGeom prst="roundRect">
            <a:avLst>
              <a:gd name="adj" fmla="val 15000"/>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CFEDA0B7-60E1-9C6E-A0EE-F954CEC86A9E}"/>
              </a:ext>
            </a:extLst>
          </p:cNvPr>
          <p:cNvSpPr/>
          <p:nvPr/>
        </p:nvSpPr>
        <p:spPr>
          <a:xfrm>
            <a:off x="714026" y="5047488"/>
            <a:ext cx="758952" cy="365760"/>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ANS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29FE0C54-AE18-2F5A-788A-3424F0061BE1}"/>
              </a:ext>
            </a:extLst>
          </p:cNvPr>
          <p:cNvSpPr/>
          <p:nvPr/>
        </p:nvSpPr>
        <p:spPr>
          <a:xfrm>
            <a:off x="1701578" y="5029200"/>
            <a:ext cx="10030968" cy="384048"/>
          </a:xfrm>
          <a:prstGeom prst="rect">
            <a:avLst/>
          </a:prstGeom>
          <a:noFill/>
          <a:ln/>
        </p:spPr>
        <p:txBody>
          <a:bodyPr wrap="square" lIns="0" tIns="0" rIns="0" bIns="0" rtlCol="0" anchor="ctr"/>
          <a:lstStyle/>
          <a:p>
            <a:r>
              <a:rPr lang="en-US" sz="1400" dirty="0">
                <a:solidFill>
                  <a:srgbClr val="1B2A4A"/>
                </a:solidFill>
                <a:latin typeface="Open Sans" panose="020B0606030504020204" pitchFamily="34" charset="0"/>
                <a:ea typeface="Open Sans" panose="020B0606030504020204" pitchFamily="34" charset="0"/>
                <a:cs typeface="Open Sans" panose="020B0606030504020204" pitchFamily="34" charset="0"/>
              </a:rPr>
              <a:t>Two different verification loops. Claude reasons over code, not over pixels, so you close the loop on anything visual in a real browser.</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197596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0016"/>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A non-technical analyst wants to build a small tool with Claude. Best approach?</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5445DAB9-3E3D-2949-70E2-F84F38236A25}"/>
              </a:ext>
            </a:extLst>
          </p:cNvPr>
          <p:cNvSpPr/>
          <p:nvPr/>
        </p:nvSpPr>
        <p:spPr>
          <a:xfrm>
            <a:off x="457994" y="1608059"/>
            <a:ext cx="11274552" cy="557784"/>
          </a:xfrm>
          <a:prstGeom prst="roundRect">
            <a:avLst>
              <a:gd name="adj" fmla="val 9836"/>
            </a:avLst>
          </a:prstGeom>
          <a:solidFill>
            <a:srgbClr val="F5F5F5"/>
          </a:solidFill>
          <a:ln/>
        </p:spPr>
        <p:txBody>
          <a:bodyPr/>
          <a:lstStyle/>
          <a:p>
            <a:endParaRPr lang="en-US" sz="3200"/>
          </a:p>
        </p:txBody>
      </p:sp>
      <p:sp>
        <p:nvSpPr>
          <p:cNvPr id="9" name="Shape 7"/>
          <p:cNvSpPr/>
          <p:nvPr/>
        </p:nvSpPr>
        <p:spPr>
          <a:xfrm>
            <a:off x="659162" y="1749791"/>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9791"/>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79786" y="1661781"/>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A.  </a:t>
            </a:r>
            <a:r>
              <a:rPr lang="en-US" sz="1400" dirty="0">
                <a:latin typeface="Open Sans" panose="020B0606030504020204" pitchFamily="34" charset="0"/>
                <a:ea typeface="Open Sans" panose="020B0606030504020204" pitchFamily="34" charset="0"/>
                <a:cs typeface="Open Sans" panose="020B0606030504020204" pitchFamily="34" charset="0"/>
              </a:rPr>
              <a:t>Tell them to learn to code first</a:t>
            </a:r>
          </a:p>
        </p:txBody>
      </p:sp>
      <p:sp>
        <p:nvSpPr>
          <p:cNvPr id="5" name="Shape 14">
            <a:extLst>
              <a:ext uri="{FF2B5EF4-FFF2-40B4-BE49-F238E27FC236}">
                <a16:creationId xmlns:a16="http://schemas.microsoft.com/office/drawing/2014/main" id="{3A11C3BB-2B04-F0AB-0444-79FF44E1F59A}"/>
              </a:ext>
            </a:extLst>
          </p:cNvPr>
          <p:cNvSpPr/>
          <p:nvPr/>
        </p:nvSpPr>
        <p:spPr>
          <a:xfrm>
            <a:off x="457994" y="2948191"/>
            <a:ext cx="11274552" cy="557784"/>
          </a:xfrm>
          <a:prstGeom prst="roundRect">
            <a:avLst>
              <a:gd name="adj" fmla="val 9836"/>
            </a:avLst>
          </a:prstGeom>
          <a:solidFill>
            <a:srgbClr val="F5F5F5"/>
          </a:solidFill>
          <a:ln/>
        </p:spPr>
        <p:txBody>
          <a:bodyPr/>
          <a:lstStyle/>
          <a:p>
            <a:endParaRPr lang="en-US" sz="3200"/>
          </a:p>
        </p:txBody>
      </p:sp>
      <p:sp>
        <p:nvSpPr>
          <p:cNvPr id="17" name="Shape 15"/>
          <p:cNvSpPr/>
          <p:nvPr/>
        </p:nvSpPr>
        <p:spPr>
          <a:xfrm>
            <a:off x="659162" y="3089923"/>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59162" y="308992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79786" y="3001913"/>
            <a:ext cx="10515600" cy="450343"/>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C.  </a:t>
            </a:r>
            <a:r>
              <a:rPr lang="en-US" sz="1400">
                <a:latin typeface="Open Sans" panose="020B0606030504020204" pitchFamily="34" charset="0"/>
                <a:ea typeface="Open Sans" panose="020B0606030504020204" pitchFamily="34" charset="0"/>
                <a:cs typeface="Open Sans" panose="020B0606030504020204" pitchFamily="34" charset="0"/>
              </a:rPr>
              <a:t>Conclude they cannot use Claude</a:t>
            </a:r>
          </a:p>
        </p:txBody>
      </p:sp>
      <p:sp>
        <p:nvSpPr>
          <p:cNvPr id="2" name="Shape 14">
            <a:extLst>
              <a:ext uri="{FF2B5EF4-FFF2-40B4-BE49-F238E27FC236}">
                <a16:creationId xmlns:a16="http://schemas.microsoft.com/office/drawing/2014/main" id="{51EB5FF5-E9AB-140B-7CE6-6EF140450080}"/>
              </a:ext>
            </a:extLst>
          </p:cNvPr>
          <p:cNvSpPr/>
          <p:nvPr/>
        </p:nvSpPr>
        <p:spPr>
          <a:xfrm>
            <a:off x="457994" y="3639835"/>
            <a:ext cx="11274552" cy="557784"/>
          </a:xfrm>
          <a:prstGeom prst="roundRect">
            <a:avLst>
              <a:gd name="adj" fmla="val 9836"/>
            </a:avLst>
          </a:prstGeom>
          <a:solidFill>
            <a:srgbClr val="F5F5F5"/>
          </a:solidFill>
          <a:ln/>
        </p:spPr>
        <p:txBody>
          <a:bodyPr/>
          <a:lstStyle/>
          <a:p>
            <a:endParaRPr lang="en-US" sz="3200"/>
          </a:p>
        </p:txBody>
      </p:sp>
      <p:sp>
        <p:nvSpPr>
          <p:cNvPr id="21" name="Shape 19"/>
          <p:cNvSpPr/>
          <p:nvPr/>
        </p:nvSpPr>
        <p:spPr>
          <a:xfrm>
            <a:off x="659162" y="3781567"/>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7815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79786" y="3693557"/>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D.  </a:t>
            </a:r>
            <a:r>
              <a:rPr lang="en-US" sz="1400" dirty="0">
                <a:latin typeface="Open Sans" panose="020B0606030504020204" pitchFamily="34" charset="0"/>
                <a:ea typeface="Open Sans" panose="020B0606030504020204" pitchFamily="34" charset="0"/>
                <a:cs typeface="Open Sans" panose="020B0606030504020204" pitchFamily="34" charset="0"/>
              </a:rPr>
              <a:t>Have them paste unknown code from the internet and hope</a:t>
            </a:r>
          </a:p>
        </p:txBody>
      </p:sp>
      <p:sp>
        <p:nvSpPr>
          <p:cNvPr id="6" name="Shape 14">
            <a:extLst>
              <a:ext uri="{FF2B5EF4-FFF2-40B4-BE49-F238E27FC236}">
                <a16:creationId xmlns:a16="http://schemas.microsoft.com/office/drawing/2014/main" id="{06A046A7-86C5-EB1F-C8A5-65A1CA00326C}"/>
              </a:ext>
            </a:extLst>
          </p:cNvPr>
          <p:cNvSpPr/>
          <p:nvPr/>
        </p:nvSpPr>
        <p:spPr>
          <a:xfrm>
            <a:off x="457994" y="2278125"/>
            <a:ext cx="11274552" cy="557784"/>
          </a:xfrm>
          <a:prstGeom prst="roundRect">
            <a:avLst>
              <a:gd name="adj" fmla="val 9836"/>
            </a:avLst>
          </a:prstGeom>
          <a:solidFill>
            <a:srgbClr val="F5F5F5"/>
          </a:solidFill>
          <a:ln/>
        </p:spPr>
        <p:txBody>
          <a:bodyPr/>
          <a:lstStyle/>
          <a:p>
            <a:endParaRPr lang="en-US" sz="3200"/>
          </a:p>
        </p:txBody>
      </p:sp>
      <p:sp>
        <p:nvSpPr>
          <p:cNvPr id="8" name="Shape 7">
            <a:extLst>
              <a:ext uri="{FF2B5EF4-FFF2-40B4-BE49-F238E27FC236}">
                <a16:creationId xmlns:a16="http://schemas.microsoft.com/office/drawing/2014/main" id="{97511AFA-6B21-15A2-93FC-16F3FF89BFC3}"/>
              </a:ext>
            </a:extLst>
          </p:cNvPr>
          <p:cNvSpPr/>
          <p:nvPr/>
        </p:nvSpPr>
        <p:spPr>
          <a:xfrm>
            <a:off x="659162" y="2419857"/>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8">
            <a:extLst>
              <a:ext uri="{FF2B5EF4-FFF2-40B4-BE49-F238E27FC236}">
                <a16:creationId xmlns:a16="http://schemas.microsoft.com/office/drawing/2014/main" id="{A82AD1D2-956B-3981-760B-BAE182C7EF1D}"/>
              </a:ext>
            </a:extLst>
          </p:cNvPr>
          <p:cNvSpPr/>
          <p:nvPr/>
        </p:nvSpPr>
        <p:spPr>
          <a:xfrm>
            <a:off x="659162" y="2419857"/>
            <a:ext cx="274320" cy="274320"/>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a:extLst>
              <a:ext uri="{FF2B5EF4-FFF2-40B4-BE49-F238E27FC236}">
                <a16:creationId xmlns:a16="http://schemas.microsoft.com/office/drawing/2014/main" id="{D0075A0A-8513-1863-E8EF-035B0CC25779}"/>
              </a:ext>
            </a:extLst>
          </p:cNvPr>
          <p:cNvSpPr/>
          <p:nvPr/>
        </p:nvSpPr>
        <p:spPr>
          <a:xfrm>
            <a:off x="1079786" y="2331847"/>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B. </a:t>
            </a:r>
            <a:r>
              <a:rPr lang="en-US" sz="1400" dirty="0">
                <a:latin typeface="Open Sans" panose="020B0606030504020204" pitchFamily="34" charset="0"/>
                <a:ea typeface="Open Sans" panose="020B0606030504020204" pitchFamily="34" charset="0"/>
                <a:cs typeface="Open Sans" panose="020B0606030504020204" pitchFamily="34" charset="0"/>
              </a:rPr>
              <a:t>Start from a plain-English brief and the build loop; Claude writes and explains, they verify the </a:t>
            </a:r>
            <a:r>
              <a:rPr lang="en-US" sz="1400" dirty="0" err="1">
                <a:latin typeface="Open Sans" panose="020B0606030504020204" pitchFamily="34" charset="0"/>
                <a:ea typeface="Open Sans" panose="020B0606030504020204" pitchFamily="34" charset="0"/>
                <a:cs typeface="Open Sans" panose="020B0606030504020204" pitchFamily="34" charset="0"/>
              </a:rPr>
              <a:t>behaviour</a:t>
            </a:r>
            <a:r>
              <a:rPr lang="en-US" sz="1400" dirty="0">
                <a:latin typeface="Open Sans" panose="020B0606030504020204" pitchFamily="34" charset="0"/>
                <a:ea typeface="Open Sans" panose="020B0606030504020204" pitchFamily="34" charset="0"/>
                <a:cs typeface="Open Sans" panose="020B0606030504020204" pitchFamily="34" charset="0"/>
              </a:rPr>
              <a:t> and the outcome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FBFA7-D5BB-D0CC-7CEC-398420A8085C}"/>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A657C1BF-D43B-427E-8D5D-A9BF3BE8C4FB}"/>
              </a:ext>
            </a:extLst>
          </p:cNvPr>
          <p:cNvSpPr/>
          <p:nvPr/>
        </p:nvSpPr>
        <p:spPr>
          <a:xfrm>
            <a:off x="457994" y="690016"/>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A non-technical analyst wants to build a small tool with Claude. Best approach?</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7AFE64A2-23C3-1291-728D-2C63CE7E5156}"/>
              </a:ext>
            </a:extLst>
          </p:cNvPr>
          <p:cNvSpPr/>
          <p:nvPr/>
        </p:nvSpPr>
        <p:spPr>
          <a:xfrm>
            <a:off x="457994" y="1608059"/>
            <a:ext cx="11274552" cy="557784"/>
          </a:xfrm>
          <a:prstGeom prst="roundRect">
            <a:avLst>
              <a:gd name="adj" fmla="val 9836"/>
            </a:avLst>
          </a:prstGeom>
          <a:solidFill>
            <a:srgbClr val="F5F5F5"/>
          </a:solidFill>
          <a:ln/>
        </p:spPr>
        <p:txBody>
          <a:bodyPr/>
          <a:lstStyle/>
          <a:p>
            <a:endParaRPr lang="en-US" sz="3200"/>
          </a:p>
        </p:txBody>
      </p:sp>
      <p:sp>
        <p:nvSpPr>
          <p:cNvPr id="9" name="Shape 7">
            <a:extLst>
              <a:ext uri="{FF2B5EF4-FFF2-40B4-BE49-F238E27FC236}">
                <a16:creationId xmlns:a16="http://schemas.microsoft.com/office/drawing/2014/main" id="{6D9AD6F0-D9EE-CB79-29E1-112A4DD54DCA}"/>
              </a:ext>
            </a:extLst>
          </p:cNvPr>
          <p:cNvSpPr/>
          <p:nvPr/>
        </p:nvSpPr>
        <p:spPr>
          <a:xfrm>
            <a:off x="659162" y="1749791"/>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8D608298-186E-B393-C563-7E7C860DEDD1}"/>
              </a:ext>
            </a:extLst>
          </p:cNvPr>
          <p:cNvSpPr/>
          <p:nvPr/>
        </p:nvSpPr>
        <p:spPr>
          <a:xfrm>
            <a:off x="659162" y="1749791"/>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BFACAF18-3CC8-05E7-BE83-7CC7D7B491A2}"/>
              </a:ext>
            </a:extLst>
          </p:cNvPr>
          <p:cNvSpPr/>
          <p:nvPr/>
        </p:nvSpPr>
        <p:spPr>
          <a:xfrm>
            <a:off x="1079786" y="1661781"/>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A.  </a:t>
            </a:r>
            <a:r>
              <a:rPr lang="en-US" sz="1400" dirty="0">
                <a:latin typeface="Open Sans" panose="020B0606030504020204" pitchFamily="34" charset="0"/>
                <a:ea typeface="Open Sans" panose="020B0606030504020204" pitchFamily="34" charset="0"/>
                <a:cs typeface="Open Sans" panose="020B0606030504020204" pitchFamily="34" charset="0"/>
              </a:rPr>
              <a:t>Tell them to learn to code first</a:t>
            </a:r>
          </a:p>
        </p:txBody>
      </p:sp>
      <p:sp>
        <p:nvSpPr>
          <p:cNvPr id="4" name="Shape 10">
            <a:extLst>
              <a:ext uri="{FF2B5EF4-FFF2-40B4-BE49-F238E27FC236}">
                <a16:creationId xmlns:a16="http://schemas.microsoft.com/office/drawing/2014/main" id="{6B1312CB-0600-B423-7194-AD4D38B07FD7}"/>
              </a:ext>
            </a:extLst>
          </p:cNvPr>
          <p:cNvSpPr/>
          <p:nvPr/>
        </p:nvSpPr>
        <p:spPr>
          <a:xfrm>
            <a:off x="457994" y="2296859"/>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13" name="Shape 11">
            <a:extLst>
              <a:ext uri="{FF2B5EF4-FFF2-40B4-BE49-F238E27FC236}">
                <a16:creationId xmlns:a16="http://schemas.microsoft.com/office/drawing/2014/main" id="{B5A8A3C2-96D9-2330-021B-3E292FB5E700}"/>
              </a:ext>
            </a:extLst>
          </p:cNvPr>
          <p:cNvSpPr/>
          <p:nvPr/>
        </p:nvSpPr>
        <p:spPr>
          <a:xfrm>
            <a:off x="659162" y="2438591"/>
            <a:ext cx="274320" cy="274320"/>
          </a:xfrm>
          <a:prstGeom prst="ellipse">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DE6EED79-7B46-9E26-F5DB-F8EE4BF35DB7}"/>
              </a:ext>
            </a:extLst>
          </p:cNvPr>
          <p:cNvSpPr/>
          <p:nvPr/>
        </p:nvSpPr>
        <p:spPr>
          <a:xfrm>
            <a:off x="659162" y="2438591"/>
            <a:ext cx="274320" cy="274320"/>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57244541-AF54-ABE9-ED21-8E39AD35C121}"/>
              </a:ext>
            </a:extLst>
          </p:cNvPr>
          <p:cNvSpPr/>
          <p:nvPr/>
        </p:nvSpPr>
        <p:spPr>
          <a:xfrm>
            <a:off x="1079786" y="2350581"/>
            <a:ext cx="10515600" cy="450343"/>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latin typeface="Open Sans" panose="020B0606030504020204" pitchFamily="34" charset="0"/>
                <a:ea typeface="Open Sans" panose="020B0606030504020204" pitchFamily="34" charset="0"/>
                <a:cs typeface="Open Sans" panose="020B0606030504020204" pitchFamily="34" charset="0"/>
              </a:rPr>
              <a:t>Start from a plain-English brief and the build loop; Claude writes and explains, they verify the </a:t>
            </a:r>
            <a:r>
              <a:rPr lang="en-US" sz="1400" b="1" dirty="0" err="1">
                <a:latin typeface="Open Sans" panose="020B0606030504020204" pitchFamily="34" charset="0"/>
                <a:ea typeface="Open Sans" panose="020B0606030504020204" pitchFamily="34" charset="0"/>
                <a:cs typeface="Open Sans" panose="020B0606030504020204" pitchFamily="34" charset="0"/>
              </a:rPr>
              <a:t>behaviour</a:t>
            </a:r>
            <a:r>
              <a:rPr lang="en-US" sz="1400" b="1" dirty="0">
                <a:latin typeface="Open Sans" panose="020B0606030504020204" pitchFamily="34" charset="0"/>
                <a:ea typeface="Open Sans" panose="020B0606030504020204" pitchFamily="34" charset="0"/>
                <a:cs typeface="Open Sans" panose="020B0606030504020204" pitchFamily="34" charset="0"/>
              </a:rPr>
              <a:t> and the outcome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4">
            <a:extLst>
              <a:ext uri="{FF2B5EF4-FFF2-40B4-BE49-F238E27FC236}">
                <a16:creationId xmlns:a16="http://schemas.microsoft.com/office/drawing/2014/main" id="{BB9E7485-D879-1BCA-77C1-2A66FD683636}"/>
              </a:ext>
            </a:extLst>
          </p:cNvPr>
          <p:cNvSpPr/>
          <p:nvPr/>
        </p:nvSpPr>
        <p:spPr>
          <a:xfrm>
            <a:off x="457994" y="2948191"/>
            <a:ext cx="11274552" cy="557784"/>
          </a:xfrm>
          <a:prstGeom prst="roundRect">
            <a:avLst>
              <a:gd name="adj" fmla="val 9836"/>
            </a:avLst>
          </a:prstGeom>
          <a:solidFill>
            <a:srgbClr val="F5F5F5"/>
          </a:solidFill>
          <a:ln/>
        </p:spPr>
        <p:txBody>
          <a:bodyPr/>
          <a:lstStyle/>
          <a:p>
            <a:endParaRPr lang="en-US" sz="3200"/>
          </a:p>
        </p:txBody>
      </p:sp>
      <p:sp>
        <p:nvSpPr>
          <p:cNvPr id="17" name="Shape 15">
            <a:extLst>
              <a:ext uri="{FF2B5EF4-FFF2-40B4-BE49-F238E27FC236}">
                <a16:creationId xmlns:a16="http://schemas.microsoft.com/office/drawing/2014/main" id="{AE4D9A14-F078-B1E8-2E49-13C57DC3B045}"/>
              </a:ext>
            </a:extLst>
          </p:cNvPr>
          <p:cNvSpPr/>
          <p:nvPr/>
        </p:nvSpPr>
        <p:spPr>
          <a:xfrm>
            <a:off x="659162" y="3089923"/>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3CD8DC74-1DE1-1F67-2ADF-F7989417405D}"/>
              </a:ext>
            </a:extLst>
          </p:cNvPr>
          <p:cNvSpPr/>
          <p:nvPr/>
        </p:nvSpPr>
        <p:spPr>
          <a:xfrm>
            <a:off x="659162" y="308992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E1A0B9E5-9798-ED2C-B03F-9E6A7506938B}"/>
              </a:ext>
            </a:extLst>
          </p:cNvPr>
          <p:cNvSpPr/>
          <p:nvPr/>
        </p:nvSpPr>
        <p:spPr>
          <a:xfrm>
            <a:off x="1079786" y="3001913"/>
            <a:ext cx="10515600" cy="450343"/>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C.  </a:t>
            </a:r>
            <a:r>
              <a:rPr lang="en-US" sz="1400">
                <a:latin typeface="Open Sans" panose="020B0606030504020204" pitchFamily="34" charset="0"/>
                <a:ea typeface="Open Sans" panose="020B0606030504020204" pitchFamily="34" charset="0"/>
                <a:cs typeface="Open Sans" panose="020B0606030504020204" pitchFamily="34" charset="0"/>
              </a:rPr>
              <a:t>Conclude they cannot use Claude</a:t>
            </a:r>
          </a:p>
        </p:txBody>
      </p:sp>
      <p:sp>
        <p:nvSpPr>
          <p:cNvPr id="2" name="Shape 14">
            <a:extLst>
              <a:ext uri="{FF2B5EF4-FFF2-40B4-BE49-F238E27FC236}">
                <a16:creationId xmlns:a16="http://schemas.microsoft.com/office/drawing/2014/main" id="{43181127-F543-0877-6C42-4921141BA2ED}"/>
              </a:ext>
            </a:extLst>
          </p:cNvPr>
          <p:cNvSpPr/>
          <p:nvPr/>
        </p:nvSpPr>
        <p:spPr>
          <a:xfrm>
            <a:off x="457994" y="3639835"/>
            <a:ext cx="11274552" cy="557784"/>
          </a:xfrm>
          <a:prstGeom prst="roundRect">
            <a:avLst>
              <a:gd name="adj" fmla="val 9836"/>
            </a:avLst>
          </a:prstGeom>
          <a:solidFill>
            <a:srgbClr val="F5F5F5"/>
          </a:solidFill>
          <a:ln/>
        </p:spPr>
        <p:txBody>
          <a:bodyPr/>
          <a:lstStyle/>
          <a:p>
            <a:endParaRPr lang="en-US" sz="3200"/>
          </a:p>
        </p:txBody>
      </p:sp>
      <p:sp>
        <p:nvSpPr>
          <p:cNvPr id="21" name="Shape 19">
            <a:extLst>
              <a:ext uri="{FF2B5EF4-FFF2-40B4-BE49-F238E27FC236}">
                <a16:creationId xmlns:a16="http://schemas.microsoft.com/office/drawing/2014/main" id="{C9058E18-4370-4F63-605D-D6508F71F2A7}"/>
              </a:ext>
            </a:extLst>
          </p:cNvPr>
          <p:cNvSpPr/>
          <p:nvPr/>
        </p:nvSpPr>
        <p:spPr>
          <a:xfrm>
            <a:off x="659162" y="3781567"/>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13DEF2D5-DDF0-A12C-0CF9-1B35C99BF22C}"/>
              </a:ext>
            </a:extLst>
          </p:cNvPr>
          <p:cNvSpPr/>
          <p:nvPr/>
        </p:nvSpPr>
        <p:spPr>
          <a:xfrm>
            <a:off x="659162" y="37815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F4A0C65F-218C-FEE9-BCDD-AF0AA1B98D22}"/>
              </a:ext>
            </a:extLst>
          </p:cNvPr>
          <p:cNvSpPr/>
          <p:nvPr/>
        </p:nvSpPr>
        <p:spPr>
          <a:xfrm>
            <a:off x="1079786" y="3693557"/>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D.  </a:t>
            </a:r>
            <a:r>
              <a:rPr lang="en-US" sz="1400" dirty="0">
                <a:latin typeface="Open Sans" panose="020B0606030504020204" pitchFamily="34" charset="0"/>
                <a:ea typeface="Open Sans" panose="020B0606030504020204" pitchFamily="34" charset="0"/>
                <a:cs typeface="Open Sans" panose="020B0606030504020204" pitchFamily="34" charset="0"/>
              </a:rPr>
              <a:t>Have them paste unknown code from the internet and hope</a:t>
            </a:r>
          </a:p>
        </p:txBody>
      </p:sp>
      <p:sp>
        <p:nvSpPr>
          <p:cNvPr id="24" name="Shape 22">
            <a:extLst>
              <a:ext uri="{FF2B5EF4-FFF2-40B4-BE49-F238E27FC236}">
                <a16:creationId xmlns:a16="http://schemas.microsoft.com/office/drawing/2014/main" id="{A6A65B5E-6211-1D17-710E-3A218C480037}"/>
              </a:ext>
            </a:extLst>
          </p:cNvPr>
          <p:cNvSpPr/>
          <p:nvPr/>
        </p:nvSpPr>
        <p:spPr>
          <a:xfrm>
            <a:off x="426429" y="4453341"/>
            <a:ext cx="11274552" cy="1417320"/>
          </a:xfrm>
          <a:prstGeom prst="roundRect">
            <a:avLst>
              <a:gd name="adj" fmla="val 5161"/>
            </a:avLst>
          </a:prstGeom>
          <a:solidFill>
            <a:srgbClr val="F5F5F5"/>
          </a:solidFill>
          <a:ln/>
          <a:effectLst>
            <a:outerShdw blurRad="76200" dist="38100" dir="5400000" algn="bl" rotWithShape="0">
              <a:srgbClr val="9AA3B0">
                <a:alpha val="30000"/>
              </a:srgbClr>
            </a:outerShdw>
          </a:effectLst>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E85305AD-8A5B-E939-69DE-00DDB12E9221}"/>
              </a:ext>
            </a:extLst>
          </p:cNvPr>
          <p:cNvSpPr/>
          <p:nvPr/>
        </p:nvSpPr>
        <p:spPr>
          <a:xfrm>
            <a:off x="714026" y="4979121"/>
            <a:ext cx="2971800" cy="365760"/>
          </a:xfrm>
          <a:prstGeom prst="roundRect">
            <a:avLst>
              <a:gd name="adj" fmla="val 15000"/>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4DF4A51A-D84D-E9D0-F525-22CDA868F649}"/>
              </a:ext>
            </a:extLst>
          </p:cNvPr>
          <p:cNvSpPr/>
          <p:nvPr/>
        </p:nvSpPr>
        <p:spPr>
          <a:xfrm>
            <a:off x="714026" y="4979121"/>
            <a:ext cx="2971800" cy="365760"/>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Automation · Augmentation</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A4FBF99F-8361-DB73-D35C-381797913016}"/>
              </a:ext>
            </a:extLst>
          </p:cNvPr>
          <p:cNvSpPr/>
          <p:nvPr/>
        </p:nvSpPr>
        <p:spPr>
          <a:xfrm>
            <a:off x="3882861" y="4727661"/>
            <a:ext cx="7818120" cy="868680"/>
          </a:xfrm>
          <a:prstGeom prst="rect">
            <a:avLst/>
          </a:prstGeom>
          <a:noFill/>
          <a:ln/>
        </p:spPr>
        <p:txBody>
          <a:bodyPr wrap="square" lIns="0" tIns="0" rIns="0" bIns="0" rtlCol="0" anchor="ctr"/>
          <a:lstStyle/>
          <a:p>
            <a:r>
              <a:rPr lang="en-US" sz="1400" dirty="0">
                <a:solidFill>
                  <a:srgbClr val="1B2A4A"/>
                </a:solidFill>
                <a:latin typeface="Open Sans" panose="020B0606030504020204" pitchFamily="34" charset="0"/>
                <a:ea typeface="Open Sans" panose="020B0606030504020204" pitchFamily="34" charset="0"/>
                <a:cs typeface="Open Sans" panose="020B0606030504020204" pitchFamily="34" charset="0"/>
              </a:rPr>
              <a:t>Claude augments the non-coder. They own the problem and the verification; Claude owns the syntax. Outcome over implementation.</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96635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E3B3-9604-B130-9684-BF61C011062D}"/>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BDEFE1E9-927C-2B85-EC95-1C60396CB031}"/>
              </a:ext>
            </a:extLst>
          </p:cNvPr>
          <p:cNvSpPr/>
          <p:nvPr/>
        </p:nvSpPr>
        <p:spPr>
          <a:xfrm>
            <a:off x="457994" y="700933"/>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Project estimation. You are a Program Manager with two days to estimate enhancements to a hospital </a:t>
            </a:r>
            <a:r>
              <a:rPr lang="en-US" sz="1800" b="1" dirty="0" err="1">
                <a:latin typeface="Open Sans" panose="020B0606030504020204" pitchFamily="34" charset="0"/>
                <a:ea typeface="Open Sans" panose="020B0606030504020204" pitchFamily="34" charset="0"/>
                <a:cs typeface="Open Sans" panose="020B0606030504020204" pitchFamily="34" charset="0"/>
              </a:rPr>
              <a:t>DischargeFlow</a:t>
            </a:r>
            <a:r>
              <a:rPr lang="en-US" sz="1800" b="1" dirty="0">
                <a:latin typeface="Open Sans" panose="020B0606030504020204" pitchFamily="34" charset="0"/>
                <a:ea typeface="Open Sans" panose="020B0606030504020204" pitchFamily="34" charset="0"/>
                <a:cs typeface="Open Sans" panose="020B0606030504020204" pitchFamily="34" charset="0"/>
              </a:rPr>
              <a:t> service. You have read access to the repo and Claude Code. Mark each correct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759C409D-E925-31C4-87FF-246923A3B69D}"/>
              </a:ext>
            </a:extLst>
          </p:cNvPr>
          <p:cNvSpPr/>
          <p:nvPr/>
        </p:nvSpPr>
        <p:spPr>
          <a:xfrm>
            <a:off x="452769" y="1886097"/>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a:extLst>
              <a:ext uri="{FF2B5EF4-FFF2-40B4-BE49-F238E27FC236}">
                <a16:creationId xmlns:a16="http://schemas.microsoft.com/office/drawing/2014/main" id="{A907346F-8B4D-8B2B-D045-33784A248958}"/>
              </a:ext>
            </a:extLst>
          </p:cNvPr>
          <p:cNvSpPr/>
          <p:nvPr/>
        </p:nvSpPr>
        <p:spPr>
          <a:xfrm>
            <a:off x="452769" y="1886097"/>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31835466-772F-2A18-D91B-0D2388AA9716}"/>
              </a:ext>
            </a:extLst>
          </p:cNvPr>
          <p:cNvSpPr/>
          <p:nvPr/>
        </p:nvSpPr>
        <p:spPr>
          <a:xfrm>
            <a:off x="1470833" y="1738487"/>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Run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generate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and get a map of the stack, modules, and data stores.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a:extLst>
              <a:ext uri="{FF2B5EF4-FFF2-40B4-BE49-F238E27FC236}">
                <a16:creationId xmlns:a16="http://schemas.microsoft.com/office/drawing/2014/main" id="{2C42EEB9-E1E2-310D-CF14-A732DF019440}"/>
              </a:ext>
            </a:extLst>
          </p:cNvPr>
          <p:cNvSpPr/>
          <p:nvPr/>
        </p:nvSpPr>
        <p:spPr>
          <a:xfrm>
            <a:off x="452769" y="2473927"/>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181B60F7-4029-C22C-4FE5-2BF0991A07E0}"/>
              </a:ext>
            </a:extLst>
          </p:cNvPr>
          <p:cNvSpPr/>
          <p:nvPr/>
        </p:nvSpPr>
        <p:spPr>
          <a:xfrm>
            <a:off x="452769" y="2473927"/>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508F55CE-2D87-2AF8-1EE4-DA9ADB25DBD2}"/>
              </a:ext>
            </a:extLst>
          </p:cNvPr>
          <p:cNvSpPr/>
          <p:nvPr/>
        </p:nvSpPr>
        <p:spPr>
          <a:xfrm>
            <a:off x="1470833" y="2326316"/>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Ask Claude architecture questions (@</a:t>
            </a:r>
            <a:r>
              <a:rPr lang="en-US" sz="1200" b="1" dirty="0" err="1">
                <a:latin typeface="Open Sans" panose="020B0606030504020204" pitchFamily="34" charset="0"/>
                <a:ea typeface="Open Sans" panose="020B0606030504020204" pitchFamily="34" charset="0"/>
                <a:cs typeface="Open Sans" panose="020B0606030504020204" pitchFamily="34" charset="0"/>
              </a:rPr>
              <a:t>src</a:t>
            </a:r>
            <a:r>
              <a:rPr lang="en-US" sz="1200" b="1" dirty="0">
                <a:latin typeface="Open Sans" panose="020B0606030504020204" pitchFamily="34" charset="0"/>
                <a:ea typeface="Open Sans" panose="020B0606030504020204" pitchFamily="34" charset="0"/>
                <a:cs typeface="Open Sans" panose="020B0606030504020204" pitchFamily="34" charset="0"/>
              </a:rPr>
              <a:t>) about request flow, dependencies, and where discharge logic lives.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A2B71E5E-DAAC-BB91-760B-1647EB641CBF}"/>
              </a:ext>
            </a:extLst>
          </p:cNvPr>
          <p:cNvSpPr/>
          <p:nvPr/>
        </p:nvSpPr>
        <p:spPr>
          <a:xfrm>
            <a:off x="1470833" y="2914144"/>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Run /code-review --fix across the whole repo and base the estimate on the number of auto-fixes.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E0490FEA-E351-2048-9BB6-267B6729BF05}"/>
              </a:ext>
            </a:extLst>
          </p:cNvPr>
          <p:cNvSpPr/>
          <p:nvPr/>
        </p:nvSpPr>
        <p:spPr>
          <a:xfrm>
            <a:off x="452769" y="3649584"/>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8779C595-15B2-D3B6-057F-FFF9D7ED3173}"/>
              </a:ext>
            </a:extLst>
          </p:cNvPr>
          <p:cNvSpPr/>
          <p:nvPr/>
        </p:nvSpPr>
        <p:spPr>
          <a:xfrm>
            <a:off x="452769" y="3649584"/>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73689EE4-5F10-554C-F33B-5BA906F68789}"/>
              </a:ext>
            </a:extLst>
          </p:cNvPr>
          <p:cNvSpPr/>
          <p:nvPr/>
        </p:nvSpPr>
        <p:spPr>
          <a:xfrm>
            <a:off x="1470833" y="3501974"/>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Have Claude flag unknowns and external integrations (HL7, FHIR) that widen the estimate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97986473-B751-813E-AFE4-BDEF40EEDF05}"/>
              </a:ext>
            </a:extLst>
          </p:cNvPr>
          <p:cNvSpPr/>
          <p:nvPr/>
        </p:nvSpPr>
        <p:spPr>
          <a:xfrm>
            <a:off x="452769" y="4237412"/>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a:extLst>
              <a:ext uri="{FF2B5EF4-FFF2-40B4-BE49-F238E27FC236}">
                <a16:creationId xmlns:a16="http://schemas.microsoft.com/office/drawing/2014/main" id="{2DC1CC01-00E3-055F-23DA-17842B20C433}"/>
              </a:ext>
            </a:extLst>
          </p:cNvPr>
          <p:cNvSpPr/>
          <p:nvPr/>
        </p:nvSpPr>
        <p:spPr>
          <a:xfrm>
            <a:off x="452769" y="4237412"/>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C1C15ABA-ECE8-6E66-1917-DCE55D73A974}"/>
              </a:ext>
            </a:extLst>
          </p:cNvPr>
          <p:cNvSpPr/>
          <p:nvPr/>
        </p:nvSpPr>
        <p:spPr>
          <a:xfrm>
            <a:off x="1470833" y="4089802"/>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Size the work by component with optimistic, likely, and pessimistic ranges, and list assumptions.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10FC606-1C42-14F1-846A-7B8196DD420C}"/>
              </a:ext>
            </a:extLst>
          </p:cNvPr>
          <p:cNvSpPr/>
          <p:nvPr/>
        </p:nvSpPr>
        <p:spPr>
          <a:xfrm>
            <a:off x="1470833" y="4677631"/>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Skip understanding and ask Claude to 'just give a number in story points' from the README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53F06FEE-D0E7-036A-BA76-49BB4D962E29}"/>
              </a:ext>
            </a:extLst>
          </p:cNvPr>
          <p:cNvSpPr/>
          <p:nvPr/>
        </p:nvSpPr>
        <p:spPr>
          <a:xfrm>
            <a:off x="1470833" y="5265459"/>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Treat Claude's number as final and commit the date to the client without human review.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15">
            <a:extLst>
              <a:ext uri="{FF2B5EF4-FFF2-40B4-BE49-F238E27FC236}">
                <a16:creationId xmlns:a16="http://schemas.microsoft.com/office/drawing/2014/main" id="{9A62CF0B-DA66-6168-F60E-AF5BD8B8707F}"/>
              </a:ext>
            </a:extLst>
          </p:cNvPr>
          <p:cNvSpPr/>
          <p:nvPr/>
        </p:nvSpPr>
        <p:spPr>
          <a:xfrm>
            <a:off x="452769" y="306175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15">
            <a:extLst>
              <a:ext uri="{FF2B5EF4-FFF2-40B4-BE49-F238E27FC236}">
                <a16:creationId xmlns:a16="http://schemas.microsoft.com/office/drawing/2014/main" id="{6B54BCDA-4190-79AE-8AC6-C05211D7A526}"/>
              </a:ext>
            </a:extLst>
          </p:cNvPr>
          <p:cNvSpPr/>
          <p:nvPr/>
        </p:nvSpPr>
        <p:spPr>
          <a:xfrm>
            <a:off x="452769" y="4825241"/>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5" name="Shape 15">
            <a:extLst>
              <a:ext uri="{FF2B5EF4-FFF2-40B4-BE49-F238E27FC236}">
                <a16:creationId xmlns:a16="http://schemas.microsoft.com/office/drawing/2014/main" id="{6E4B7928-DDFA-8265-7EE3-C58F15290989}"/>
              </a:ext>
            </a:extLst>
          </p:cNvPr>
          <p:cNvSpPr/>
          <p:nvPr/>
        </p:nvSpPr>
        <p:spPr>
          <a:xfrm>
            <a:off x="452769" y="5413069"/>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09885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6075"/>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Project estimation. You are a Program Manager with two days to estimate enhancements to a hospital </a:t>
            </a:r>
            <a:r>
              <a:rPr lang="en-US" sz="1800" b="1" dirty="0" err="1">
                <a:latin typeface="Open Sans" panose="020B0606030504020204" pitchFamily="34" charset="0"/>
                <a:ea typeface="Open Sans" panose="020B0606030504020204" pitchFamily="34" charset="0"/>
                <a:cs typeface="Open Sans" panose="020B0606030504020204" pitchFamily="34" charset="0"/>
              </a:rPr>
              <a:t>DischargeFlow</a:t>
            </a:r>
            <a:r>
              <a:rPr lang="en-US" sz="1800" b="1" dirty="0">
                <a:latin typeface="Open Sans" panose="020B0606030504020204" pitchFamily="34" charset="0"/>
                <a:ea typeface="Open Sans" panose="020B0606030504020204" pitchFamily="34" charset="0"/>
                <a:cs typeface="Open Sans" panose="020B0606030504020204" pitchFamily="34" charset="0"/>
              </a:rPr>
              <a:t> service. You have read access to the repo and Claude Code. Mark each correct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892411"/>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57994" y="1892411"/>
            <a:ext cx="868680" cy="292608"/>
          </a:xfrm>
          <a:prstGeom prst="rect">
            <a:avLst/>
          </a:prstGeom>
          <a:noFill/>
          <a:ln/>
        </p:spPr>
        <p:txBody>
          <a:bodyPr wrap="square" lIns="0" tIns="0" rIns="0" bIns="0" rtlCol="0" anchor="ctr"/>
          <a:lstStyle/>
          <a:p>
            <a:pPr algn="ctr"/>
            <a:r>
              <a:rPr lang="en-US" sz="10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482122" y="1744800"/>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Run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generate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and get a map of the stack, modules, and data stores.  </a:t>
            </a:r>
            <a:r>
              <a:rPr lang="en-US" sz="1200" i="1" dirty="0">
                <a:latin typeface="Open Sans" panose="020B0606030504020204" pitchFamily="34" charset="0"/>
                <a:ea typeface="Open Sans" panose="020B0606030504020204" pitchFamily="34" charset="0"/>
                <a:cs typeface="Open Sans" panose="020B0606030504020204" pitchFamily="34" charset="0"/>
              </a:rPr>
              <a:t>A grounded map is the right starting point.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57994" y="2481545"/>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457994" y="2481545"/>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482122" y="2333935"/>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Ask Claude architecture questions (@</a:t>
            </a:r>
            <a:r>
              <a:rPr lang="en-US" sz="1200" b="1" dirty="0" err="1">
                <a:latin typeface="Open Sans" panose="020B0606030504020204" pitchFamily="34" charset="0"/>
                <a:ea typeface="Open Sans" panose="020B0606030504020204" pitchFamily="34" charset="0"/>
                <a:cs typeface="Open Sans" panose="020B0606030504020204" pitchFamily="34" charset="0"/>
              </a:rPr>
              <a:t>src</a:t>
            </a:r>
            <a:r>
              <a:rPr lang="en-US" sz="1200" b="1" dirty="0">
                <a:latin typeface="Open Sans" panose="020B0606030504020204" pitchFamily="34" charset="0"/>
                <a:ea typeface="Open Sans" panose="020B0606030504020204" pitchFamily="34" charset="0"/>
                <a:cs typeface="Open Sans" panose="020B0606030504020204" pitchFamily="34" charset="0"/>
              </a:rPr>
              <a:t>) about request flow, dependencies, and where discharge logic lives.  </a:t>
            </a:r>
            <a:r>
              <a:rPr lang="en-US" sz="1200" i="1" dirty="0">
                <a:latin typeface="Open Sans" panose="020B0606030504020204" pitchFamily="34" charset="0"/>
                <a:ea typeface="Open Sans" panose="020B0606030504020204" pitchFamily="34" charset="0"/>
                <a:cs typeface="Open Sans" panose="020B0606030504020204" pitchFamily="34" charset="0"/>
              </a:rPr>
              <a:t>Understanding drives a defensible estimate.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457994" y="3137301"/>
            <a:ext cx="868680" cy="292608"/>
          </a:xfrm>
          <a:prstGeom prst="roundRect">
            <a:avLst>
              <a:gd name="adj" fmla="val 15625"/>
            </a:avLst>
          </a:prstGeom>
          <a:solidFill>
            <a:schemeClr val="accent3"/>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57994" y="3137301"/>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482122" y="2989691"/>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Run /code-review --fix across the whole repo and base the estimate on the number of auto-fixes.  </a:t>
            </a:r>
            <a:r>
              <a:rPr lang="en-US" sz="1200" i="1">
                <a:latin typeface="Open Sans" panose="020B0606030504020204" pitchFamily="34" charset="0"/>
                <a:ea typeface="Open Sans" panose="020B0606030504020204" pitchFamily="34" charset="0"/>
                <a:cs typeface="Open Sans" panose="020B0606030504020204" pitchFamily="34" charset="0"/>
              </a:rPr>
              <a:t>Review is not sizing, and --fix mutates code you only have read access to assess.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457994" y="3725131"/>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457994" y="3725131"/>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482122" y="3577520"/>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Have Claude flag unknowns and external integrations (HL7, FHIR) that widen the estimate.  </a:t>
            </a:r>
            <a:r>
              <a:rPr lang="en-US" sz="1200" i="1">
                <a:latin typeface="Open Sans" panose="020B0606030504020204" pitchFamily="34" charset="0"/>
                <a:ea typeface="Open Sans" panose="020B0606030504020204" pitchFamily="34" charset="0"/>
                <a:cs typeface="Open Sans" panose="020B0606030504020204" pitchFamily="34" charset="0"/>
              </a:rPr>
              <a:t>Surfacing unknowns is exactly what a two-day estimate needs.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7994" y="4312959"/>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57994" y="4312959"/>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482122" y="4165348"/>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Size the work by component with optimistic, likely, and pessimistic ranges, and list assumptions.  </a:t>
            </a:r>
            <a:r>
              <a:rPr lang="en-US" sz="1200" i="1">
                <a:latin typeface="Open Sans" panose="020B0606030504020204" pitchFamily="34" charset="0"/>
                <a:ea typeface="Open Sans" panose="020B0606030504020204" pitchFamily="34" charset="0"/>
                <a:cs typeface="Open Sans" panose="020B0606030504020204" pitchFamily="34" charset="0"/>
              </a:rPr>
              <a:t>Ranged, assumption-based sizing is sound estimation practice.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457994" y="4900788"/>
            <a:ext cx="868680" cy="292608"/>
          </a:xfrm>
          <a:prstGeom prst="roundRect">
            <a:avLst>
              <a:gd name="adj" fmla="val 15625"/>
            </a:avLst>
          </a:prstGeom>
          <a:solidFill>
            <a:schemeClr val="accent3"/>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457994" y="4900788"/>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482122" y="4753178"/>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Skip understanding and ask Claude to 'just give a number in story points' from the README.  </a:t>
            </a:r>
            <a:r>
              <a:rPr lang="en-US" sz="1200" i="1">
                <a:latin typeface="Open Sans" panose="020B0606030504020204" pitchFamily="34" charset="0"/>
                <a:ea typeface="Open Sans" panose="020B0606030504020204" pitchFamily="34" charset="0"/>
                <a:cs typeface="Open Sans" panose="020B0606030504020204" pitchFamily="34" charset="0"/>
              </a:rPr>
              <a:t>An ungrounded number is a guess, not an estimate.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p:cNvSpPr/>
          <p:nvPr/>
        </p:nvSpPr>
        <p:spPr>
          <a:xfrm>
            <a:off x="457994" y="5488616"/>
            <a:ext cx="868680" cy="292608"/>
          </a:xfrm>
          <a:prstGeom prst="roundRect">
            <a:avLst>
              <a:gd name="adj" fmla="val 15625"/>
            </a:avLst>
          </a:prstGeom>
          <a:solidFill>
            <a:schemeClr val="accent3"/>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457994" y="5488616"/>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482122" y="5341006"/>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Treat Claude's number as final and commit the date to the client without human review.  </a:t>
            </a:r>
            <a:r>
              <a:rPr lang="en-US" sz="1200" i="1">
                <a:latin typeface="Open Sans" panose="020B0606030504020204" pitchFamily="34" charset="0"/>
                <a:ea typeface="Open Sans" panose="020B0606030504020204" pitchFamily="34" charset="0"/>
                <a:cs typeface="Open Sans" panose="020B0606030504020204" pitchFamily="34" charset="0"/>
              </a:rPr>
              <a:t>The PM owns the estimate. Always verify before committing to a client.</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457994" y="5995455"/>
            <a:ext cx="11274552" cy="457200"/>
          </a:xfrm>
          <a:prstGeom prst="roundRect">
            <a:avLst>
              <a:gd name="adj" fmla="val 12000"/>
            </a:avLst>
          </a:prstGeom>
          <a:solidFill>
            <a:srgbClr val="E1F4EC"/>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686594" y="5995455"/>
            <a:ext cx="10817352" cy="457200"/>
          </a:xfrm>
          <a:prstGeom prst="rect">
            <a:avLst/>
          </a:prstGeom>
          <a:noFill/>
          <a:ln/>
        </p:spPr>
        <p:txBody>
          <a:bodyPr wrap="square" lIns="0" tIns="0" rIns="0" bIns="0" rtlCol="0" anchor="ctr"/>
          <a:lstStyle/>
          <a:p>
            <a:r>
              <a:rPr lang="en-US" sz="1400" b="1" kern="0" spc="151" dirty="0">
                <a:latin typeface="Open Sans" panose="020B0606030504020204" pitchFamily="34" charset="0"/>
                <a:ea typeface="Open Sans" panose="020B0606030504020204" pitchFamily="34" charset="0"/>
                <a:cs typeface="Open Sans" panose="020B0606030504020204" pitchFamily="34" charset="0"/>
              </a:rPr>
              <a:t>LESSON   </a:t>
            </a:r>
            <a:r>
              <a:rPr lang="en-US" sz="1400" dirty="0">
                <a:latin typeface="Open Sans" panose="020B0606030504020204" pitchFamily="34" charset="0"/>
                <a:ea typeface="Open Sans" panose="020B0606030504020204" pitchFamily="34" charset="0"/>
                <a:cs typeface="Open Sans" panose="020B0606030504020204" pitchFamily="34" charset="0"/>
              </a:rPr>
              <a:t>Understand and bound the work first; the PM owns the final number.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C485A-0D05-99F0-834A-572672A8DB1F}"/>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402EA439-FC53-C4A4-AA3B-8AA4B808937D}"/>
              </a:ext>
            </a:extLst>
          </p:cNvPr>
          <p:cNvSpPr/>
          <p:nvPr/>
        </p:nvSpPr>
        <p:spPr>
          <a:xfrm>
            <a:off x="457994" y="699629"/>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Testing a new feature. You are a QA Lead. Engineering shipped a 'partial refund' feature in the </a:t>
            </a:r>
            <a:r>
              <a:rPr lang="en-US" sz="1800" b="1" dirty="0" err="1">
                <a:latin typeface="Open Sans" panose="020B0606030504020204" pitchFamily="34" charset="0"/>
                <a:ea typeface="Open Sans" panose="020B0606030504020204" pitchFamily="34" charset="0"/>
                <a:cs typeface="Open Sans" panose="020B0606030504020204" pitchFamily="34" charset="0"/>
              </a:rPr>
              <a:t>ReturnFlow</a:t>
            </a:r>
            <a:r>
              <a:rPr lang="en-US" sz="1800" b="1" dirty="0">
                <a:latin typeface="Open Sans" panose="020B0606030504020204" pitchFamily="34" charset="0"/>
                <a:ea typeface="Open Sans" panose="020B0606030504020204" pitchFamily="34" charset="0"/>
                <a:cs typeface="Open Sans" panose="020B0606030504020204" pitchFamily="34" charset="0"/>
              </a:rPr>
              <a:t> checkout service. You have Claude Code. Mark each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F01A3E3C-2990-8B60-A333-C8E0468ADE75}"/>
              </a:ext>
            </a:extLst>
          </p:cNvPr>
          <p:cNvSpPr/>
          <p:nvPr/>
        </p:nvSpPr>
        <p:spPr>
          <a:xfrm>
            <a:off x="465777" y="1761639"/>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a:extLst>
              <a:ext uri="{FF2B5EF4-FFF2-40B4-BE49-F238E27FC236}">
                <a16:creationId xmlns:a16="http://schemas.microsoft.com/office/drawing/2014/main" id="{8900FEB0-1948-1E98-B766-2A003F8BDEBF}"/>
              </a:ext>
            </a:extLst>
          </p:cNvPr>
          <p:cNvSpPr/>
          <p:nvPr/>
        </p:nvSpPr>
        <p:spPr>
          <a:xfrm>
            <a:off x="465777" y="1761639"/>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7578B235-92F4-F9F7-DC47-DCC4EC5DEA53}"/>
              </a:ext>
            </a:extLst>
          </p:cNvPr>
          <p:cNvSpPr/>
          <p:nvPr/>
        </p:nvSpPr>
        <p:spPr>
          <a:xfrm>
            <a:off x="1504701" y="1614029"/>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Read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(or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understand the service, then @ the new feature files to see what changed.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a:extLst>
              <a:ext uri="{FF2B5EF4-FFF2-40B4-BE49-F238E27FC236}">
                <a16:creationId xmlns:a16="http://schemas.microsoft.com/office/drawing/2014/main" id="{BAB10001-7020-3461-2D59-72D7D6D0F957}"/>
              </a:ext>
            </a:extLst>
          </p:cNvPr>
          <p:cNvSpPr/>
          <p:nvPr/>
        </p:nvSpPr>
        <p:spPr>
          <a:xfrm>
            <a:off x="465777" y="2349467"/>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8A932B6F-75D1-D75B-DBC2-DED0CAD5D52D}"/>
              </a:ext>
            </a:extLst>
          </p:cNvPr>
          <p:cNvSpPr/>
          <p:nvPr/>
        </p:nvSpPr>
        <p:spPr>
          <a:xfrm>
            <a:off x="465777" y="2349467"/>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9806E985-8AA4-17F5-B60B-6FC077C72ABC}"/>
              </a:ext>
            </a:extLst>
          </p:cNvPr>
          <p:cNvSpPr/>
          <p:nvPr/>
        </p:nvSpPr>
        <p:spPr>
          <a:xfrm>
            <a:off x="1504701" y="2201857"/>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derive test cases from the acceptance criteria, including edge cases (zero amount, over-refund, currency rounding).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D4D2F989-EED1-8D98-79EE-ED69312036B1}"/>
              </a:ext>
            </a:extLst>
          </p:cNvPr>
          <p:cNvSpPr/>
          <p:nvPr/>
        </p:nvSpPr>
        <p:spPr>
          <a:xfrm>
            <a:off x="465777" y="2917703"/>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98F4488F-53FC-18FA-EE2D-B32D395C1035}"/>
              </a:ext>
            </a:extLst>
          </p:cNvPr>
          <p:cNvSpPr/>
          <p:nvPr/>
        </p:nvSpPr>
        <p:spPr>
          <a:xfrm>
            <a:off x="1504701" y="2789685"/>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write code that breaks the live payment gateway to 'prove' it is fragile.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E0E34C65-ACE2-73E8-A8F6-78ECBD98FEF6}"/>
              </a:ext>
            </a:extLst>
          </p:cNvPr>
          <p:cNvSpPr/>
          <p:nvPr/>
        </p:nvSpPr>
        <p:spPr>
          <a:xfrm>
            <a:off x="465777" y="3559086"/>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9ED37DDA-9585-AFDA-E145-E766589C6902}"/>
              </a:ext>
            </a:extLst>
          </p:cNvPr>
          <p:cNvSpPr/>
          <p:nvPr/>
        </p:nvSpPr>
        <p:spPr>
          <a:xfrm>
            <a:off x="465777" y="3559086"/>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5AFD27FA-9E0E-225F-11EF-4EE036C8DFAE}"/>
              </a:ext>
            </a:extLst>
          </p:cNvPr>
          <p:cNvSpPr/>
          <p:nvPr/>
        </p:nvSpPr>
        <p:spPr>
          <a:xfrm>
            <a:off x="1504701" y="3411475"/>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Have Claude generate unit and integration tests, then you run them and review the failures.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8C1EA259-D2B4-DC1C-B01B-3C3B9BAD1F0E}"/>
              </a:ext>
            </a:extLst>
          </p:cNvPr>
          <p:cNvSpPr/>
          <p:nvPr/>
        </p:nvSpPr>
        <p:spPr>
          <a:xfrm>
            <a:off x="465777" y="4140371"/>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a:extLst>
              <a:ext uri="{FF2B5EF4-FFF2-40B4-BE49-F238E27FC236}">
                <a16:creationId xmlns:a16="http://schemas.microsoft.com/office/drawing/2014/main" id="{A27D7ED8-42DF-FD5E-3390-8672BB64FAB1}"/>
              </a:ext>
            </a:extLst>
          </p:cNvPr>
          <p:cNvSpPr/>
          <p:nvPr/>
        </p:nvSpPr>
        <p:spPr>
          <a:xfrm>
            <a:off x="465777" y="4140371"/>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1B23C4D6-21C3-2741-2E4C-9D98DA8C0EB0}"/>
              </a:ext>
            </a:extLst>
          </p:cNvPr>
          <p:cNvSpPr/>
          <p:nvPr/>
        </p:nvSpPr>
        <p:spPr>
          <a:xfrm>
            <a:off x="1504701" y="3992761"/>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Use /security-review on the new payment path.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F39B0979-274C-4808-106D-54B0A3236250}"/>
              </a:ext>
            </a:extLst>
          </p:cNvPr>
          <p:cNvSpPr/>
          <p:nvPr/>
        </p:nvSpPr>
        <p:spPr>
          <a:xfrm>
            <a:off x="1504701" y="4575353"/>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Accept 'all tests pass' from Claude without running the suite yourself.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4BD94A5D-4862-12B0-F299-F3A9097B7516}"/>
              </a:ext>
            </a:extLst>
          </p:cNvPr>
          <p:cNvSpPr/>
          <p:nvPr/>
        </p:nvSpPr>
        <p:spPr>
          <a:xfrm>
            <a:off x="465777" y="5326160"/>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57BBB97A-13F8-3A30-0A91-0A73B1AE74D3}"/>
              </a:ext>
            </a:extLst>
          </p:cNvPr>
          <p:cNvSpPr/>
          <p:nvPr/>
        </p:nvSpPr>
        <p:spPr>
          <a:xfrm>
            <a:off x="1504701" y="5178550"/>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map the feature's regression surface on existing flows before sign-off.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18">
            <a:extLst>
              <a:ext uri="{FF2B5EF4-FFF2-40B4-BE49-F238E27FC236}">
                <a16:creationId xmlns:a16="http://schemas.microsoft.com/office/drawing/2014/main" id="{EB683E16-EE2F-7658-E22E-7FE8B9C9603D}"/>
              </a:ext>
            </a:extLst>
          </p:cNvPr>
          <p:cNvSpPr/>
          <p:nvPr/>
        </p:nvSpPr>
        <p:spPr>
          <a:xfrm>
            <a:off x="465777" y="293729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18">
            <a:extLst>
              <a:ext uri="{FF2B5EF4-FFF2-40B4-BE49-F238E27FC236}">
                <a16:creationId xmlns:a16="http://schemas.microsoft.com/office/drawing/2014/main" id="{CE6013D2-C70B-BB07-0400-D629CD488508}"/>
              </a:ext>
            </a:extLst>
          </p:cNvPr>
          <p:cNvSpPr/>
          <p:nvPr/>
        </p:nvSpPr>
        <p:spPr>
          <a:xfrm>
            <a:off x="465777" y="4722963"/>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915007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5705"/>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Testing a new feature. You are a QA Lead. Engineering shipped a 'partial refund' feature in the </a:t>
            </a:r>
            <a:r>
              <a:rPr lang="en-US" sz="1800" b="1" dirty="0" err="1">
                <a:latin typeface="Open Sans" panose="020B0606030504020204" pitchFamily="34" charset="0"/>
                <a:ea typeface="Open Sans" panose="020B0606030504020204" pitchFamily="34" charset="0"/>
                <a:cs typeface="Open Sans" panose="020B0606030504020204" pitchFamily="34" charset="0"/>
              </a:rPr>
              <a:t>ReturnFlow</a:t>
            </a:r>
            <a:r>
              <a:rPr lang="en-US" sz="1800" b="1" dirty="0">
                <a:latin typeface="Open Sans" panose="020B0606030504020204" pitchFamily="34" charset="0"/>
                <a:ea typeface="Open Sans" panose="020B0606030504020204" pitchFamily="34" charset="0"/>
                <a:cs typeface="Open Sans" panose="020B0606030504020204" pitchFamily="34" charset="0"/>
              </a:rPr>
              <a:t> checkout service. You have Claude Code. Mark each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836382"/>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57994" y="1836382"/>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482122" y="1688772"/>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Read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(or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understand the service, then @ the new feature files to see what changed.  </a:t>
            </a:r>
            <a:r>
              <a:rPr lang="en-US" sz="1200" i="1" dirty="0">
                <a:latin typeface="Open Sans" panose="020B0606030504020204" pitchFamily="34" charset="0"/>
                <a:ea typeface="Open Sans" panose="020B0606030504020204" pitchFamily="34" charset="0"/>
                <a:cs typeface="Open Sans" panose="020B0606030504020204" pitchFamily="34" charset="0"/>
              </a:rPr>
              <a:t>Know the change surface before writing tests.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57994" y="244380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457994" y="2443805"/>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482122" y="2296194"/>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derive test cases from the acceptance criteria, including edge cases (zero amount, over-refund, currency rounding).  </a:t>
            </a:r>
            <a:r>
              <a:rPr lang="en-US" sz="1200" i="1">
                <a:latin typeface="Open Sans" panose="020B0606030504020204" pitchFamily="34" charset="0"/>
                <a:ea typeface="Open Sans" panose="020B0606030504020204" pitchFamily="34" charset="0"/>
                <a:cs typeface="Open Sans" panose="020B0606030504020204" pitchFamily="34" charset="0"/>
              </a:rPr>
              <a:t>Edge-case coverage is the point of the exercise.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470186" y="3031633"/>
            <a:ext cx="868680" cy="292608"/>
          </a:xfrm>
          <a:prstGeom prst="roundRect">
            <a:avLst>
              <a:gd name="adj" fmla="val 15625"/>
            </a:avLst>
          </a:prstGeom>
          <a:solidFill>
            <a:schemeClr val="accent3"/>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57994" y="3031633"/>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482122" y="2884022"/>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write code that breaks the live payment gateway to 'prove' it is fragile.  </a:t>
            </a:r>
            <a:r>
              <a:rPr lang="en-US" sz="1200" i="1">
                <a:latin typeface="Open Sans" panose="020B0606030504020204" pitchFamily="34" charset="0"/>
                <a:ea typeface="Open Sans" panose="020B0606030504020204" pitchFamily="34" charset="0"/>
                <a:cs typeface="Open Sans" panose="020B0606030504020204" pitchFamily="34" charset="0"/>
              </a:rPr>
              <a:t>That is attacking a production system. Claude will not help, and it is not testing.</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457994" y="3656038"/>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457994" y="3656038"/>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482122" y="3508428"/>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Have Claude generate unit and integration tests, then you run them and review the failures.  </a:t>
            </a:r>
            <a:r>
              <a:rPr lang="en-US" sz="1200" i="1">
                <a:latin typeface="Open Sans" panose="020B0606030504020204" pitchFamily="34" charset="0"/>
                <a:ea typeface="Open Sans" panose="020B0606030504020204" pitchFamily="34" charset="0"/>
                <a:cs typeface="Open Sans" panose="020B0606030504020204" pitchFamily="34" charset="0"/>
              </a:rPr>
              <a:t>Generate fast, but you run and judge the results.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7994" y="4253010"/>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57994" y="4253010"/>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482122" y="4105400"/>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Use /security-review on the new payment path.  </a:t>
            </a:r>
            <a:r>
              <a:rPr lang="en-US" sz="1200" i="1">
                <a:latin typeface="Open Sans" panose="020B0606030504020204" pitchFamily="34" charset="0"/>
                <a:ea typeface="Open Sans" panose="020B0606030504020204" pitchFamily="34" charset="0"/>
                <a:cs typeface="Open Sans" panose="020B0606030504020204" pitchFamily="34" charset="0"/>
              </a:rPr>
              <a:t>Payment paths warrant a read-only security pass.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457994" y="4840186"/>
            <a:ext cx="868680" cy="292608"/>
          </a:xfrm>
          <a:prstGeom prst="roundRect">
            <a:avLst>
              <a:gd name="adj" fmla="val 15625"/>
            </a:avLst>
          </a:prstGeom>
          <a:solidFill>
            <a:schemeClr val="accent3"/>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457994" y="4840186"/>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482122" y="4692576"/>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Accept 'all tests pass' from Claude without running the suite yourself.  </a:t>
            </a:r>
            <a:r>
              <a:rPr lang="en-US" sz="1200" i="1">
                <a:latin typeface="Open Sans" panose="020B0606030504020204" pitchFamily="34" charset="0"/>
                <a:ea typeface="Open Sans" panose="020B0606030504020204" pitchFamily="34" charset="0"/>
                <a:cs typeface="Open Sans" panose="020B0606030504020204" pitchFamily="34" charset="0"/>
              </a:rPr>
              <a:t>Never sign off on a claimed result you did not execute.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p:cNvSpPr/>
          <p:nvPr/>
        </p:nvSpPr>
        <p:spPr>
          <a:xfrm>
            <a:off x="457994" y="540123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457994" y="5401235"/>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482122" y="5253625"/>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Ask Claude to map the feature's regression surface on existing flows before sign-off.  </a:t>
            </a:r>
            <a:r>
              <a:rPr lang="en-US" sz="1200" i="1" dirty="0">
                <a:latin typeface="Open Sans" panose="020B0606030504020204" pitchFamily="34" charset="0"/>
                <a:ea typeface="Open Sans" panose="020B0606030504020204" pitchFamily="34" charset="0"/>
                <a:cs typeface="Open Sans" panose="020B0606030504020204" pitchFamily="34" charset="0"/>
              </a:rPr>
              <a:t>Regression impact is core QA diligence.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457994" y="5910289"/>
            <a:ext cx="11274552" cy="457200"/>
          </a:xfrm>
          <a:prstGeom prst="roundRect">
            <a:avLst>
              <a:gd name="adj" fmla="val 12000"/>
            </a:avLst>
          </a:prstGeom>
          <a:solidFill>
            <a:srgbClr val="E1F4EC"/>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686594" y="5910289"/>
            <a:ext cx="10817352" cy="457200"/>
          </a:xfrm>
          <a:prstGeom prst="rect">
            <a:avLst/>
          </a:prstGeom>
          <a:noFill/>
          <a:ln/>
        </p:spPr>
        <p:txBody>
          <a:bodyPr wrap="square" lIns="0" tIns="0" rIns="0" bIns="0" rtlCol="0" anchor="ctr"/>
          <a:lstStyle/>
          <a:p>
            <a:r>
              <a:rPr lang="en-US" sz="1100" b="1" kern="0" spc="151" dirty="0">
                <a:latin typeface="Open Sans" panose="020B0606030504020204" pitchFamily="34" charset="0"/>
                <a:ea typeface="Open Sans" panose="020B0606030504020204" pitchFamily="34" charset="0"/>
                <a:cs typeface="Open Sans" panose="020B0606030504020204" pitchFamily="34" charset="0"/>
              </a:rPr>
              <a:t>LESSON</a:t>
            </a:r>
            <a:r>
              <a:rPr lang="en-US" sz="1100" b="1" kern="0" spc="151" dirty="0">
                <a:solidFill>
                  <a:srgbClr val="F2A900"/>
                </a:solidFill>
                <a:latin typeface="Open Sans" panose="020B0606030504020204" pitchFamily="34" charset="0"/>
                <a:ea typeface="Open Sans" panose="020B0606030504020204" pitchFamily="34" charset="0"/>
                <a:cs typeface="Open Sans" panose="020B0606030504020204" pitchFamily="34" charset="0"/>
              </a:rPr>
              <a:t>   </a:t>
            </a:r>
            <a:r>
              <a:rPr lang="en-US" sz="1251" dirty="0">
                <a:latin typeface="Open Sans" panose="020B0606030504020204" pitchFamily="34" charset="0"/>
                <a:ea typeface="Open Sans" panose="020B0606030504020204" pitchFamily="34" charset="0"/>
                <a:cs typeface="Open Sans" panose="020B0606030504020204" pitchFamily="34" charset="0"/>
              </a:rPr>
              <a:t>Generate tests fast, but you run them and own the sign-off.</a:t>
            </a:r>
            <a:endParaRPr lang="en-US" sz="11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67399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ractal October 2020">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F8A97F61E63A45AE2A7731D2CE03A6" ma:contentTypeVersion="15" ma:contentTypeDescription="Create a new document." ma:contentTypeScope="" ma:versionID="2d183f988e9de65a851065d8cef2e3f5">
  <xsd:schema xmlns:xsd="http://www.w3.org/2001/XMLSchema" xmlns:xs="http://www.w3.org/2001/XMLSchema" xmlns:p="http://schemas.microsoft.com/office/2006/metadata/properties" xmlns:ns2="d14fa768-42a5-4ca7-9b39-e602fdb9df20" xmlns:ns3="fac2cec8-a5ef-43a6-8de4-592ef7a79c66" targetNamespace="http://schemas.microsoft.com/office/2006/metadata/properties" ma:root="true" ma:fieldsID="faaa769505e20172bf2f259c59761f44" ns2:_="" ns3:_="">
    <xsd:import namespace="d14fa768-42a5-4ca7-9b39-e602fdb9df20"/>
    <xsd:import namespace="fac2cec8-a5ef-43a6-8de4-592ef7a79c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TaxCatchAll"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4fa768-42a5-4ca7-9b39-e602fdb9df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201fa94-015b-426e-a9fe-4029e90b7389"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c2cec8-a5ef-43a6-8de4-592ef7a79c66"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d616206-a2bd-465a-ba11-2ab34e89329a}" ma:internalName="TaxCatchAll" ma:showField="CatchAllData" ma:web="fac2cec8-a5ef-43a6-8de4-592ef7a79c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ac2cec8-a5ef-43a6-8de4-592ef7a79c66" xsi:nil="true"/>
    <lcf76f155ced4ddcb4097134ff3c332f xmlns="d14fa768-42a5-4ca7-9b39-e602fdb9df2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EE0BF2C-94C6-4634-8534-994E7014223B}">
  <ds:schemaRefs>
    <ds:schemaRef ds:uri="d14fa768-42a5-4ca7-9b39-e602fdb9df20"/>
    <ds:schemaRef ds:uri="fac2cec8-a5ef-43a6-8de4-592ef7a79c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899A2A3-DCF2-40FC-ACFE-80636D02331C}">
  <ds:schemaRefs>
    <ds:schemaRef ds:uri="http://schemas.microsoft.com/sharepoint/v3/contenttype/forms"/>
  </ds:schemaRefs>
</ds:datastoreItem>
</file>

<file path=customXml/itemProps3.xml><?xml version="1.0" encoding="utf-8"?>
<ds:datastoreItem xmlns:ds="http://schemas.openxmlformats.org/officeDocument/2006/customXml" ds:itemID="{C468DDCF-A95F-4FEC-8431-C58FC5D6D3D8}">
  <ds:schemaRefs>
    <ds:schemaRef ds:uri="http://schemas.openxmlformats.org/package/2006/metadata/core-properties"/>
    <ds:schemaRef ds:uri="fac2cec8-a5ef-43a6-8de4-592ef7a79c66"/>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d14fa768-42a5-4ca7-9b39-e602fdb9df20"/>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365</TotalTime>
  <Words>10245</Words>
  <Application>Microsoft Macintosh PowerPoint</Application>
  <PresentationFormat>Custom</PresentationFormat>
  <Paragraphs>906</Paragraphs>
  <Slides>55</Slides>
  <Notes>47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55</vt:i4>
      </vt:variant>
    </vt:vector>
  </HeadingPairs>
  <TitlesOfParts>
    <vt:vector size="64" baseType="lpstr">
      <vt:lpstr>Aptos</vt:lpstr>
      <vt:lpstr>Aptos Display</vt:lpstr>
      <vt:lpstr>Arial</vt:lpstr>
      <vt:lpstr>Calibri</vt:lpstr>
      <vt:lpstr>Courier New</vt:lpstr>
      <vt:lpstr>Open Sans</vt:lpstr>
      <vt:lpstr>Open Sans Semibold</vt:lpstr>
      <vt:lpstr>Custom Design</vt:lpstr>
      <vt:lpstr>Fractal October 2020</vt:lpstr>
      <vt:lpstr>Build Your  First PoC</vt:lpstr>
      <vt:lpstr>PowerPoint Presentation</vt:lpstr>
      <vt:lpstr>PowerPoint Presentation</vt:lpstr>
      <vt:lpstr>PowerPoint Presentation</vt:lpstr>
      <vt:lpstr>PowerPoint Presentation</vt:lpstr>
      <vt:lpstr>PowerPoint Presentation</vt:lpstr>
      <vt:lpstr>SCOPING AND BRIEFING YOUR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BUILD LOOP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in AI-Assisted Development — Session 2: Build Your First PoC</dc:title>
  <dc:subject>PptxGenJS Presentation</dc:subject>
  <dc:creator>PptxGenJS</dc:creator>
  <cp:lastModifiedBy>Ashish Jangid</cp:lastModifiedBy>
  <cp:revision>209</cp:revision>
  <dcterms:created xsi:type="dcterms:W3CDTF">2026-06-18T11:52:50Z</dcterms:created>
  <dcterms:modified xsi:type="dcterms:W3CDTF">2026-06-26T07:04:34Z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