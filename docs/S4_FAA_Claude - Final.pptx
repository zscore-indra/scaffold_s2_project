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Lst>
  <p:notesMasterIdLst>
    <p:notesMasterId r:id="rId59"/>
  </p:notesMasterIdLst>
  <p:sldIdLst>
    <p:sldId id="2147483040" r:id="rId5"/>
    <p:sldId id="2147483041" r:id="rId6"/>
    <p:sldId id="2147483042" r:id="rId7"/>
    <p:sldId id="2147483043" r:id="rId8"/>
    <p:sldId id="2147483044" r:id="rId9"/>
    <p:sldId id="2147483082" r:id="rId10"/>
    <p:sldId id="2147483045" r:id="rId11"/>
    <p:sldId id="264" r:id="rId12"/>
    <p:sldId id="2147483046" r:id="rId13"/>
    <p:sldId id="2147483047" r:id="rId14"/>
    <p:sldId id="2147483048" r:id="rId15"/>
    <p:sldId id="2147483049" r:id="rId16"/>
    <p:sldId id="2147483050" r:id="rId17"/>
    <p:sldId id="2147483051" r:id="rId18"/>
    <p:sldId id="2147483085" r:id="rId19"/>
    <p:sldId id="2147483052" r:id="rId20"/>
    <p:sldId id="2147483083" r:id="rId21"/>
    <p:sldId id="2147483053" r:id="rId22"/>
    <p:sldId id="2147483054" r:id="rId23"/>
    <p:sldId id="2147483055" r:id="rId24"/>
    <p:sldId id="2147483056" r:id="rId25"/>
    <p:sldId id="2147483086" r:id="rId26"/>
    <p:sldId id="2147483057" r:id="rId27"/>
    <p:sldId id="2147483058" r:id="rId28"/>
    <p:sldId id="2147483059" r:id="rId29"/>
    <p:sldId id="2147483060" r:id="rId30"/>
    <p:sldId id="2147483061" r:id="rId31"/>
    <p:sldId id="2147483084" r:id="rId32"/>
    <p:sldId id="2147483062" r:id="rId33"/>
    <p:sldId id="2147483063" r:id="rId34"/>
    <p:sldId id="2147483064" r:id="rId35"/>
    <p:sldId id="2147483065" r:id="rId36"/>
    <p:sldId id="2147483066" r:id="rId37"/>
    <p:sldId id="2147483067" r:id="rId38"/>
    <p:sldId id="2147483068" r:id="rId39"/>
    <p:sldId id="2147483087" r:id="rId40"/>
    <p:sldId id="2147483069" r:id="rId41"/>
    <p:sldId id="2147483070" r:id="rId42"/>
    <p:sldId id="2147483071" r:id="rId43"/>
    <p:sldId id="2147483072" r:id="rId44"/>
    <p:sldId id="2147483088" r:id="rId45"/>
    <p:sldId id="2147483073" r:id="rId46"/>
    <p:sldId id="2147483089" r:id="rId47"/>
    <p:sldId id="2147483074" r:id="rId48"/>
    <p:sldId id="2147483090" r:id="rId49"/>
    <p:sldId id="2147483075" r:id="rId50"/>
    <p:sldId id="2147483077" r:id="rId51"/>
    <p:sldId id="2147483078" r:id="rId52"/>
    <p:sldId id="2147483079" r:id="rId53"/>
    <p:sldId id="2147483080" r:id="rId54"/>
    <p:sldId id="2147483092" r:id="rId55"/>
    <p:sldId id="2147483081" r:id="rId56"/>
    <p:sldId id="2147483091" r:id="rId57"/>
    <p:sldId id="2147483039" r:id="rId58"/>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D73322-AA25-A2CA-2D09-69AFDB67B5E2}" name="Abhiraj Suresh" initials="AS" userId="S::abhiraj.suresh@fractal.ai::6cb8fc20-3ef5-4d70-bfe2-f6e48d973ca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BD6"/>
    <a:srgbClr val="F5F5F5"/>
    <a:srgbClr val="FFF6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95301-A115-5342-B283-F164C5C87AED}" v="9" dt="2026-06-26T07:22:20.4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0158"/>
  </p:normalViewPr>
  <p:slideViewPr>
    <p:cSldViewPr snapToGrid="0">
      <p:cViewPr varScale="1">
        <p:scale>
          <a:sx n="128" d="100"/>
          <a:sy n="128" d="100"/>
        </p:scale>
        <p:origin x="135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8/10/relationships/authors" Target="authors.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Sibgath" userId="S::syed.sibgath@fractal.ai::547157a6-e74b-40aa-988e-35e72ce9ee42" providerId="AD" clId="Web-{E7D98EB7-904E-EF79-0972-A6D5D0711652}"/>
    <pc:docChg chg="modSld">
      <pc:chgData name="Syed Sibgath" userId="S::syed.sibgath@fractal.ai::547157a6-e74b-40aa-988e-35e72ce9ee42" providerId="AD" clId="Web-{E7D98EB7-904E-EF79-0972-A6D5D0711652}" dt="2026-06-25T07:11:42.727" v="0" actId="1076"/>
      <pc:docMkLst>
        <pc:docMk/>
      </pc:docMkLst>
      <pc:sldChg chg="modSp">
        <pc:chgData name="Syed Sibgath" userId="S::syed.sibgath@fractal.ai::547157a6-e74b-40aa-988e-35e72ce9ee42" providerId="AD" clId="Web-{E7D98EB7-904E-EF79-0972-A6D5D0711652}" dt="2026-06-25T07:11:42.727" v="0" actId="1076"/>
        <pc:sldMkLst>
          <pc:docMk/>
          <pc:sldMk cId="238751522" sldId="2147483040"/>
        </pc:sldMkLst>
        <pc:spChg chg="mod">
          <ac:chgData name="Syed Sibgath" userId="S::syed.sibgath@fractal.ai::547157a6-e74b-40aa-988e-35e72ce9ee42" providerId="AD" clId="Web-{E7D98EB7-904E-EF79-0972-A6D5D0711652}" dt="2026-06-25T07:11:42.727" v="0" actId="1076"/>
          <ac:spMkLst>
            <pc:docMk/>
            <pc:sldMk cId="238751522" sldId="2147483040"/>
            <ac:spMk id="2" creationId="{B56FBE3F-BDDA-ADE0-6189-4517FD231D11}"/>
          </ac:spMkLst>
        </pc:spChg>
      </pc:sldChg>
    </pc:docChg>
  </pc:docChgLst>
  <pc:docChgLst>
    <pc:chgData name="Syed Sibgath" userId="547157a6-e74b-40aa-988e-35e72ce9ee42" providerId="ADAL" clId="{86CAC440-13D7-5CC9-AB97-263EDED2BEB8}"/>
    <pc:docChg chg="custSel modSld">
      <pc:chgData name="Syed Sibgath" userId="547157a6-e74b-40aa-988e-35e72ce9ee42" providerId="ADAL" clId="{86CAC440-13D7-5CC9-AB97-263EDED2BEB8}" dt="2026-06-25T06:36:00.194" v="2" actId="478"/>
      <pc:docMkLst>
        <pc:docMk/>
      </pc:docMkLst>
      <pc:sldChg chg="delSp mod">
        <pc:chgData name="Syed Sibgath" userId="547157a6-e74b-40aa-988e-35e72ce9ee42" providerId="ADAL" clId="{86CAC440-13D7-5CC9-AB97-263EDED2BEB8}" dt="2026-06-25T06:35:39.254" v="0" actId="478"/>
        <pc:sldMkLst>
          <pc:docMk/>
          <pc:sldMk cId="0" sldId="264"/>
        </pc:sldMkLst>
        <pc:spChg chg="del">
          <ac:chgData name="Syed Sibgath" userId="547157a6-e74b-40aa-988e-35e72ce9ee42" providerId="ADAL" clId="{86CAC440-13D7-5CC9-AB97-263EDED2BEB8}" dt="2026-06-25T06:35:39.254" v="0" actId="478"/>
          <ac:spMkLst>
            <pc:docMk/>
            <pc:sldMk cId="0" sldId="264"/>
            <ac:spMk id="34" creationId="{00000000-0000-0000-0000-000000000000}"/>
          </ac:spMkLst>
        </pc:spChg>
        <pc:spChg chg="del">
          <ac:chgData name="Syed Sibgath" userId="547157a6-e74b-40aa-988e-35e72ce9ee42" providerId="ADAL" clId="{86CAC440-13D7-5CC9-AB97-263EDED2BEB8}" dt="2026-06-25T06:35:39.254" v="0" actId="478"/>
          <ac:spMkLst>
            <pc:docMk/>
            <pc:sldMk cId="0" sldId="264"/>
            <ac:spMk id="35" creationId="{00000000-0000-0000-0000-000000000000}"/>
          </ac:spMkLst>
        </pc:spChg>
        <pc:spChg chg="del">
          <ac:chgData name="Syed Sibgath" userId="547157a6-e74b-40aa-988e-35e72ce9ee42" providerId="ADAL" clId="{86CAC440-13D7-5CC9-AB97-263EDED2BEB8}" dt="2026-06-25T06:35:39.254" v="0" actId="478"/>
          <ac:spMkLst>
            <pc:docMk/>
            <pc:sldMk cId="0" sldId="264"/>
            <ac:spMk id="36" creationId="{00000000-0000-0000-0000-000000000000}"/>
          </ac:spMkLst>
        </pc:spChg>
        <pc:spChg chg="del">
          <ac:chgData name="Syed Sibgath" userId="547157a6-e74b-40aa-988e-35e72ce9ee42" providerId="ADAL" clId="{86CAC440-13D7-5CC9-AB97-263EDED2BEB8}" dt="2026-06-25T06:35:39.254" v="0" actId="478"/>
          <ac:spMkLst>
            <pc:docMk/>
            <pc:sldMk cId="0" sldId="264"/>
            <ac:spMk id="37" creationId="{00000000-0000-0000-0000-000000000000}"/>
          </ac:spMkLst>
        </pc:spChg>
        <pc:spChg chg="del">
          <ac:chgData name="Syed Sibgath" userId="547157a6-e74b-40aa-988e-35e72ce9ee42" providerId="ADAL" clId="{86CAC440-13D7-5CC9-AB97-263EDED2BEB8}" dt="2026-06-25T06:35:39.254" v="0" actId="478"/>
          <ac:spMkLst>
            <pc:docMk/>
            <pc:sldMk cId="0" sldId="264"/>
            <ac:spMk id="38" creationId="{00000000-0000-0000-0000-000000000000}"/>
          </ac:spMkLst>
        </pc:spChg>
      </pc:sldChg>
      <pc:sldChg chg="delSp mod">
        <pc:chgData name="Syed Sibgath" userId="547157a6-e74b-40aa-988e-35e72ce9ee42" providerId="ADAL" clId="{86CAC440-13D7-5CC9-AB97-263EDED2BEB8}" dt="2026-06-25T06:35:51.929" v="1" actId="478"/>
        <pc:sldMkLst>
          <pc:docMk/>
          <pc:sldMk cId="0" sldId="273"/>
        </pc:sldMkLst>
        <pc:spChg chg="del">
          <ac:chgData name="Syed Sibgath" userId="547157a6-e74b-40aa-988e-35e72ce9ee42" providerId="ADAL" clId="{86CAC440-13D7-5CC9-AB97-263EDED2BEB8}" dt="2026-06-25T06:35:51.929" v="1" actId="478"/>
          <ac:spMkLst>
            <pc:docMk/>
            <pc:sldMk cId="0" sldId="273"/>
            <ac:spMk id="22" creationId="{00000000-0000-0000-0000-000000000000}"/>
          </ac:spMkLst>
        </pc:spChg>
        <pc:spChg chg="del">
          <ac:chgData name="Syed Sibgath" userId="547157a6-e74b-40aa-988e-35e72ce9ee42" providerId="ADAL" clId="{86CAC440-13D7-5CC9-AB97-263EDED2BEB8}" dt="2026-06-25T06:35:51.929" v="1" actId="478"/>
          <ac:spMkLst>
            <pc:docMk/>
            <pc:sldMk cId="0" sldId="273"/>
            <ac:spMk id="23" creationId="{00000000-0000-0000-0000-000000000000}"/>
          </ac:spMkLst>
        </pc:spChg>
        <pc:spChg chg="del">
          <ac:chgData name="Syed Sibgath" userId="547157a6-e74b-40aa-988e-35e72ce9ee42" providerId="ADAL" clId="{86CAC440-13D7-5CC9-AB97-263EDED2BEB8}" dt="2026-06-25T06:35:51.929" v="1" actId="478"/>
          <ac:spMkLst>
            <pc:docMk/>
            <pc:sldMk cId="0" sldId="273"/>
            <ac:spMk id="31" creationId="{00000000-0000-0000-0000-000000000000}"/>
          </ac:spMkLst>
        </pc:spChg>
        <pc:spChg chg="del">
          <ac:chgData name="Syed Sibgath" userId="547157a6-e74b-40aa-988e-35e72ce9ee42" providerId="ADAL" clId="{86CAC440-13D7-5CC9-AB97-263EDED2BEB8}" dt="2026-06-25T06:35:51.929" v="1" actId="478"/>
          <ac:spMkLst>
            <pc:docMk/>
            <pc:sldMk cId="0" sldId="273"/>
            <ac:spMk id="32" creationId="{00000000-0000-0000-0000-000000000000}"/>
          </ac:spMkLst>
        </pc:spChg>
        <pc:spChg chg="del">
          <ac:chgData name="Syed Sibgath" userId="547157a6-e74b-40aa-988e-35e72ce9ee42" providerId="ADAL" clId="{86CAC440-13D7-5CC9-AB97-263EDED2BEB8}" dt="2026-06-25T06:35:51.929" v="1" actId="478"/>
          <ac:spMkLst>
            <pc:docMk/>
            <pc:sldMk cId="0" sldId="273"/>
            <ac:spMk id="33" creationId="{00000000-0000-0000-0000-000000000000}"/>
          </ac:spMkLst>
        </pc:spChg>
        <pc:spChg chg="del">
          <ac:chgData name="Syed Sibgath" userId="547157a6-e74b-40aa-988e-35e72ce9ee42" providerId="ADAL" clId="{86CAC440-13D7-5CC9-AB97-263EDED2BEB8}" dt="2026-06-25T06:35:51.929" v="1" actId="478"/>
          <ac:spMkLst>
            <pc:docMk/>
            <pc:sldMk cId="0" sldId="273"/>
            <ac:spMk id="34" creationId="{00000000-0000-0000-0000-000000000000}"/>
          </ac:spMkLst>
        </pc:spChg>
        <pc:spChg chg="del">
          <ac:chgData name="Syed Sibgath" userId="547157a6-e74b-40aa-988e-35e72ce9ee42" providerId="ADAL" clId="{86CAC440-13D7-5CC9-AB97-263EDED2BEB8}" dt="2026-06-25T06:35:51.929" v="1" actId="478"/>
          <ac:spMkLst>
            <pc:docMk/>
            <pc:sldMk cId="0" sldId="273"/>
            <ac:spMk id="35" creationId="{00000000-0000-0000-0000-000000000000}"/>
          </ac:spMkLst>
        </pc:spChg>
      </pc:sldChg>
      <pc:sldChg chg="delSp mod">
        <pc:chgData name="Syed Sibgath" userId="547157a6-e74b-40aa-988e-35e72ce9ee42" providerId="ADAL" clId="{86CAC440-13D7-5CC9-AB97-263EDED2BEB8}" dt="2026-06-25T06:36:00.194" v="2" actId="478"/>
        <pc:sldMkLst>
          <pc:docMk/>
          <pc:sldMk cId="0" sldId="284"/>
        </pc:sldMkLst>
        <pc:spChg chg="del">
          <ac:chgData name="Syed Sibgath" userId="547157a6-e74b-40aa-988e-35e72ce9ee42" providerId="ADAL" clId="{86CAC440-13D7-5CC9-AB97-263EDED2BEB8}" dt="2026-06-25T06:36:00.194" v="2" actId="478"/>
          <ac:spMkLst>
            <pc:docMk/>
            <pc:sldMk cId="0" sldId="284"/>
            <ac:spMk id="23" creationId="{00000000-0000-0000-0000-000000000000}"/>
          </ac:spMkLst>
        </pc:spChg>
        <pc:spChg chg="del">
          <ac:chgData name="Syed Sibgath" userId="547157a6-e74b-40aa-988e-35e72ce9ee42" providerId="ADAL" clId="{86CAC440-13D7-5CC9-AB97-263EDED2BEB8}" dt="2026-06-25T06:36:00.194" v="2" actId="478"/>
          <ac:spMkLst>
            <pc:docMk/>
            <pc:sldMk cId="0" sldId="284"/>
            <ac:spMk id="31" creationId="{00000000-0000-0000-0000-000000000000}"/>
          </ac:spMkLst>
        </pc:spChg>
        <pc:spChg chg="del">
          <ac:chgData name="Syed Sibgath" userId="547157a6-e74b-40aa-988e-35e72ce9ee42" providerId="ADAL" clId="{86CAC440-13D7-5CC9-AB97-263EDED2BEB8}" dt="2026-06-25T06:36:00.194" v="2" actId="478"/>
          <ac:spMkLst>
            <pc:docMk/>
            <pc:sldMk cId="0" sldId="284"/>
            <ac:spMk id="32" creationId="{00000000-0000-0000-0000-000000000000}"/>
          </ac:spMkLst>
        </pc:spChg>
        <pc:spChg chg="del">
          <ac:chgData name="Syed Sibgath" userId="547157a6-e74b-40aa-988e-35e72ce9ee42" providerId="ADAL" clId="{86CAC440-13D7-5CC9-AB97-263EDED2BEB8}" dt="2026-06-25T06:36:00.194" v="2" actId="478"/>
          <ac:spMkLst>
            <pc:docMk/>
            <pc:sldMk cId="0" sldId="284"/>
            <ac:spMk id="33" creationId="{00000000-0000-0000-0000-000000000000}"/>
          </ac:spMkLst>
        </pc:spChg>
        <pc:spChg chg="del">
          <ac:chgData name="Syed Sibgath" userId="547157a6-e74b-40aa-988e-35e72ce9ee42" providerId="ADAL" clId="{86CAC440-13D7-5CC9-AB97-263EDED2BEB8}" dt="2026-06-25T06:36:00.194" v="2" actId="478"/>
          <ac:spMkLst>
            <pc:docMk/>
            <pc:sldMk cId="0" sldId="284"/>
            <ac:spMk id="34" creationId="{00000000-0000-0000-0000-000000000000}"/>
          </ac:spMkLst>
        </pc:spChg>
        <pc:spChg chg="del">
          <ac:chgData name="Syed Sibgath" userId="547157a6-e74b-40aa-988e-35e72ce9ee42" providerId="ADAL" clId="{86CAC440-13D7-5CC9-AB97-263EDED2BEB8}" dt="2026-06-25T06:36:00.194" v="2" actId="478"/>
          <ac:spMkLst>
            <pc:docMk/>
            <pc:sldMk cId="0" sldId="284"/>
            <ac:spMk id="35" creationId="{00000000-0000-0000-0000-000000000000}"/>
          </ac:spMkLst>
        </pc:spChg>
      </pc:sldChg>
    </pc:docChg>
  </pc:docChgLst>
  <pc:docChgLst>
    <pc:chgData name="Srijeeth Alva" userId="S::srijeeth.alva@fractal.ai::4b5fd0ee-490f-4552-baad-92d49b8c0b0b" providerId="AD" clId="Web-{26F8B93A-3814-C901-696D-EE429F83BE43}"/>
    <pc:docChg chg="delSld">
      <pc:chgData name="Srijeeth Alva" userId="S::srijeeth.alva@fractal.ai::4b5fd0ee-490f-4552-baad-92d49b8c0b0b" providerId="AD" clId="Web-{26F8B93A-3814-C901-696D-EE429F83BE43}" dt="2026-06-25T06:50:39.540" v="0"/>
      <pc:docMkLst>
        <pc:docMk/>
      </pc:docMkLst>
      <pc:sldChg chg="del">
        <pc:chgData name="Srijeeth Alva" userId="S::srijeeth.alva@fractal.ai::4b5fd0ee-490f-4552-baad-92d49b8c0b0b" providerId="AD" clId="Web-{26F8B93A-3814-C901-696D-EE429F83BE43}" dt="2026-06-25T06:50:39.540" v="0"/>
        <pc:sldMkLst>
          <pc:docMk/>
          <pc:sldMk cId="1619768620" sldId="2147483116"/>
        </pc:sldMkLst>
      </pc:sldChg>
    </pc:docChg>
  </pc:docChgLst>
  <pc:docChgLst>
    <pc:chgData name="Srijeeth Alva" userId="S::srijeeth.alva@fractal.ai::4b5fd0ee-490f-4552-baad-92d49b8c0b0b" providerId="AD" clId="Web-{F4020354-5318-3A24-47F9-CB9D9AE9A806}"/>
    <pc:docChg chg="addSld delSld">
      <pc:chgData name="Srijeeth Alva" userId="S::srijeeth.alva@fractal.ai::4b5fd0ee-490f-4552-baad-92d49b8c0b0b" providerId="AD" clId="Web-{F4020354-5318-3A24-47F9-CB9D9AE9A806}" dt="2026-06-25T06:50:08.884" v="6"/>
      <pc:docMkLst>
        <pc:docMk/>
      </pc:docMkLst>
      <pc:sldChg chg="add del">
        <pc:chgData name="Srijeeth Alva" userId="S::srijeeth.alva@fractal.ai::4b5fd0ee-490f-4552-baad-92d49b8c0b0b" providerId="AD" clId="Web-{F4020354-5318-3A24-47F9-CB9D9AE9A806}" dt="2026-06-25T06:50:08.884" v="6"/>
        <pc:sldMkLst>
          <pc:docMk/>
          <pc:sldMk cId="1619768620" sldId="2147483116"/>
        </pc:sldMkLst>
      </pc:sldChg>
      <pc:sldMasterChg chg="addSldLayout delSldLayout">
        <pc:chgData name="Srijeeth Alva" userId="S::srijeeth.alva@fractal.ai::4b5fd0ee-490f-4552-baad-92d49b8c0b0b" providerId="AD" clId="Web-{F4020354-5318-3A24-47F9-CB9D9AE9A806}" dt="2026-06-25T06:50:08.165" v="5"/>
        <pc:sldMasterMkLst>
          <pc:docMk/>
          <pc:sldMasterMk cId="3758307301" sldId="2147483651"/>
        </pc:sldMasterMkLst>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511571371" sldId="2147483713"/>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788238441" sldId="2147483714"/>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973510911" sldId="2147483715"/>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680325989" sldId="2147483716"/>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924750515" sldId="2147483717"/>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464093419" sldId="2147483718"/>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855974183" sldId="2147483719"/>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445447137" sldId="2147483720"/>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048529654" sldId="2147483721"/>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4083391867" sldId="2147483722"/>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267088859" sldId="2147483723"/>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930897177" sldId="2147483724"/>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469286838" sldId="2147483725"/>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581098522" sldId="2147483726"/>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773883880" sldId="2147483727"/>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559030876" sldId="2147483728"/>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007083772" sldId="2147483729"/>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428921646" sldId="2147483730"/>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411084356" sldId="2147483731"/>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296443888" sldId="2147483732"/>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059317967" sldId="2147483733"/>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094067347" sldId="2147483734"/>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6183644" sldId="2147483735"/>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4099458172" sldId="2147483736"/>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949376275" sldId="2147483737"/>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649388822" sldId="2147483738"/>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363412783" sldId="2147483739"/>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809143455" sldId="2147483740"/>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525047122" sldId="2147483741"/>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630308449" sldId="2147483742"/>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950126576" sldId="2147483743"/>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222372090" sldId="2147483744"/>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813105678" sldId="2147483745"/>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447563544" sldId="2147483746"/>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548332140" sldId="2147483747"/>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4018553902" sldId="2147483748"/>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638764207" sldId="2147483749"/>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71348812" sldId="2147483750"/>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1048863318" sldId="2147483751"/>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074418921" sldId="2147483752"/>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3811715538" sldId="2147483753"/>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752256375" sldId="2147483754"/>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2120949847" sldId="2147483755"/>
          </pc:sldLayoutMkLst>
        </pc:sldLayoutChg>
        <pc:sldLayoutChg chg="add del">
          <pc:chgData name="Srijeeth Alva" userId="S::srijeeth.alva@fractal.ai::4b5fd0ee-490f-4552-baad-92d49b8c0b0b" providerId="AD" clId="Web-{F4020354-5318-3A24-47F9-CB9D9AE9A806}" dt="2026-06-25T06:50:08.165" v="5"/>
          <pc:sldLayoutMkLst>
            <pc:docMk/>
            <pc:sldMasterMk cId="3758307301" sldId="2147483651"/>
            <pc:sldLayoutMk cId="4022856573" sldId="2147483756"/>
          </pc:sldLayoutMkLst>
        </pc:sldLayoutChg>
      </pc:sldMasterChg>
    </pc:docChg>
  </pc:docChgLst>
  <pc:docChgLst>
    <pc:chgData name="Ashish Jangid" userId="078e982b-b8ad-4674-908a-9f497f689f2f" providerId="ADAL" clId="{D15AD703-94E9-573B-8323-06CB560AB883}"/>
    <pc:docChg chg="undo custSel addSld delSld modSld sldOrd">
      <pc:chgData name="Ashish Jangid" userId="078e982b-b8ad-4674-908a-9f497f689f2f" providerId="ADAL" clId="{D15AD703-94E9-573B-8323-06CB560AB883}" dt="2026-06-26T07:24:37.830" v="1289" actId="207"/>
      <pc:docMkLst>
        <pc:docMk/>
      </pc:docMkLst>
      <pc:sldChg chg="modSp mod modNotesTx">
        <pc:chgData name="Ashish Jangid" userId="078e982b-b8ad-4674-908a-9f497f689f2f" providerId="ADAL" clId="{D15AD703-94E9-573B-8323-06CB560AB883}" dt="2026-06-23T06:44:30.580" v="572" actId="313"/>
        <pc:sldMkLst>
          <pc:docMk/>
          <pc:sldMk cId="0" sldId="264"/>
        </pc:sldMkLst>
        <pc:spChg chg="mod">
          <ac:chgData name="Ashish Jangid" userId="078e982b-b8ad-4674-908a-9f497f689f2f" providerId="ADAL" clId="{D15AD703-94E9-573B-8323-06CB560AB883}" dt="2026-06-23T05:36:56.784" v="7" actId="122"/>
          <ac:spMkLst>
            <pc:docMk/>
            <pc:sldMk cId="0" sldId="264"/>
            <ac:spMk id="33" creationId="{00000000-0000-0000-0000-000000000000}"/>
          </ac:spMkLst>
        </pc:spChg>
      </pc:sldChg>
      <pc:sldChg chg="add">
        <pc:chgData name="Ashish Jangid" userId="078e982b-b8ad-4674-908a-9f497f689f2f" providerId="ADAL" clId="{D15AD703-94E9-573B-8323-06CB560AB883}" dt="2026-06-23T06:14:12.557" v="417"/>
        <pc:sldMkLst>
          <pc:docMk/>
          <pc:sldMk cId="2010628802" sldId="2147483039"/>
        </pc:sldMkLst>
      </pc:sldChg>
      <pc:sldChg chg="addSp delSp modSp mod">
        <pc:chgData name="Ashish Jangid" userId="078e982b-b8ad-4674-908a-9f497f689f2f" providerId="ADAL" clId="{D15AD703-94E9-573B-8323-06CB560AB883}" dt="2026-06-26T07:14:51.922" v="1157" actId="20577"/>
        <pc:sldMkLst>
          <pc:docMk/>
          <pc:sldMk cId="2977998727" sldId="2147483051"/>
        </pc:sldMkLst>
        <pc:spChg chg="add mod">
          <ac:chgData name="Ashish Jangid" userId="078e982b-b8ad-4674-908a-9f497f689f2f" providerId="ADAL" clId="{D15AD703-94E9-573B-8323-06CB560AB883}" dt="2026-06-26T07:14:31.545" v="1151" actId="1076"/>
          <ac:spMkLst>
            <pc:docMk/>
            <pc:sldMk cId="2977998727" sldId="2147483051"/>
            <ac:spMk id="2" creationId="{476E7969-92FC-2134-A1DB-E88BEB51F39F}"/>
          </ac:spMkLst>
        </pc:spChg>
        <pc:spChg chg="del">
          <ac:chgData name="Ashish Jangid" userId="078e982b-b8ad-4674-908a-9f497f689f2f" providerId="ADAL" clId="{D15AD703-94E9-573B-8323-06CB560AB883}" dt="2026-06-26T07:14:24.926" v="1149" actId="478"/>
          <ac:spMkLst>
            <pc:docMk/>
            <pc:sldMk cId="2977998727" sldId="2147483051"/>
            <ac:spMk id="13" creationId="{F765CE4D-9878-BE81-E28A-1FBBCA5F91BC}"/>
          </ac:spMkLst>
        </pc:spChg>
        <pc:spChg chg="del">
          <ac:chgData name="Ashish Jangid" userId="078e982b-b8ad-4674-908a-9f497f689f2f" providerId="ADAL" clId="{D15AD703-94E9-573B-8323-06CB560AB883}" dt="2026-06-26T07:14:24.926" v="1149" actId="478"/>
          <ac:spMkLst>
            <pc:docMk/>
            <pc:sldMk cId="2977998727" sldId="2147483051"/>
            <ac:spMk id="14" creationId="{E3869D06-4A84-169B-8801-03FF78022A48}"/>
          </ac:spMkLst>
        </pc:spChg>
        <pc:spChg chg="add mod">
          <ac:chgData name="Ashish Jangid" userId="078e982b-b8ad-4674-908a-9f497f689f2f" providerId="ADAL" clId="{D15AD703-94E9-573B-8323-06CB560AB883}" dt="2026-06-26T07:14:51.922" v="1157" actId="20577"/>
          <ac:spMkLst>
            <pc:docMk/>
            <pc:sldMk cId="2977998727" sldId="2147483051"/>
            <ac:spMk id="17" creationId="{4864B02A-30A8-8397-E1C1-1AA7FF34AA95}"/>
          </ac:spMkLst>
        </pc:spChg>
      </pc:sldChg>
      <pc:sldChg chg="delSp mod">
        <pc:chgData name="Ashish Jangid" userId="078e982b-b8ad-4674-908a-9f497f689f2f" providerId="ADAL" clId="{D15AD703-94E9-573B-8323-06CB560AB883}" dt="2026-06-25T07:56:15.658" v="1108" actId="478"/>
        <pc:sldMkLst>
          <pc:docMk/>
          <pc:sldMk cId="2478018530" sldId="2147483052"/>
        </pc:sldMkLst>
        <pc:spChg chg="del">
          <ac:chgData name="Ashish Jangid" userId="078e982b-b8ad-4674-908a-9f497f689f2f" providerId="ADAL" clId="{D15AD703-94E9-573B-8323-06CB560AB883}" dt="2026-06-25T07:56:15.658" v="1108" actId="478"/>
          <ac:spMkLst>
            <pc:docMk/>
            <pc:sldMk cId="2478018530" sldId="2147483052"/>
            <ac:spMk id="48" creationId="{7F00AC1F-599E-D24F-57C4-028D45AAD341}"/>
          </ac:spMkLst>
        </pc:spChg>
      </pc:sldChg>
      <pc:sldChg chg="modSp mod">
        <pc:chgData name="Ashish Jangid" userId="078e982b-b8ad-4674-908a-9f497f689f2f" providerId="ADAL" clId="{D15AD703-94E9-573B-8323-06CB560AB883}" dt="2026-06-25T07:56:38.525" v="1135" actId="1036"/>
        <pc:sldMkLst>
          <pc:docMk/>
          <pc:sldMk cId="1867816401" sldId="2147483055"/>
        </pc:sldMkLst>
        <pc:spChg chg="mod">
          <ac:chgData name="Ashish Jangid" userId="078e982b-b8ad-4674-908a-9f497f689f2f" providerId="ADAL" clId="{D15AD703-94E9-573B-8323-06CB560AB883}" dt="2026-06-25T07:56:38.525" v="1135" actId="1036"/>
          <ac:spMkLst>
            <pc:docMk/>
            <pc:sldMk cId="1867816401" sldId="2147483055"/>
            <ac:spMk id="4" creationId="{27C09F2D-7D94-5E18-E63E-BBC6927B33A4}"/>
          </ac:spMkLst>
        </pc:spChg>
        <pc:spChg chg="mod">
          <ac:chgData name="Ashish Jangid" userId="078e982b-b8ad-4674-908a-9f497f689f2f" providerId="ADAL" clId="{D15AD703-94E9-573B-8323-06CB560AB883}" dt="2026-06-25T07:56:33.386" v="1130" actId="1036"/>
          <ac:spMkLst>
            <pc:docMk/>
            <pc:sldMk cId="1867816401" sldId="2147483055"/>
            <ac:spMk id="5" creationId="{543B5DB2-2466-FF2D-9CF1-CC4B29E9E2C4}"/>
          </ac:spMkLst>
        </pc:spChg>
        <pc:spChg chg="mod">
          <ac:chgData name="Ashish Jangid" userId="078e982b-b8ad-4674-908a-9f497f689f2f" providerId="ADAL" clId="{D15AD703-94E9-573B-8323-06CB560AB883}" dt="2026-06-25T07:56:33.386" v="1130" actId="1036"/>
          <ac:spMkLst>
            <pc:docMk/>
            <pc:sldMk cId="1867816401" sldId="2147483055"/>
            <ac:spMk id="6" creationId="{0794A4C4-95CC-8376-1860-11C2C127272B}"/>
          </ac:spMkLst>
        </pc:spChg>
        <pc:spChg chg="mod">
          <ac:chgData name="Ashish Jangid" userId="078e982b-b8ad-4674-908a-9f497f689f2f" providerId="ADAL" clId="{D15AD703-94E9-573B-8323-06CB560AB883}" dt="2026-06-25T07:56:33.386" v="1130" actId="1036"/>
          <ac:spMkLst>
            <pc:docMk/>
            <pc:sldMk cId="1867816401" sldId="2147483055"/>
            <ac:spMk id="7" creationId="{C2178376-6925-8E67-E3B6-E716AA5F3CEB}"/>
          </ac:spMkLst>
        </pc:spChg>
        <pc:spChg chg="mod">
          <ac:chgData name="Ashish Jangid" userId="078e982b-b8ad-4674-908a-9f497f689f2f" providerId="ADAL" clId="{D15AD703-94E9-573B-8323-06CB560AB883}" dt="2026-06-25T07:56:33.386" v="1130" actId="1036"/>
          <ac:spMkLst>
            <pc:docMk/>
            <pc:sldMk cId="1867816401" sldId="2147483055"/>
            <ac:spMk id="9" creationId="{F3F1988A-94E0-E671-5FD3-A1A1299C26CD}"/>
          </ac:spMkLst>
        </pc:spChg>
        <pc:spChg chg="mod">
          <ac:chgData name="Ashish Jangid" userId="078e982b-b8ad-4674-908a-9f497f689f2f" providerId="ADAL" clId="{D15AD703-94E9-573B-8323-06CB560AB883}" dt="2026-06-25T07:56:33.386" v="1130" actId="1036"/>
          <ac:spMkLst>
            <pc:docMk/>
            <pc:sldMk cId="1867816401" sldId="2147483055"/>
            <ac:spMk id="10" creationId="{C73B676B-8A55-2B79-F033-4E3B14BD439A}"/>
          </ac:spMkLst>
        </pc:spChg>
        <pc:spChg chg="mod">
          <ac:chgData name="Ashish Jangid" userId="078e982b-b8ad-4674-908a-9f497f689f2f" providerId="ADAL" clId="{D15AD703-94E9-573B-8323-06CB560AB883}" dt="2026-06-25T07:56:33.386" v="1130" actId="1036"/>
          <ac:spMkLst>
            <pc:docMk/>
            <pc:sldMk cId="1867816401" sldId="2147483055"/>
            <ac:spMk id="11" creationId="{FC2722AB-4A95-CB63-FFF3-98B7987A8858}"/>
          </ac:spMkLst>
        </pc:spChg>
        <pc:spChg chg="mod">
          <ac:chgData name="Ashish Jangid" userId="078e982b-b8ad-4674-908a-9f497f689f2f" providerId="ADAL" clId="{D15AD703-94E9-573B-8323-06CB560AB883}" dt="2026-06-25T07:56:33.386" v="1130" actId="1036"/>
          <ac:spMkLst>
            <pc:docMk/>
            <pc:sldMk cId="1867816401" sldId="2147483055"/>
            <ac:spMk id="12" creationId="{428B4D92-DBEC-921D-7833-E1642C7844F3}"/>
          </ac:spMkLst>
        </pc:spChg>
        <pc:spChg chg="mod">
          <ac:chgData name="Ashish Jangid" userId="078e982b-b8ad-4674-908a-9f497f689f2f" providerId="ADAL" clId="{D15AD703-94E9-573B-8323-06CB560AB883}" dt="2026-06-25T07:56:33.386" v="1130" actId="1036"/>
          <ac:spMkLst>
            <pc:docMk/>
            <pc:sldMk cId="1867816401" sldId="2147483055"/>
            <ac:spMk id="13" creationId="{66E168DE-D2F6-A949-CF83-A0FDAAA74788}"/>
          </ac:spMkLst>
        </pc:spChg>
        <pc:spChg chg="mod">
          <ac:chgData name="Ashish Jangid" userId="078e982b-b8ad-4674-908a-9f497f689f2f" providerId="ADAL" clId="{D15AD703-94E9-573B-8323-06CB560AB883}" dt="2026-06-25T07:56:33.386" v="1130" actId="1036"/>
          <ac:spMkLst>
            <pc:docMk/>
            <pc:sldMk cId="1867816401" sldId="2147483055"/>
            <ac:spMk id="14" creationId="{C7A0EFB4-B950-B3C6-3F90-37F8FEA055A2}"/>
          </ac:spMkLst>
        </pc:spChg>
        <pc:spChg chg="mod">
          <ac:chgData name="Ashish Jangid" userId="078e982b-b8ad-4674-908a-9f497f689f2f" providerId="ADAL" clId="{D15AD703-94E9-573B-8323-06CB560AB883}" dt="2026-06-25T07:56:33.386" v="1130" actId="1036"/>
          <ac:spMkLst>
            <pc:docMk/>
            <pc:sldMk cId="1867816401" sldId="2147483055"/>
            <ac:spMk id="15" creationId="{604237D9-E4D6-C4BB-A928-6CCBDFD03BB2}"/>
          </ac:spMkLst>
        </pc:spChg>
      </pc:sldChg>
      <pc:sldChg chg="addSp delSp modSp mod">
        <pc:chgData name="Ashish Jangid" userId="078e982b-b8ad-4674-908a-9f497f689f2f" providerId="ADAL" clId="{D15AD703-94E9-573B-8323-06CB560AB883}" dt="2026-06-26T07:15:37.959" v="1166" actId="20577"/>
        <pc:sldMkLst>
          <pc:docMk/>
          <pc:sldMk cId="3875266515" sldId="2147483056"/>
        </pc:sldMkLst>
        <pc:spChg chg="add mod">
          <ac:chgData name="Ashish Jangid" userId="078e982b-b8ad-4674-908a-9f497f689f2f" providerId="ADAL" clId="{D15AD703-94E9-573B-8323-06CB560AB883}" dt="2026-06-26T07:15:20.777" v="1161" actId="1076"/>
          <ac:spMkLst>
            <pc:docMk/>
            <pc:sldMk cId="3875266515" sldId="2147483056"/>
            <ac:spMk id="2" creationId="{8A7708AD-60F7-C6D8-0A10-EF25C130D574}"/>
          </ac:spMkLst>
        </pc:spChg>
        <pc:spChg chg="del">
          <ac:chgData name="Ashish Jangid" userId="078e982b-b8ad-4674-908a-9f497f689f2f" providerId="ADAL" clId="{D15AD703-94E9-573B-8323-06CB560AB883}" dt="2026-06-25T07:56:44.814" v="1136" actId="478"/>
          <ac:spMkLst>
            <pc:docMk/>
            <pc:sldMk cId="3875266515" sldId="2147483056"/>
            <ac:spMk id="7" creationId="{491E1907-AE77-2562-2FF0-BAF7E1999F02}"/>
          </ac:spMkLst>
        </pc:spChg>
        <pc:spChg chg="add mod">
          <ac:chgData name="Ashish Jangid" userId="078e982b-b8ad-4674-908a-9f497f689f2f" providerId="ADAL" clId="{D15AD703-94E9-573B-8323-06CB560AB883}" dt="2026-06-26T07:15:37.959" v="1166" actId="20577"/>
          <ac:spMkLst>
            <pc:docMk/>
            <pc:sldMk cId="3875266515" sldId="2147483056"/>
            <ac:spMk id="7" creationId="{879005DD-EB9D-1196-190C-8269AD12AB2D}"/>
          </ac:spMkLst>
        </pc:spChg>
        <pc:spChg chg="del">
          <ac:chgData name="Ashish Jangid" userId="078e982b-b8ad-4674-908a-9f497f689f2f" providerId="ADAL" clId="{D15AD703-94E9-573B-8323-06CB560AB883}" dt="2026-06-26T07:15:13.438" v="1159" actId="478"/>
          <ac:spMkLst>
            <pc:docMk/>
            <pc:sldMk cId="3875266515" sldId="2147483056"/>
            <ac:spMk id="12" creationId="{46291B55-5108-7DC8-003C-121DF91E58ED}"/>
          </ac:spMkLst>
        </pc:spChg>
        <pc:spChg chg="del">
          <ac:chgData name="Ashish Jangid" userId="078e982b-b8ad-4674-908a-9f497f689f2f" providerId="ADAL" clId="{D15AD703-94E9-573B-8323-06CB560AB883}" dt="2026-06-26T07:15:13.438" v="1159" actId="478"/>
          <ac:spMkLst>
            <pc:docMk/>
            <pc:sldMk cId="3875266515" sldId="2147483056"/>
            <ac:spMk id="13" creationId="{A5D00320-FCFA-B194-7761-FA79C53296B7}"/>
          </ac:spMkLst>
        </pc:spChg>
      </pc:sldChg>
      <pc:sldChg chg="addSp delSp modSp mod">
        <pc:chgData name="Ashish Jangid" userId="078e982b-b8ad-4674-908a-9f497f689f2f" providerId="ADAL" clId="{D15AD703-94E9-573B-8323-06CB560AB883}" dt="2026-06-26T07:16:21.304" v="1177" actId="20577"/>
        <pc:sldMkLst>
          <pc:docMk/>
          <pc:sldMk cId="3393963690" sldId="2147483068"/>
        </pc:sldMkLst>
        <pc:spChg chg="add mod">
          <ac:chgData name="Ashish Jangid" userId="078e982b-b8ad-4674-908a-9f497f689f2f" providerId="ADAL" clId="{D15AD703-94E9-573B-8323-06CB560AB883}" dt="2026-06-26T07:16:00.650" v="1170" actId="1076"/>
          <ac:spMkLst>
            <pc:docMk/>
            <pc:sldMk cId="3393963690" sldId="2147483068"/>
            <ac:spMk id="2" creationId="{F7978005-6454-C522-A0AA-7D32215939EC}"/>
          </ac:spMkLst>
        </pc:spChg>
        <pc:spChg chg="add mod">
          <ac:chgData name="Ashish Jangid" userId="078e982b-b8ad-4674-908a-9f497f689f2f" providerId="ADAL" clId="{D15AD703-94E9-573B-8323-06CB560AB883}" dt="2026-06-26T07:16:21.304" v="1177" actId="20577"/>
          <ac:spMkLst>
            <pc:docMk/>
            <pc:sldMk cId="3393963690" sldId="2147483068"/>
            <ac:spMk id="3" creationId="{2C10B927-F995-DF21-5252-1159BD83C590}"/>
          </ac:spMkLst>
        </pc:spChg>
        <pc:spChg chg="del">
          <ac:chgData name="Ashish Jangid" userId="078e982b-b8ad-4674-908a-9f497f689f2f" providerId="ADAL" clId="{D15AD703-94E9-573B-8323-06CB560AB883}" dt="2026-06-25T07:57:05.023" v="1137" actId="478"/>
          <ac:spMkLst>
            <pc:docMk/>
            <pc:sldMk cId="3393963690" sldId="2147483068"/>
            <ac:spMk id="20" creationId="{A1DF50D4-1CE2-C61C-1EEC-024F29CDF4F2}"/>
          </ac:spMkLst>
        </pc:spChg>
        <pc:spChg chg="del">
          <ac:chgData name="Ashish Jangid" userId="078e982b-b8ad-4674-908a-9f497f689f2f" providerId="ADAL" clId="{D15AD703-94E9-573B-8323-06CB560AB883}" dt="2026-06-26T07:15:55.094" v="1168" actId="478"/>
          <ac:spMkLst>
            <pc:docMk/>
            <pc:sldMk cId="3393963690" sldId="2147483068"/>
            <ac:spMk id="25" creationId="{B8224D37-8B54-904E-E2F0-5FF98B498BCD}"/>
          </ac:spMkLst>
        </pc:spChg>
        <pc:spChg chg="del">
          <ac:chgData name="Ashish Jangid" userId="078e982b-b8ad-4674-908a-9f497f689f2f" providerId="ADAL" clId="{D15AD703-94E9-573B-8323-06CB560AB883}" dt="2026-06-26T07:15:55.094" v="1168" actId="478"/>
          <ac:spMkLst>
            <pc:docMk/>
            <pc:sldMk cId="3393963690" sldId="2147483068"/>
            <ac:spMk id="26" creationId="{9B4ACF57-876C-7722-2CF3-2C08E533B34C}"/>
          </ac:spMkLst>
        </pc:spChg>
      </pc:sldChg>
      <pc:sldChg chg="delSp mod">
        <pc:chgData name="Ashish Jangid" userId="078e982b-b8ad-4674-908a-9f497f689f2f" providerId="ADAL" clId="{D15AD703-94E9-573B-8323-06CB560AB883}" dt="2026-06-25T07:57:09.455" v="1138" actId="478"/>
        <pc:sldMkLst>
          <pc:docMk/>
          <pc:sldMk cId="88206958" sldId="2147483069"/>
        </pc:sldMkLst>
        <pc:spChg chg="del">
          <ac:chgData name="Ashish Jangid" userId="078e982b-b8ad-4674-908a-9f497f689f2f" providerId="ADAL" clId="{D15AD703-94E9-573B-8323-06CB560AB883}" dt="2026-06-25T07:57:09.455" v="1138" actId="478"/>
          <ac:spMkLst>
            <pc:docMk/>
            <pc:sldMk cId="88206958" sldId="2147483069"/>
            <ac:spMk id="29" creationId="{E722AD23-2626-AF99-9078-0533D79AA291}"/>
          </ac:spMkLst>
        </pc:spChg>
      </pc:sldChg>
      <pc:sldChg chg="addSp delSp modSp mod">
        <pc:chgData name="Ashish Jangid" userId="078e982b-b8ad-4674-908a-9f497f689f2f" providerId="ADAL" clId="{D15AD703-94E9-573B-8323-06CB560AB883}" dt="2026-06-26T07:17:12.563" v="1192" actId="20577"/>
        <pc:sldMkLst>
          <pc:docMk/>
          <pc:sldMk cId="2302315404" sldId="2147483072"/>
        </pc:sldMkLst>
        <pc:spChg chg="add mod">
          <ac:chgData name="Ashish Jangid" userId="078e982b-b8ad-4674-908a-9f497f689f2f" providerId="ADAL" clId="{D15AD703-94E9-573B-8323-06CB560AB883}" dt="2026-06-26T07:16:45.859" v="1183" actId="1076"/>
          <ac:spMkLst>
            <pc:docMk/>
            <pc:sldMk cId="2302315404" sldId="2147483072"/>
            <ac:spMk id="2" creationId="{FAB95843-AD48-98BC-F185-9D1BA0047793}"/>
          </ac:spMkLst>
        </pc:spChg>
        <pc:spChg chg="add mod">
          <ac:chgData name="Ashish Jangid" userId="078e982b-b8ad-4674-908a-9f497f689f2f" providerId="ADAL" clId="{D15AD703-94E9-573B-8323-06CB560AB883}" dt="2026-06-26T07:16:45.859" v="1183" actId="1076"/>
          <ac:spMkLst>
            <pc:docMk/>
            <pc:sldMk cId="2302315404" sldId="2147483072"/>
            <ac:spMk id="3" creationId="{64EDB8EF-627D-78C2-9B4F-21A67AE0711E}"/>
          </ac:spMkLst>
        </pc:spChg>
        <pc:spChg chg="del">
          <ac:chgData name="Ashish Jangid" userId="078e982b-b8ad-4674-908a-9f497f689f2f" providerId="ADAL" clId="{D15AD703-94E9-573B-8323-06CB560AB883}" dt="2026-06-25T07:57:21.623" v="1139" actId="478"/>
          <ac:spMkLst>
            <pc:docMk/>
            <pc:sldMk cId="2302315404" sldId="2147483072"/>
            <ac:spMk id="3" creationId="{D8BF8246-BAA4-F878-7BAC-047A6CF81473}"/>
          </ac:spMkLst>
        </pc:spChg>
        <pc:spChg chg="del">
          <ac:chgData name="Ashish Jangid" userId="078e982b-b8ad-4674-908a-9f497f689f2f" providerId="ADAL" clId="{D15AD703-94E9-573B-8323-06CB560AB883}" dt="2026-06-25T07:57:21.623" v="1139" actId="478"/>
          <ac:spMkLst>
            <pc:docMk/>
            <pc:sldMk cId="2302315404" sldId="2147483072"/>
            <ac:spMk id="4" creationId="{09A91138-0E70-5C76-51C0-835A3DB99BA2}"/>
          </ac:spMkLst>
        </pc:spChg>
        <pc:spChg chg="add mod">
          <ac:chgData name="Ashish Jangid" userId="078e982b-b8ad-4674-908a-9f497f689f2f" providerId="ADAL" clId="{D15AD703-94E9-573B-8323-06CB560AB883}" dt="2026-06-26T07:16:48.395" v="1185" actId="20577"/>
          <ac:spMkLst>
            <pc:docMk/>
            <pc:sldMk cId="2302315404" sldId="2147483072"/>
            <ac:spMk id="4" creationId="{82047556-E7DE-F9AD-6914-69BD78B45185}"/>
          </ac:spMkLst>
        </pc:spChg>
        <pc:spChg chg="del">
          <ac:chgData name="Ashish Jangid" userId="078e982b-b8ad-4674-908a-9f497f689f2f" providerId="ADAL" clId="{D15AD703-94E9-573B-8323-06CB560AB883}" dt="2026-06-25T07:57:21.623" v="1139" actId="478"/>
          <ac:spMkLst>
            <pc:docMk/>
            <pc:sldMk cId="2302315404" sldId="2147483072"/>
            <ac:spMk id="5" creationId="{15AE6DA1-94DA-4C6B-B2AE-FC3C23442952}"/>
          </ac:spMkLst>
        </pc:spChg>
        <pc:spChg chg="add mod">
          <ac:chgData name="Ashish Jangid" userId="078e982b-b8ad-4674-908a-9f497f689f2f" providerId="ADAL" clId="{D15AD703-94E9-573B-8323-06CB560AB883}" dt="2026-06-26T07:17:12.563" v="1192" actId="20577"/>
          <ac:spMkLst>
            <pc:docMk/>
            <pc:sldMk cId="2302315404" sldId="2147483072"/>
            <ac:spMk id="5" creationId="{827B7C94-5FB6-D309-CDAF-1B8B78592671}"/>
          </ac:spMkLst>
        </pc:spChg>
        <pc:spChg chg="del">
          <ac:chgData name="Ashish Jangid" userId="078e982b-b8ad-4674-908a-9f497f689f2f" providerId="ADAL" clId="{D15AD703-94E9-573B-8323-06CB560AB883}" dt="2026-06-25T07:57:21.623" v="1139" actId="478"/>
          <ac:spMkLst>
            <pc:docMk/>
            <pc:sldMk cId="2302315404" sldId="2147483072"/>
            <ac:spMk id="6" creationId="{919D7FDD-EB9E-B1A7-70B2-1C86F0DD97B7}"/>
          </ac:spMkLst>
        </pc:spChg>
        <pc:spChg chg="del">
          <ac:chgData name="Ashish Jangid" userId="078e982b-b8ad-4674-908a-9f497f689f2f" providerId="ADAL" clId="{D15AD703-94E9-573B-8323-06CB560AB883}" dt="2026-06-25T07:57:21.623" v="1139" actId="478"/>
          <ac:spMkLst>
            <pc:docMk/>
            <pc:sldMk cId="2302315404" sldId="2147483072"/>
            <ac:spMk id="7" creationId="{3AA39176-9DAF-7E41-031E-09304CEC5E86}"/>
          </ac:spMkLst>
        </pc:spChg>
        <pc:spChg chg="del">
          <ac:chgData name="Ashish Jangid" userId="078e982b-b8ad-4674-908a-9f497f689f2f" providerId="ADAL" clId="{D15AD703-94E9-573B-8323-06CB560AB883}" dt="2026-06-26T07:16:39.131" v="1181" actId="478"/>
          <ac:spMkLst>
            <pc:docMk/>
            <pc:sldMk cId="2302315404" sldId="2147483072"/>
            <ac:spMk id="13" creationId="{B6B0AB2B-A6B9-BD76-8267-0D655EB107BE}"/>
          </ac:spMkLst>
        </pc:spChg>
        <pc:spChg chg="del">
          <ac:chgData name="Ashish Jangid" userId="078e982b-b8ad-4674-908a-9f497f689f2f" providerId="ADAL" clId="{D15AD703-94E9-573B-8323-06CB560AB883}" dt="2026-06-26T07:16:39.131" v="1181" actId="478"/>
          <ac:spMkLst>
            <pc:docMk/>
            <pc:sldMk cId="2302315404" sldId="2147483072"/>
            <ac:spMk id="14" creationId="{A5B5C719-6B5F-E6BA-840B-1AAE3881A406}"/>
          </ac:spMkLst>
        </pc:spChg>
        <pc:spChg chg="del">
          <ac:chgData name="Ashish Jangid" userId="078e982b-b8ad-4674-908a-9f497f689f2f" providerId="ADAL" clId="{D15AD703-94E9-573B-8323-06CB560AB883}" dt="2026-06-26T07:16:39.131" v="1181" actId="478"/>
          <ac:spMkLst>
            <pc:docMk/>
            <pc:sldMk cId="2302315404" sldId="2147483072"/>
            <ac:spMk id="15" creationId="{4237A1C3-46E6-3766-004A-4DFBBEF4B536}"/>
          </ac:spMkLst>
        </pc:spChg>
        <pc:spChg chg="del">
          <ac:chgData name="Ashish Jangid" userId="078e982b-b8ad-4674-908a-9f497f689f2f" providerId="ADAL" clId="{D15AD703-94E9-573B-8323-06CB560AB883}" dt="2026-06-26T07:16:39.131" v="1181" actId="478"/>
          <ac:spMkLst>
            <pc:docMk/>
            <pc:sldMk cId="2302315404" sldId="2147483072"/>
            <ac:spMk id="16" creationId="{B946A31C-9BF1-4D8E-E2A6-F2590BAA77B3}"/>
          </ac:spMkLst>
        </pc:spChg>
        <pc:spChg chg="del">
          <ac:chgData name="Ashish Jangid" userId="078e982b-b8ad-4674-908a-9f497f689f2f" providerId="ADAL" clId="{D15AD703-94E9-573B-8323-06CB560AB883}" dt="2026-06-26T07:16:54.300" v="1188" actId="478"/>
          <ac:spMkLst>
            <pc:docMk/>
            <pc:sldMk cId="2302315404" sldId="2147483072"/>
            <ac:spMk id="25" creationId="{9C32CA08-DEC2-7ADC-364F-E8976E384621}"/>
          </ac:spMkLst>
        </pc:spChg>
        <pc:spChg chg="del">
          <ac:chgData name="Ashish Jangid" userId="078e982b-b8ad-4674-908a-9f497f689f2f" providerId="ADAL" clId="{D15AD703-94E9-573B-8323-06CB560AB883}" dt="2026-06-26T07:16:54.300" v="1188" actId="478"/>
          <ac:spMkLst>
            <pc:docMk/>
            <pc:sldMk cId="2302315404" sldId="2147483072"/>
            <ac:spMk id="26" creationId="{3E28545B-D4ED-505A-F815-6001860FE020}"/>
          </ac:spMkLst>
        </pc:spChg>
        <pc:spChg chg="del">
          <ac:chgData name="Ashish Jangid" userId="078e982b-b8ad-4674-908a-9f497f689f2f" providerId="ADAL" clId="{D15AD703-94E9-573B-8323-06CB560AB883}" dt="2026-06-26T07:16:54.300" v="1188" actId="478"/>
          <ac:spMkLst>
            <pc:docMk/>
            <pc:sldMk cId="2302315404" sldId="2147483072"/>
            <ac:spMk id="27" creationId="{B44347AC-3817-D9B7-61CE-4555042EAB55}"/>
          </ac:spMkLst>
        </pc:spChg>
        <pc:spChg chg="del">
          <ac:chgData name="Ashish Jangid" userId="078e982b-b8ad-4674-908a-9f497f689f2f" providerId="ADAL" clId="{D15AD703-94E9-573B-8323-06CB560AB883}" dt="2026-06-26T07:16:54.300" v="1188" actId="478"/>
          <ac:spMkLst>
            <pc:docMk/>
            <pc:sldMk cId="2302315404" sldId="2147483072"/>
            <ac:spMk id="28" creationId="{E99A9E57-3F1B-10C1-EE4C-186AD0C971A1}"/>
          </ac:spMkLst>
        </pc:spChg>
        <pc:spChg chg="del">
          <ac:chgData name="Ashish Jangid" userId="078e982b-b8ad-4674-908a-9f497f689f2f" providerId="ADAL" clId="{D15AD703-94E9-573B-8323-06CB560AB883}" dt="2026-06-26T07:16:54.300" v="1188" actId="478"/>
          <ac:spMkLst>
            <pc:docMk/>
            <pc:sldMk cId="2302315404" sldId="2147483072"/>
            <ac:spMk id="29" creationId="{B2CD8181-6307-8D16-3032-03301BB15204}"/>
          </ac:spMkLst>
        </pc:spChg>
      </pc:sldChg>
      <pc:sldChg chg="addSp delSp modSp mod">
        <pc:chgData name="Ashish Jangid" userId="078e982b-b8ad-4674-908a-9f497f689f2f" providerId="ADAL" clId="{D15AD703-94E9-573B-8323-06CB560AB883}" dt="2026-06-26T07:20:51.772" v="1248" actId="20577"/>
        <pc:sldMkLst>
          <pc:docMk/>
          <pc:sldMk cId="3397187476" sldId="2147483073"/>
        </pc:sldMkLst>
        <pc:spChg chg="add mod">
          <ac:chgData name="Ashish Jangid" userId="078e982b-b8ad-4674-908a-9f497f689f2f" providerId="ADAL" clId="{D15AD703-94E9-573B-8323-06CB560AB883}" dt="2026-06-26T07:19:42.712" v="1223" actId="20577"/>
          <ac:spMkLst>
            <pc:docMk/>
            <pc:sldMk cId="3397187476" sldId="2147483073"/>
            <ac:spMk id="2" creationId="{6CDCF730-C850-DB44-8606-B092529714F4}"/>
          </ac:spMkLst>
        </pc:spChg>
        <pc:spChg chg="del">
          <ac:chgData name="Ashish Jangid" userId="078e982b-b8ad-4674-908a-9f497f689f2f" providerId="ADAL" clId="{D15AD703-94E9-573B-8323-06CB560AB883}" dt="2026-06-25T07:57:25.637" v="1140" actId="478"/>
          <ac:spMkLst>
            <pc:docMk/>
            <pc:sldMk cId="3397187476" sldId="2147483073"/>
            <ac:spMk id="3" creationId="{4C9F3533-B058-789C-94DD-0B449447E229}"/>
          </ac:spMkLst>
        </pc:spChg>
        <pc:spChg chg="add mod">
          <ac:chgData name="Ashish Jangid" userId="078e982b-b8ad-4674-908a-9f497f689f2f" providerId="ADAL" clId="{D15AD703-94E9-573B-8323-06CB560AB883}" dt="2026-06-26T07:19:40.553" v="1221" actId="20577"/>
          <ac:spMkLst>
            <pc:docMk/>
            <pc:sldMk cId="3397187476" sldId="2147483073"/>
            <ac:spMk id="3" creationId="{55253593-4B92-9D39-C16F-BC73EB4DEA4F}"/>
          </ac:spMkLst>
        </pc:spChg>
        <pc:spChg chg="add mod">
          <ac:chgData name="Ashish Jangid" userId="078e982b-b8ad-4674-908a-9f497f689f2f" providerId="ADAL" clId="{D15AD703-94E9-573B-8323-06CB560AB883}" dt="2026-06-26T07:19:37.780" v="1219" actId="20577"/>
          <ac:spMkLst>
            <pc:docMk/>
            <pc:sldMk cId="3397187476" sldId="2147483073"/>
            <ac:spMk id="4" creationId="{146E74F4-88E2-EE6F-A0F9-E933BB613EDE}"/>
          </ac:spMkLst>
        </pc:spChg>
        <pc:spChg chg="del">
          <ac:chgData name="Ashish Jangid" userId="078e982b-b8ad-4674-908a-9f497f689f2f" providerId="ADAL" clId="{D15AD703-94E9-573B-8323-06CB560AB883}" dt="2026-06-25T07:57:25.637" v="1140" actId="478"/>
          <ac:spMkLst>
            <pc:docMk/>
            <pc:sldMk cId="3397187476" sldId="2147483073"/>
            <ac:spMk id="4" creationId="{C351A78F-3EED-B6FD-B857-C84483C50085}"/>
          </ac:spMkLst>
        </pc:spChg>
        <pc:spChg chg="del">
          <ac:chgData name="Ashish Jangid" userId="078e982b-b8ad-4674-908a-9f497f689f2f" providerId="ADAL" clId="{D15AD703-94E9-573B-8323-06CB560AB883}" dt="2026-06-25T07:57:25.637" v="1140" actId="478"/>
          <ac:spMkLst>
            <pc:docMk/>
            <pc:sldMk cId="3397187476" sldId="2147483073"/>
            <ac:spMk id="5" creationId="{F0D7942A-6C49-93E8-3A0F-5BA6A32F5E07}"/>
          </ac:spMkLst>
        </pc:spChg>
        <pc:spChg chg="del">
          <ac:chgData name="Ashish Jangid" userId="078e982b-b8ad-4674-908a-9f497f689f2f" providerId="ADAL" clId="{D15AD703-94E9-573B-8323-06CB560AB883}" dt="2026-06-25T07:57:25.637" v="1140" actId="478"/>
          <ac:spMkLst>
            <pc:docMk/>
            <pc:sldMk cId="3397187476" sldId="2147483073"/>
            <ac:spMk id="6" creationId="{1D98ACAC-A5AB-DC5F-93E8-F32B9BCBCD36}"/>
          </ac:spMkLst>
        </pc:spChg>
        <pc:spChg chg="del">
          <ac:chgData name="Ashish Jangid" userId="078e982b-b8ad-4674-908a-9f497f689f2f" providerId="ADAL" clId="{D15AD703-94E9-573B-8323-06CB560AB883}" dt="2026-06-25T07:57:25.637" v="1140" actId="478"/>
          <ac:spMkLst>
            <pc:docMk/>
            <pc:sldMk cId="3397187476" sldId="2147483073"/>
            <ac:spMk id="7" creationId="{77AA8C3B-019A-6DA2-B3D0-46AFCB594218}"/>
          </ac:spMkLst>
        </pc:spChg>
        <pc:spChg chg="mod">
          <ac:chgData name="Ashish Jangid" userId="078e982b-b8ad-4674-908a-9f497f689f2f" providerId="ADAL" clId="{D15AD703-94E9-573B-8323-06CB560AB883}" dt="2026-06-26T07:18:03.164" v="1197" actId="207"/>
          <ac:spMkLst>
            <pc:docMk/>
            <pc:sldMk cId="3397187476" sldId="2147483073"/>
            <ac:spMk id="9" creationId="{EB9E1B5E-80B1-D4B3-FA5A-C7E3708C5B35}"/>
          </ac:spMkLst>
        </pc:spChg>
        <pc:spChg chg="mod">
          <ac:chgData name="Ashish Jangid" userId="078e982b-b8ad-4674-908a-9f497f689f2f" providerId="ADAL" clId="{D15AD703-94E9-573B-8323-06CB560AB883}" dt="2026-06-26T07:18:58.692" v="1208" actId="20577"/>
          <ac:spMkLst>
            <pc:docMk/>
            <pc:sldMk cId="3397187476" sldId="2147483073"/>
            <ac:spMk id="10" creationId="{EE5DB878-4587-F241-55FE-AB5A7AB228DA}"/>
          </ac:spMkLst>
        </pc:spChg>
        <pc:spChg chg="del mod">
          <ac:chgData name="Ashish Jangid" userId="078e982b-b8ad-4674-908a-9f497f689f2f" providerId="ADAL" clId="{D15AD703-94E9-573B-8323-06CB560AB883}" dt="2026-06-26T07:18:44.244" v="1205" actId="478"/>
          <ac:spMkLst>
            <pc:docMk/>
            <pc:sldMk cId="3397187476" sldId="2147483073"/>
            <ac:spMk id="11" creationId="{5502EBF5-3058-2190-E57A-4DCCEB044012}"/>
          </ac:spMkLst>
        </pc:spChg>
        <pc:spChg chg="mod">
          <ac:chgData name="Ashish Jangid" userId="078e982b-b8ad-4674-908a-9f497f689f2f" providerId="ADAL" clId="{D15AD703-94E9-573B-8323-06CB560AB883}" dt="2026-06-26T07:20:51.772" v="1248" actId="20577"/>
          <ac:spMkLst>
            <pc:docMk/>
            <pc:sldMk cId="3397187476" sldId="2147483073"/>
            <ac:spMk id="12" creationId="{3CDACA0F-955C-84BC-46C9-36E45D771962}"/>
          </ac:spMkLst>
        </pc:spChg>
        <pc:spChg chg="mod">
          <ac:chgData name="Ashish Jangid" userId="078e982b-b8ad-4674-908a-9f497f689f2f" providerId="ADAL" clId="{D15AD703-94E9-573B-8323-06CB560AB883}" dt="2026-06-26T07:18:03.164" v="1197" actId="207"/>
          <ac:spMkLst>
            <pc:docMk/>
            <pc:sldMk cId="3397187476" sldId="2147483073"/>
            <ac:spMk id="13" creationId="{9337B64D-4039-DB41-3844-D0733099A5BE}"/>
          </ac:spMkLst>
        </pc:spChg>
        <pc:spChg chg="mod">
          <ac:chgData name="Ashish Jangid" userId="078e982b-b8ad-4674-908a-9f497f689f2f" providerId="ADAL" clId="{D15AD703-94E9-573B-8323-06CB560AB883}" dt="2026-06-26T07:18:53.336" v="1206" actId="207"/>
          <ac:spMkLst>
            <pc:docMk/>
            <pc:sldMk cId="3397187476" sldId="2147483073"/>
            <ac:spMk id="14" creationId="{B55979BF-8918-75F8-AFCE-86D3C3D1B147}"/>
          </ac:spMkLst>
        </pc:spChg>
        <pc:spChg chg="del mod">
          <ac:chgData name="Ashish Jangid" userId="078e982b-b8ad-4674-908a-9f497f689f2f" providerId="ADAL" clId="{D15AD703-94E9-573B-8323-06CB560AB883}" dt="2026-06-26T07:18:44.244" v="1205" actId="478"/>
          <ac:spMkLst>
            <pc:docMk/>
            <pc:sldMk cId="3397187476" sldId="2147483073"/>
            <ac:spMk id="15" creationId="{EE0DE405-C06B-FF43-A61D-268D8B93305F}"/>
          </ac:spMkLst>
        </pc:spChg>
        <pc:spChg chg="mod">
          <ac:chgData name="Ashish Jangid" userId="078e982b-b8ad-4674-908a-9f497f689f2f" providerId="ADAL" clId="{D15AD703-94E9-573B-8323-06CB560AB883}" dt="2026-06-26T07:20:16.535" v="1228" actId="207"/>
          <ac:spMkLst>
            <pc:docMk/>
            <pc:sldMk cId="3397187476" sldId="2147483073"/>
            <ac:spMk id="16" creationId="{264615C1-1F43-04EE-6EE0-A12D546B90B8}"/>
          </ac:spMkLst>
        </pc:spChg>
        <pc:spChg chg="mod">
          <ac:chgData name="Ashish Jangid" userId="078e982b-b8ad-4674-908a-9f497f689f2f" providerId="ADAL" clId="{D15AD703-94E9-573B-8323-06CB560AB883}" dt="2026-06-26T07:18:03.164" v="1197" actId="207"/>
          <ac:spMkLst>
            <pc:docMk/>
            <pc:sldMk cId="3397187476" sldId="2147483073"/>
            <ac:spMk id="17" creationId="{9AFE95A1-D495-F625-A46E-1AA98F3650E4}"/>
          </ac:spMkLst>
        </pc:spChg>
        <pc:spChg chg="mod">
          <ac:chgData name="Ashish Jangid" userId="078e982b-b8ad-4674-908a-9f497f689f2f" providerId="ADAL" clId="{D15AD703-94E9-573B-8323-06CB560AB883}" dt="2026-06-26T07:18:53.336" v="1206" actId="207"/>
          <ac:spMkLst>
            <pc:docMk/>
            <pc:sldMk cId="3397187476" sldId="2147483073"/>
            <ac:spMk id="18" creationId="{08D63E46-DDD7-B1D8-89AA-77911C442599}"/>
          </ac:spMkLst>
        </pc:spChg>
        <pc:spChg chg="del mod">
          <ac:chgData name="Ashish Jangid" userId="078e982b-b8ad-4674-908a-9f497f689f2f" providerId="ADAL" clId="{D15AD703-94E9-573B-8323-06CB560AB883}" dt="2026-06-26T07:18:44.244" v="1205" actId="478"/>
          <ac:spMkLst>
            <pc:docMk/>
            <pc:sldMk cId="3397187476" sldId="2147483073"/>
            <ac:spMk id="19" creationId="{55F0CF7F-D6A6-E56B-C34E-F597833C9FA0}"/>
          </ac:spMkLst>
        </pc:spChg>
        <pc:spChg chg="mod">
          <ac:chgData name="Ashish Jangid" userId="078e982b-b8ad-4674-908a-9f497f689f2f" providerId="ADAL" clId="{D15AD703-94E9-573B-8323-06CB560AB883}" dt="2026-06-26T07:20:16.535" v="1228" actId="207"/>
          <ac:spMkLst>
            <pc:docMk/>
            <pc:sldMk cId="3397187476" sldId="2147483073"/>
            <ac:spMk id="20" creationId="{A923FACA-0B79-6AE8-DA85-504A5152D3ED}"/>
          </ac:spMkLst>
        </pc:spChg>
        <pc:spChg chg="del">
          <ac:chgData name="Ashish Jangid" userId="078e982b-b8ad-4674-908a-9f497f689f2f" providerId="ADAL" clId="{D15AD703-94E9-573B-8323-06CB560AB883}" dt="2026-06-26T07:20:20.003" v="1229" actId="478"/>
          <ac:spMkLst>
            <pc:docMk/>
            <pc:sldMk cId="3397187476" sldId="2147483073"/>
            <ac:spMk id="25" creationId="{7A127522-DDFB-488D-ED18-3FFB64D173C4}"/>
          </ac:spMkLst>
        </pc:spChg>
        <pc:spChg chg="del">
          <ac:chgData name="Ashish Jangid" userId="078e982b-b8ad-4674-908a-9f497f689f2f" providerId="ADAL" clId="{D15AD703-94E9-573B-8323-06CB560AB883}" dt="2026-06-26T07:20:20.003" v="1229" actId="478"/>
          <ac:spMkLst>
            <pc:docMk/>
            <pc:sldMk cId="3397187476" sldId="2147483073"/>
            <ac:spMk id="26" creationId="{DDD8D91C-22A2-CDDC-2D8A-515D2D37AAAF}"/>
          </ac:spMkLst>
        </pc:spChg>
        <pc:spChg chg="del">
          <ac:chgData name="Ashish Jangid" userId="078e982b-b8ad-4674-908a-9f497f689f2f" providerId="ADAL" clId="{D15AD703-94E9-573B-8323-06CB560AB883}" dt="2026-06-26T07:20:20.003" v="1229" actId="478"/>
          <ac:spMkLst>
            <pc:docMk/>
            <pc:sldMk cId="3397187476" sldId="2147483073"/>
            <ac:spMk id="27" creationId="{1784B4CA-64C0-6BD9-B93E-AF58466ED71F}"/>
          </ac:spMkLst>
        </pc:spChg>
      </pc:sldChg>
      <pc:sldChg chg="addSp delSp modSp mod">
        <pc:chgData name="Ashish Jangid" userId="078e982b-b8ad-4674-908a-9f497f689f2f" providerId="ADAL" clId="{D15AD703-94E9-573B-8323-06CB560AB883}" dt="2026-06-26T07:21:46.162" v="1265" actId="478"/>
        <pc:sldMkLst>
          <pc:docMk/>
          <pc:sldMk cId="3097218336" sldId="2147483074"/>
        </pc:sldMkLst>
        <pc:spChg chg="add mod">
          <ac:chgData name="Ashish Jangid" userId="078e982b-b8ad-4674-908a-9f497f689f2f" providerId="ADAL" clId="{D15AD703-94E9-573B-8323-06CB560AB883}" dt="2026-06-26T07:21:17.972" v="1254" actId="1076"/>
          <ac:spMkLst>
            <pc:docMk/>
            <pc:sldMk cId="3097218336" sldId="2147483074"/>
            <ac:spMk id="2" creationId="{3B2AAC6E-C865-F0F9-EF42-648389EB9602}"/>
          </ac:spMkLst>
        </pc:spChg>
        <pc:spChg chg="add mod">
          <ac:chgData name="Ashish Jangid" userId="078e982b-b8ad-4674-908a-9f497f689f2f" providerId="ADAL" clId="{D15AD703-94E9-573B-8323-06CB560AB883}" dt="2026-06-26T07:21:17.972" v="1254" actId="1076"/>
          <ac:spMkLst>
            <pc:docMk/>
            <pc:sldMk cId="3097218336" sldId="2147483074"/>
            <ac:spMk id="3" creationId="{A047D4F5-2BBB-CE7B-D1C4-CCF72C9AEAEF}"/>
          </ac:spMkLst>
        </pc:spChg>
        <pc:spChg chg="add mod">
          <ac:chgData name="Ashish Jangid" userId="078e982b-b8ad-4674-908a-9f497f689f2f" providerId="ADAL" clId="{D15AD703-94E9-573B-8323-06CB560AB883}" dt="2026-06-26T07:21:20.521" v="1256" actId="20577"/>
          <ac:spMkLst>
            <pc:docMk/>
            <pc:sldMk cId="3097218336" sldId="2147483074"/>
            <ac:spMk id="4" creationId="{9429CB8C-9D93-03D8-A400-606001CECF97}"/>
          </ac:spMkLst>
        </pc:spChg>
        <pc:spChg chg="add mod">
          <ac:chgData name="Ashish Jangid" userId="078e982b-b8ad-4674-908a-9f497f689f2f" providerId="ADAL" clId="{D15AD703-94E9-573B-8323-06CB560AB883}" dt="2026-06-26T07:21:39.167" v="1261" actId="20577"/>
          <ac:spMkLst>
            <pc:docMk/>
            <pc:sldMk cId="3097218336" sldId="2147483074"/>
            <ac:spMk id="5" creationId="{825B0DCC-3AC9-01E2-4E90-224F196D6EEB}"/>
          </ac:spMkLst>
        </pc:spChg>
        <pc:spChg chg="add del mod">
          <ac:chgData name="Ashish Jangid" userId="078e982b-b8ad-4674-908a-9f497f689f2f" providerId="ADAL" clId="{D15AD703-94E9-573B-8323-06CB560AB883}" dt="2026-06-26T07:21:45.152" v="1264"/>
          <ac:spMkLst>
            <pc:docMk/>
            <pc:sldMk cId="3097218336" sldId="2147483074"/>
            <ac:spMk id="6" creationId="{5F3C6E93-8240-4407-A08C-74FEF45F6EC8}"/>
          </ac:spMkLst>
        </pc:spChg>
        <pc:spChg chg="del">
          <ac:chgData name="Ashish Jangid" userId="078e982b-b8ad-4674-908a-9f497f689f2f" providerId="ADAL" clId="{D15AD703-94E9-573B-8323-06CB560AB883}" dt="2026-06-25T07:57:29.679" v="1141" actId="478"/>
          <ac:spMkLst>
            <pc:docMk/>
            <pc:sldMk cId="3097218336" sldId="2147483074"/>
            <ac:spMk id="7" creationId="{266D45A2-60C4-D370-C1D0-9D6D32B70BDC}"/>
          </ac:spMkLst>
        </pc:spChg>
        <pc:spChg chg="del">
          <ac:chgData name="Ashish Jangid" userId="078e982b-b8ad-4674-908a-9f497f689f2f" providerId="ADAL" clId="{D15AD703-94E9-573B-8323-06CB560AB883}" dt="2026-06-26T07:21:10.791" v="1252" actId="478"/>
          <ac:spMkLst>
            <pc:docMk/>
            <pc:sldMk cId="3097218336" sldId="2147483074"/>
            <ac:spMk id="13" creationId="{9C8D2330-1E2B-0FAF-3129-9D4CF32B4970}"/>
          </ac:spMkLst>
        </pc:spChg>
        <pc:spChg chg="del">
          <ac:chgData name="Ashish Jangid" userId="078e982b-b8ad-4674-908a-9f497f689f2f" providerId="ADAL" clId="{D15AD703-94E9-573B-8323-06CB560AB883}" dt="2026-06-26T07:21:10.791" v="1252" actId="478"/>
          <ac:spMkLst>
            <pc:docMk/>
            <pc:sldMk cId="3097218336" sldId="2147483074"/>
            <ac:spMk id="14" creationId="{D961CE0F-B727-CB4C-B527-1EC3401596AB}"/>
          </ac:spMkLst>
        </pc:spChg>
        <pc:spChg chg="del">
          <ac:chgData name="Ashish Jangid" userId="078e982b-b8ad-4674-908a-9f497f689f2f" providerId="ADAL" clId="{D15AD703-94E9-573B-8323-06CB560AB883}" dt="2026-06-26T07:21:10.791" v="1252" actId="478"/>
          <ac:spMkLst>
            <pc:docMk/>
            <pc:sldMk cId="3097218336" sldId="2147483074"/>
            <ac:spMk id="15" creationId="{01836241-F8F8-C671-0D38-A7E70B29E480}"/>
          </ac:spMkLst>
        </pc:spChg>
        <pc:spChg chg="del">
          <ac:chgData name="Ashish Jangid" userId="078e982b-b8ad-4674-908a-9f497f689f2f" providerId="ADAL" clId="{D15AD703-94E9-573B-8323-06CB560AB883}" dt="2026-06-26T07:21:10.791" v="1252" actId="478"/>
          <ac:spMkLst>
            <pc:docMk/>
            <pc:sldMk cId="3097218336" sldId="2147483074"/>
            <ac:spMk id="16" creationId="{A7E7E372-2B73-5530-8BEA-2331B85598E7}"/>
          </ac:spMkLst>
        </pc:spChg>
        <pc:spChg chg="del">
          <ac:chgData name="Ashish Jangid" userId="078e982b-b8ad-4674-908a-9f497f689f2f" providerId="ADAL" clId="{D15AD703-94E9-573B-8323-06CB560AB883}" dt="2026-06-26T07:21:46.162" v="1265" actId="478"/>
          <ac:spMkLst>
            <pc:docMk/>
            <pc:sldMk cId="3097218336" sldId="2147483074"/>
            <ac:spMk id="25" creationId="{E16388B2-CD48-98CB-9C88-CAD5C00DD3FF}"/>
          </ac:spMkLst>
        </pc:spChg>
        <pc:spChg chg="del">
          <ac:chgData name="Ashish Jangid" userId="078e982b-b8ad-4674-908a-9f497f689f2f" providerId="ADAL" clId="{D15AD703-94E9-573B-8323-06CB560AB883}" dt="2026-06-26T07:21:46.162" v="1265" actId="478"/>
          <ac:spMkLst>
            <pc:docMk/>
            <pc:sldMk cId="3097218336" sldId="2147483074"/>
            <ac:spMk id="26" creationId="{B5018820-F27E-4048-F5F7-5D550FF080CE}"/>
          </ac:spMkLst>
        </pc:spChg>
        <pc:spChg chg="del">
          <ac:chgData name="Ashish Jangid" userId="078e982b-b8ad-4674-908a-9f497f689f2f" providerId="ADAL" clId="{D15AD703-94E9-573B-8323-06CB560AB883}" dt="2026-06-26T07:21:46.162" v="1265" actId="478"/>
          <ac:spMkLst>
            <pc:docMk/>
            <pc:sldMk cId="3097218336" sldId="2147483074"/>
            <ac:spMk id="27" creationId="{457565C5-DA9A-2860-36D3-6381FC4FEE1D}"/>
          </ac:spMkLst>
        </pc:spChg>
        <pc:spChg chg="del">
          <ac:chgData name="Ashish Jangid" userId="078e982b-b8ad-4674-908a-9f497f689f2f" providerId="ADAL" clId="{D15AD703-94E9-573B-8323-06CB560AB883}" dt="2026-06-26T07:21:46.162" v="1265" actId="478"/>
          <ac:spMkLst>
            <pc:docMk/>
            <pc:sldMk cId="3097218336" sldId="2147483074"/>
            <ac:spMk id="28" creationId="{A6BED1F9-CEFD-82A5-970C-C04F11319438}"/>
          </ac:spMkLst>
        </pc:spChg>
        <pc:spChg chg="del">
          <ac:chgData name="Ashish Jangid" userId="078e982b-b8ad-4674-908a-9f497f689f2f" providerId="ADAL" clId="{D15AD703-94E9-573B-8323-06CB560AB883}" dt="2026-06-26T07:21:46.162" v="1265" actId="478"/>
          <ac:spMkLst>
            <pc:docMk/>
            <pc:sldMk cId="3097218336" sldId="2147483074"/>
            <ac:spMk id="29" creationId="{666EB971-B66A-9A27-ADBC-7C70CD6F3DB2}"/>
          </ac:spMkLst>
        </pc:spChg>
        <pc:spChg chg="del">
          <ac:chgData name="Ashish Jangid" userId="078e982b-b8ad-4674-908a-9f497f689f2f" providerId="ADAL" clId="{D15AD703-94E9-573B-8323-06CB560AB883}" dt="2026-06-25T07:57:29.679" v="1141" actId="478"/>
          <ac:spMkLst>
            <pc:docMk/>
            <pc:sldMk cId="3097218336" sldId="2147483074"/>
            <ac:spMk id="30" creationId="{2D0B8726-61D9-CFF5-B46E-0E9C6A15B31D}"/>
          </ac:spMkLst>
        </pc:spChg>
        <pc:spChg chg="del">
          <ac:chgData name="Ashish Jangid" userId="078e982b-b8ad-4674-908a-9f497f689f2f" providerId="ADAL" clId="{D15AD703-94E9-573B-8323-06CB560AB883}" dt="2026-06-25T07:57:29.679" v="1141" actId="478"/>
          <ac:spMkLst>
            <pc:docMk/>
            <pc:sldMk cId="3097218336" sldId="2147483074"/>
            <ac:spMk id="31" creationId="{A8C866B5-405B-F765-31B7-75C0E6B9B98B}"/>
          </ac:spMkLst>
        </pc:spChg>
        <pc:spChg chg="del">
          <ac:chgData name="Ashish Jangid" userId="078e982b-b8ad-4674-908a-9f497f689f2f" providerId="ADAL" clId="{D15AD703-94E9-573B-8323-06CB560AB883}" dt="2026-06-25T07:57:29.679" v="1141" actId="478"/>
          <ac:spMkLst>
            <pc:docMk/>
            <pc:sldMk cId="3097218336" sldId="2147483074"/>
            <ac:spMk id="32" creationId="{FBFB1572-791C-4644-51F9-D47097E3F876}"/>
          </ac:spMkLst>
        </pc:spChg>
        <pc:spChg chg="del">
          <ac:chgData name="Ashish Jangid" userId="078e982b-b8ad-4674-908a-9f497f689f2f" providerId="ADAL" clId="{D15AD703-94E9-573B-8323-06CB560AB883}" dt="2026-06-25T07:57:29.679" v="1141" actId="478"/>
          <ac:spMkLst>
            <pc:docMk/>
            <pc:sldMk cId="3097218336" sldId="2147483074"/>
            <ac:spMk id="33" creationId="{5AF5D2C5-588C-672A-B27E-1A803DDB4613}"/>
          </ac:spMkLst>
        </pc:spChg>
      </pc:sldChg>
      <pc:sldChg chg="delSp mod">
        <pc:chgData name="Ashish Jangid" userId="078e982b-b8ad-4674-908a-9f497f689f2f" providerId="ADAL" clId="{D15AD703-94E9-573B-8323-06CB560AB883}" dt="2026-06-26T07:23:06.700" v="1279" actId="478"/>
        <pc:sldMkLst>
          <pc:docMk/>
          <pc:sldMk cId="2067542090" sldId="2147483075"/>
        </pc:sldMkLst>
        <pc:spChg chg="del">
          <ac:chgData name="Ashish Jangid" userId="078e982b-b8ad-4674-908a-9f497f689f2f" providerId="ADAL" clId="{D15AD703-94E9-573B-8323-06CB560AB883}" dt="2026-06-25T07:57:34.062" v="1142" actId="478"/>
          <ac:spMkLst>
            <pc:docMk/>
            <pc:sldMk cId="2067542090" sldId="2147483075"/>
            <ac:spMk id="3" creationId="{9596633B-5B09-75FD-3183-936CB8E54CDD}"/>
          </ac:spMkLst>
        </pc:spChg>
        <pc:spChg chg="del">
          <ac:chgData name="Ashish Jangid" userId="078e982b-b8ad-4674-908a-9f497f689f2f" providerId="ADAL" clId="{D15AD703-94E9-573B-8323-06CB560AB883}" dt="2026-06-25T07:57:34.062" v="1142" actId="478"/>
          <ac:spMkLst>
            <pc:docMk/>
            <pc:sldMk cId="2067542090" sldId="2147483075"/>
            <ac:spMk id="26" creationId="{5123DDD0-27D6-8D07-849D-07AB67BB2A05}"/>
          </ac:spMkLst>
        </pc:spChg>
        <pc:spChg chg="del">
          <ac:chgData name="Ashish Jangid" userId="078e982b-b8ad-4674-908a-9f497f689f2f" providerId="ADAL" clId="{D15AD703-94E9-573B-8323-06CB560AB883}" dt="2026-06-25T07:57:34.062" v="1142" actId="478"/>
          <ac:spMkLst>
            <pc:docMk/>
            <pc:sldMk cId="2067542090" sldId="2147483075"/>
            <ac:spMk id="27" creationId="{F24DEAE0-0339-CB20-51F3-A14418C5DBFC}"/>
          </ac:spMkLst>
        </pc:spChg>
        <pc:spChg chg="del">
          <ac:chgData name="Ashish Jangid" userId="078e982b-b8ad-4674-908a-9f497f689f2f" providerId="ADAL" clId="{D15AD703-94E9-573B-8323-06CB560AB883}" dt="2026-06-25T07:57:34.062" v="1142" actId="478"/>
          <ac:spMkLst>
            <pc:docMk/>
            <pc:sldMk cId="2067542090" sldId="2147483075"/>
            <ac:spMk id="28" creationId="{E869F475-B5A9-5D65-8505-9A06236DF16D}"/>
          </ac:spMkLst>
        </pc:spChg>
        <pc:spChg chg="del">
          <ac:chgData name="Ashish Jangid" userId="078e982b-b8ad-4674-908a-9f497f689f2f" providerId="ADAL" clId="{D15AD703-94E9-573B-8323-06CB560AB883}" dt="2026-06-25T07:57:34.062" v="1142" actId="478"/>
          <ac:spMkLst>
            <pc:docMk/>
            <pc:sldMk cId="2067542090" sldId="2147483075"/>
            <ac:spMk id="29" creationId="{62AA7D2E-F3F2-9FCD-67DD-0899C21637DD}"/>
          </ac:spMkLst>
        </pc:spChg>
        <pc:spChg chg="del">
          <ac:chgData name="Ashish Jangid" userId="078e982b-b8ad-4674-908a-9f497f689f2f" providerId="ADAL" clId="{D15AD703-94E9-573B-8323-06CB560AB883}" dt="2026-06-26T07:23:06.700" v="1279" actId="478"/>
          <ac:spMkLst>
            <pc:docMk/>
            <pc:sldMk cId="2067542090" sldId="2147483075"/>
            <ac:spMk id="36" creationId="{A23FAB05-5D63-5F0F-0D4B-D927D35D79E4}"/>
          </ac:spMkLst>
        </pc:spChg>
        <pc:spChg chg="del">
          <ac:chgData name="Ashish Jangid" userId="078e982b-b8ad-4674-908a-9f497f689f2f" providerId="ADAL" clId="{D15AD703-94E9-573B-8323-06CB560AB883}" dt="2026-06-26T07:23:06.700" v="1279" actId="478"/>
          <ac:spMkLst>
            <pc:docMk/>
            <pc:sldMk cId="2067542090" sldId="2147483075"/>
            <ac:spMk id="42" creationId="{AD16A497-D96B-A355-894F-6116B5C0D9CF}"/>
          </ac:spMkLst>
        </pc:spChg>
        <pc:spChg chg="del">
          <ac:chgData name="Ashish Jangid" userId="078e982b-b8ad-4674-908a-9f497f689f2f" providerId="ADAL" clId="{D15AD703-94E9-573B-8323-06CB560AB883}" dt="2026-06-26T07:23:06.700" v="1279" actId="478"/>
          <ac:spMkLst>
            <pc:docMk/>
            <pc:sldMk cId="2067542090" sldId="2147483075"/>
            <ac:spMk id="48" creationId="{4AB4AAA2-C1EB-8E56-5282-138DB627BC78}"/>
          </ac:spMkLst>
        </pc:spChg>
        <pc:spChg chg="del">
          <ac:chgData name="Ashish Jangid" userId="078e982b-b8ad-4674-908a-9f497f689f2f" providerId="ADAL" clId="{D15AD703-94E9-573B-8323-06CB560AB883}" dt="2026-06-26T07:23:06.700" v="1279" actId="478"/>
          <ac:spMkLst>
            <pc:docMk/>
            <pc:sldMk cId="2067542090" sldId="2147483075"/>
            <ac:spMk id="63" creationId="{0DA43DF2-AA22-A7E2-557B-C6B20A5D743C}"/>
          </ac:spMkLst>
        </pc:spChg>
        <pc:spChg chg="del">
          <ac:chgData name="Ashish Jangid" userId="078e982b-b8ad-4674-908a-9f497f689f2f" providerId="ADAL" clId="{D15AD703-94E9-573B-8323-06CB560AB883}" dt="2026-06-26T07:23:06.700" v="1279" actId="478"/>
          <ac:spMkLst>
            <pc:docMk/>
            <pc:sldMk cId="2067542090" sldId="2147483075"/>
            <ac:spMk id="66" creationId="{787964DC-B03A-F7B0-3FEC-9C2F35721A4D}"/>
          </ac:spMkLst>
        </pc:spChg>
        <pc:spChg chg="del">
          <ac:chgData name="Ashish Jangid" userId="078e982b-b8ad-4674-908a-9f497f689f2f" providerId="ADAL" clId="{D15AD703-94E9-573B-8323-06CB560AB883}" dt="2026-06-26T07:23:06.700" v="1279" actId="478"/>
          <ac:spMkLst>
            <pc:docMk/>
            <pc:sldMk cId="2067542090" sldId="2147483075"/>
            <ac:spMk id="70" creationId="{81FBBEBC-87B2-3E44-8AC2-33BA572EA50B}"/>
          </ac:spMkLst>
        </pc:spChg>
        <pc:spChg chg="del">
          <ac:chgData name="Ashish Jangid" userId="078e982b-b8ad-4674-908a-9f497f689f2f" providerId="ADAL" clId="{D15AD703-94E9-573B-8323-06CB560AB883}" dt="2026-06-26T07:23:06.700" v="1279" actId="478"/>
          <ac:spMkLst>
            <pc:docMk/>
            <pc:sldMk cId="2067542090" sldId="2147483075"/>
            <ac:spMk id="73" creationId="{B41A9AD8-9D71-CC3B-6D03-06EA849E35B8}"/>
          </ac:spMkLst>
        </pc:spChg>
      </pc:sldChg>
      <pc:sldChg chg="delSp mod">
        <pc:chgData name="Ashish Jangid" userId="078e982b-b8ad-4674-908a-9f497f689f2f" providerId="ADAL" clId="{D15AD703-94E9-573B-8323-06CB560AB883}" dt="2026-06-25T07:57:38.414" v="1143" actId="478"/>
        <pc:sldMkLst>
          <pc:docMk/>
          <pc:sldMk cId="481737621" sldId="2147483077"/>
        </pc:sldMkLst>
        <pc:spChg chg="del">
          <ac:chgData name="Ashish Jangid" userId="078e982b-b8ad-4674-908a-9f497f689f2f" providerId="ADAL" clId="{D15AD703-94E9-573B-8323-06CB560AB883}" dt="2026-06-25T07:57:38.414" v="1143" actId="478"/>
          <ac:spMkLst>
            <pc:docMk/>
            <pc:sldMk cId="481737621" sldId="2147483077"/>
            <ac:spMk id="33" creationId="{861E79C9-E0A2-E4E5-BD86-9989ADB5C2F9}"/>
          </ac:spMkLst>
        </pc:spChg>
        <pc:spChg chg="del">
          <ac:chgData name="Ashish Jangid" userId="078e982b-b8ad-4674-908a-9f497f689f2f" providerId="ADAL" clId="{D15AD703-94E9-573B-8323-06CB560AB883}" dt="2026-06-25T07:57:38.414" v="1143" actId="478"/>
          <ac:spMkLst>
            <pc:docMk/>
            <pc:sldMk cId="481737621" sldId="2147483077"/>
            <ac:spMk id="35" creationId="{C339B001-7326-7C99-57C2-D2F5B6F4615A}"/>
          </ac:spMkLst>
        </pc:spChg>
        <pc:spChg chg="del">
          <ac:chgData name="Ashish Jangid" userId="078e982b-b8ad-4674-908a-9f497f689f2f" providerId="ADAL" clId="{D15AD703-94E9-573B-8323-06CB560AB883}" dt="2026-06-25T07:57:38.414" v="1143" actId="478"/>
          <ac:spMkLst>
            <pc:docMk/>
            <pc:sldMk cId="481737621" sldId="2147483077"/>
            <ac:spMk id="36" creationId="{05E29BDB-80C9-C4F7-E206-BB39DD254ACA}"/>
          </ac:spMkLst>
        </pc:spChg>
        <pc:spChg chg="del">
          <ac:chgData name="Ashish Jangid" userId="078e982b-b8ad-4674-908a-9f497f689f2f" providerId="ADAL" clId="{D15AD703-94E9-573B-8323-06CB560AB883}" dt="2026-06-25T07:57:38.414" v="1143" actId="478"/>
          <ac:spMkLst>
            <pc:docMk/>
            <pc:sldMk cId="481737621" sldId="2147483077"/>
            <ac:spMk id="37" creationId="{0BE52F16-B5D9-4193-5E09-259902BF4E95}"/>
          </ac:spMkLst>
        </pc:spChg>
        <pc:spChg chg="del">
          <ac:chgData name="Ashish Jangid" userId="078e982b-b8ad-4674-908a-9f497f689f2f" providerId="ADAL" clId="{D15AD703-94E9-573B-8323-06CB560AB883}" dt="2026-06-25T07:57:38.414" v="1143" actId="478"/>
          <ac:spMkLst>
            <pc:docMk/>
            <pc:sldMk cId="481737621" sldId="2147483077"/>
            <ac:spMk id="38" creationId="{5EF7C5C7-A163-E949-E01D-F8AA260DF477}"/>
          </ac:spMkLst>
        </pc:spChg>
      </pc:sldChg>
      <pc:sldChg chg="delSp modSp mod">
        <pc:chgData name="Ashish Jangid" userId="078e982b-b8ad-4674-908a-9f497f689f2f" providerId="ADAL" clId="{D15AD703-94E9-573B-8323-06CB560AB883}" dt="2026-06-26T07:23:32.696" v="1282" actId="478"/>
        <pc:sldMkLst>
          <pc:docMk/>
          <pc:sldMk cId="1893855272" sldId="2147483078"/>
        </pc:sldMkLst>
        <pc:spChg chg="del">
          <ac:chgData name="Ashish Jangid" userId="078e982b-b8ad-4674-908a-9f497f689f2f" providerId="ADAL" clId="{D15AD703-94E9-573B-8323-06CB560AB883}" dt="2026-06-25T07:57:45.546" v="1144" actId="478"/>
          <ac:spMkLst>
            <pc:docMk/>
            <pc:sldMk cId="1893855272" sldId="2147483078"/>
            <ac:spMk id="3" creationId="{7166F094-307D-52DB-33D7-C3C73ED10ABF}"/>
          </ac:spMkLst>
        </pc:spChg>
        <pc:spChg chg="del">
          <ac:chgData name="Ashish Jangid" userId="078e982b-b8ad-4674-908a-9f497f689f2f" providerId="ADAL" clId="{D15AD703-94E9-573B-8323-06CB560AB883}" dt="2026-06-25T07:57:45.546" v="1144" actId="478"/>
          <ac:spMkLst>
            <pc:docMk/>
            <pc:sldMk cId="1893855272" sldId="2147483078"/>
            <ac:spMk id="4" creationId="{5728179C-39B7-B2FA-8BDC-2DCF8FFD9810}"/>
          </ac:spMkLst>
        </pc:spChg>
        <pc:spChg chg="del">
          <ac:chgData name="Ashish Jangid" userId="078e982b-b8ad-4674-908a-9f497f689f2f" providerId="ADAL" clId="{D15AD703-94E9-573B-8323-06CB560AB883}" dt="2026-06-25T07:57:45.546" v="1144" actId="478"/>
          <ac:spMkLst>
            <pc:docMk/>
            <pc:sldMk cId="1893855272" sldId="2147483078"/>
            <ac:spMk id="5" creationId="{54E2FD98-DD62-914E-2005-B9A28C49DA12}"/>
          </ac:spMkLst>
        </pc:spChg>
        <pc:spChg chg="del">
          <ac:chgData name="Ashish Jangid" userId="078e982b-b8ad-4674-908a-9f497f689f2f" providerId="ADAL" clId="{D15AD703-94E9-573B-8323-06CB560AB883}" dt="2026-06-25T07:57:45.546" v="1144" actId="478"/>
          <ac:spMkLst>
            <pc:docMk/>
            <pc:sldMk cId="1893855272" sldId="2147483078"/>
            <ac:spMk id="6" creationId="{032324D1-3041-DE36-CD05-205F91055339}"/>
          </ac:spMkLst>
        </pc:spChg>
        <pc:spChg chg="del">
          <ac:chgData name="Ashish Jangid" userId="078e982b-b8ad-4674-908a-9f497f689f2f" providerId="ADAL" clId="{D15AD703-94E9-573B-8323-06CB560AB883}" dt="2026-06-25T07:57:45.546" v="1144" actId="478"/>
          <ac:spMkLst>
            <pc:docMk/>
            <pc:sldMk cId="1893855272" sldId="2147483078"/>
            <ac:spMk id="7" creationId="{FE569417-1460-E2D0-8D83-34E3EB8681BD}"/>
          </ac:spMkLst>
        </pc:spChg>
        <pc:spChg chg="mod">
          <ac:chgData name="Ashish Jangid" userId="078e982b-b8ad-4674-908a-9f497f689f2f" providerId="ADAL" clId="{D15AD703-94E9-573B-8323-06CB560AB883}" dt="2026-06-26T07:23:17.074" v="1280" actId="20577"/>
          <ac:spMkLst>
            <pc:docMk/>
            <pc:sldMk cId="1893855272" sldId="2147483078"/>
            <ac:spMk id="8" creationId="{F049E364-A78E-C222-563E-0570DA99C851}"/>
          </ac:spMkLst>
        </pc:spChg>
        <pc:spChg chg="del">
          <ac:chgData name="Ashish Jangid" userId="078e982b-b8ad-4674-908a-9f497f689f2f" providerId="ADAL" clId="{D15AD703-94E9-573B-8323-06CB560AB883}" dt="2026-06-26T07:23:32.696" v="1282" actId="478"/>
          <ac:spMkLst>
            <pc:docMk/>
            <pc:sldMk cId="1893855272" sldId="2147483078"/>
            <ac:spMk id="21" creationId="{30DAAD8C-6641-81BB-8E17-3E94B54A3A01}"/>
          </ac:spMkLst>
        </pc:spChg>
        <pc:spChg chg="del">
          <ac:chgData name="Ashish Jangid" userId="078e982b-b8ad-4674-908a-9f497f689f2f" providerId="ADAL" clId="{D15AD703-94E9-573B-8323-06CB560AB883}" dt="2026-06-26T07:23:32.696" v="1282" actId="478"/>
          <ac:spMkLst>
            <pc:docMk/>
            <pc:sldMk cId="1893855272" sldId="2147483078"/>
            <ac:spMk id="24" creationId="{CCAEAF06-0EF5-64EE-14D8-B3A9A2B7EFDB}"/>
          </ac:spMkLst>
        </pc:spChg>
        <pc:spChg chg="del">
          <ac:chgData name="Ashish Jangid" userId="078e982b-b8ad-4674-908a-9f497f689f2f" providerId="ADAL" clId="{D15AD703-94E9-573B-8323-06CB560AB883}" dt="2026-06-26T07:23:32.696" v="1282" actId="478"/>
          <ac:spMkLst>
            <pc:docMk/>
            <pc:sldMk cId="1893855272" sldId="2147483078"/>
            <ac:spMk id="27" creationId="{69AA8518-220D-B690-01E5-7C968CA228F9}"/>
          </ac:spMkLst>
        </pc:spChg>
        <pc:spChg chg="del">
          <ac:chgData name="Ashish Jangid" userId="078e982b-b8ad-4674-908a-9f497f689f2f" providerId="ADAL" clId="{D15AD703-94E9-573B-8323-06CB560AB883}" dt="2026-06-26T07:23:32.696" v="1282" actId="478"/>
          <ac:spMkLst>
            <pc:docMk/>
            <pc:sldMk cId="1893855272" sldId="2147483078"/>
            <ac:spMk id="31" creationId="{F820FAE6-FFA7-0494-A50E-214FF750EB1B}"/>
          </ac:spMkLst>
        </pc:spChg>
        <pc:spChg chg="del">
          <ac:chgData name="Ashish Jangid" userId="078e982b-b8ad-4674-908a-9f497f689f2f" providerId="ADAL" clId="{D15AD703-94E9-573B-8323-06CB560AB883}" dt="2026-06-26T07:23:32.696" v="1282" actId="478"/>
          <ac:spMkLst>
            <pc:docMk/>
            <pc:sldMk cId="1893855272" sldId="2147483078"/>
            <ac:spMk id="33" creationId="{E64C0908-92F2-3FA4-3FD2-AC49375D9E94}"/>
          </ac:spMkLst>
        </pc:spChg>
        <pc:spChg chg="del">
          <ac:chgData name="Ashish Jangid" userId="078e982b-b8ad-4674-908a-9f497f689f2f" providerId="ADAL" clId="{D15AD703-94E9-573B-8323-06CB560AB883}" dt="2026-06-26T07:23:32.696" v="1282" actId="478"/>
          <ac:spMkLst>
            <pc:docMk/>
            <pc:sldMk cId="1893855272" sldId="2147483078"/>
            <ac:spMk id="35" creationId="{CCD037E4-24B1-16C5-671E-0EE56E62F0C9}"/>
          </ac:spMkLst>
        </pc:spChg>
        <pc:spChg chg="del">
          <ac:chgData name="Ashish Jangid" userId="078e982b-b8ad-4674-908a-9f497f689f2f" providerId="ADAL" clId="{D15AD703-94E9-573B-8323-06CB560AB883}" dt="2026-06-26T07:23:32.696" v="1282" actId="478"/>
          <ac:spMkLst>
            <pc:docMk/>
            <pc:sldMk cId="1893855272" sldId="2147483078"/>
            <ac:spMk id="37" creationId="{112A0E34-46AB-872F-EFA4-EC9CB58089EE}"/>
          </ac:spMkLst>
        </pc:spChg>
      </pc:sldChg>
      <pc:sldChg chg="delSp modSp mod">
        <pc:chgData name="Ashish Jangid" userId="078e982b-b8ad-4674-908a-9f497f689f2f" providerId="ADAL" clId="{D15AD703-94E9-573B-8323-06CB560AB883}" dt="2026-06-26T07:23:22.688" v="1281" actId="20577"/>
        <pc:sldMkLst>
          <pc:docMk/>
          <pc:sldMk cId="552105674" sldId="2147483079"/>
        </pc:sldMkLst>
        <pc:spChg chg="del">
          <ac:chgData name="Ashish Jangid" userId="078e982b-b8ad-4674-908a-9f497f689f2f" providerId="ADAL" clId="{D15AD703-94E9-573B-8323-06CB560AB883}" dt="2026-06-25T07:57:51.016" v="1145" actId="478"/>
          <ac:spMkLst>
            <pc:docMk/>
            <pc:sldMk cId="552105674" sldId="2147483079"/>
            <ac:spMk id="3" creationId="{A4027CD1-EB90-845B-5BD2-3BDB46EDE8FC}"/>
          </ac:spMkLst>
        </pc:spChg>
        <pc:spChg chg="del">
          <ac:chgData name="Ashish Jangid" userId="078e982b-b8ad-4674-908a-9f497f689f2f" providerId="ADAL" clId="{D15AD703-94E9-573B-8323-06CB560AB883}" dt="2026-06-25T07:57:51.016" v="1145" actId="478"/>
          <ac:spMkLst>
            <pc:docMk/>
            <pc:sldMk cId="552105674" sldId="2147483079"/>
            <ac:spMk id="4" creationId="{1D02980B-5E83-02F8-A9A1-5F4C404BF094}"/>
          </ac:spMkLst>
        </pc:spChg>
        <pc:spChg chg="del">
          <ac:chgData name="Ashish Jangid" userId="078e982b-b8ad-4674-908a-9f497f689f2f" providerId="ADAL" clId="{D15AD703-94E9-573B-8323-06CB560AB883}" dt="2026-06-25T07:57:51.016" v="1145" actId="478"/>
          <ac:spMkLst>
            <pc:docMk/>
            <pc:sldMk cId="552105674" sldId="2147483079"/>
            <ac:spMk id="5" creationId="{25D8569E-CCB4-9D0E-C2BB-5E343DA3415B}"/>
          </ac:spMkLst>
        </pc:spChg>
        <pc:spChg chg="del">
          <ac:chgData name="Ashish Jangid" userId="078e982b-b8ad-4674-908a-9f497f689f2f" providerId="ADAL" clId="{D15AD703-94E9-573B-8323-06CB560AB883}" dt="2026-06-25T07:57:51.016" v="1145" actId="478"/>
          <ac:spMkLst>
            <pc:docMk/>
            <pc:sldMk cId="552105674" sldId="2147483079"/>
            <ac:spMk id="6" creationId="{F592DC2E-9A40-DA6F-D26F-4BF68F90B793}"/>
          </ac:spMkLst>
        </pc:spChg>
        <pc:spChg chg="del">
          <ac:chgData name="Ashish Jangid" userId="078e982b-b8ad-4674-908a-9f497f689f2f" providerId="ADAL" clId="{D15AD703-94E9-573B-8323-06CB560AB883}" dt="2026-06-25T07:57:51.016" v="1145" actId="478"/>
          <ac:spMkLst>
            <pc:docMk/>
            <pc:sldMk cId="552105674" sldId="2147483079"/>
            <ac:spMk id="7" creationId="{72F50ECF-60E9-B59C-7E62-57F143426EF2}"/>
          </ac:spMkLst>
        </pc:spChg>
        <pc:spChg chg="mod">
          <ac:chgData name="Ashish Jangid" userId="078e982b-b8ad-4674-908a-9f497f689f2f" providerId="ADAL" clId="{D15AD703-94E9-573B-8323-06CB560AB883}" dt="2026-06-26T07:23:22.688" v="1281" actId="20577"/>
          <ac:spMkLst>
            <pc:docMk/>
            <pc:sldMk cId="552105674" sldId="2147483079"/>
            <ac:spMk id="8" creationId="{3C89C37B-2318-2E7B-74C6-9D4D5706B441}"/>
          </ac:spMkLst>
        </pc:spChg>
      </pc:sldChg>
      <pc:sldChg chg="delSp modSp mod">
        <pc:chgData name="Ashish Jangid" userId="078e982b-b8ad-4674-908a-9f497f689f2f" providerId="ADAL" clId="{D15AD703-94E9-573B-8323-06CB560AB883}" dt="2026-06-26T07:24:26.824" v="1288" actId="207"/>
        <pc:sldMkLst>
          <pc:docMk/>
          <pc:sldMk cId="3408042969" sldId="2147483080"/>
        </pc:sldMkLst>
        <pc:spChg chg="del">
          <ac:chgData name="Ashish Jangid" userId="078e982b-b8ad-4674-908a-9f497f689f2f" providerId="ADAL" clId="{D15AD703-94E9-573B-8323-06CB560AB883}" dt="2026-06-26T07:23:50.152" v="1284" actId="478"/>
          <ac:spMkLst>
            <pc:docMk/>
            <pc:sldMk cId="3408042969" sldId="2147483080"/>
            <ac:spMk id="27" creationId="{6CFA117F-9EFF-C777-EF4A-D7E77BFA8521}"/>
          </ac:spMkLst>
        </pc:spChg>
        <pc:spChg chg="del">
          <ac:chgData name="Ashish Jangid" userId="078e982b-b8ad-4674-908a-9f497f689f2f" providerId="ADAL" clId="{D15AD703-94E9-573B-8323-06CB560AB883}" dt="2026-06-26T07:23:50.152" v="1284" actId="478"/>
          <ac:spMkLst>
            <pc:docMk/>
            <pc:sldMk cId="3408042969" sldId="2147483080"/>
            <ac:spMk id="28" creationId="{D925BA75-DBC0-0CC1-ECC0-2396A2CDF837}"/>
          </ac:spMkLst>
        </pc:spChg>
        <pc:spChg chg="del">
          <ac:chgData name="Ashish Jangid" userId="078e982b-b8ad-4674-908a-9f497f689f2f" providerId="ADAL" clId="{D15AD703-94E9-573B-8323-06CB560AB883}" dt="2026-06-26T07:23:50.152" v="1284" actId="478"/>
          <ac:spMkLst>
            <pc:docMk/>
            <pc:sldMk cId="3408042969" sldId="2147483080"/>
            <ac:spMk id="30" creationId="{B884A2F9-EABB-639A-8D78-DDF59578868C}"/>
          </ac:spMkLst>
        </pc:spChg>
        <pc:spChg chg="del">
          <ac:chgData name="Ashish Jangid" userId="078e982b-b8ad-4674-908a-9f497f689f2f" providerId="ADAL" clId="{D15AD703-94E9-573B-8323-06CB560AB883}" dt="2026-06-26T07:23:50.152" v="1284" actId="478"/>
          <ac:spMkLst>
            <pc:docMk/>
            <pc:sldMk cId="3408042969" sldId="2147483080"/>
            <ac:spMk id="31" creationId="{BAEDFA94-AF1F-C857-CD1B-6F737980263F}"/>
          </ac:spMkLst>
        </pc:spChg>
        <pc:spChg chg="del">
          <ac:chgData name="Ashish Jangid" userId="078e982b-b8ad-4674-908a-9f497f689f2f" providerId="ADAL" clId="{D15AD703-94E9-573B-8323-06CB560AB883}" dt="2026-06-25T07:58:01.336" v="1146" actId="478"/>
          <ac:spMkLst>
            <pc:docMk/>
            <pc:sldMk cId="3408042969" sldId="2147483080"/>
            <ac:spMk id="69" creationId="{AA2E4BEB-C012-9A99-265C-63BE29D72B89}"/>
          </ac:spMkLst>
        </pc:spChg>
        <pc:spChg chg="del">
          <ac:chgData name="Ashish Jangid" userId="078e982b-b8ad-4674-908a-9f497f689f2f" providerId="ADAL" clId="{D15AD703-94E9-573B-8323-06CB560AB883}" dt="2026-06-25T07:58:01.336" v="1146" actId="478"/>
          <ac:spMkLst>
            <pc:docMk/>
            <pc:sldMk cId="3408042969" sldId="2147483080"/>
            <ac:spMk id="70" creationId="{727CB25C-CD17-889A-CFF1-2EF28B631924}"/>
          </ac:spMkLst>
        </pc:spChg>
        <pc:spChg chg="del">
          <ac:chgData name="Ashish Jangid" userId="078e982b-b8ad-4674-908a-9f497f689f2f" providerId="ADAL" clId="{D15AD703-94E9-573B-8323-06CB560AB883}" dt="2026-06-25T07:58:01.336" v="1146" actId="478"/>
          <ac:spMkLst>
            <pc:docMk/>
            <pc:sldMk cId="3408042969" sldId="2147483080"/>
            <ac:spMk id="71" creationId="{4F97DB05-72B5-E458-3302-A4245A73B0B8}"/>
          </ac:spMkLst>
        </pc:spChg>
        <pc:spChg chg="del">
          <ac:chgData name="Ashish Jangid" userId="078e982b-b8ad-4674-908a-9f497f689f2f" providerId="ADAL" clId="{D15AD703-94E9-573B-8323-06CB560AB883}" dt="2026-06-25T07:58:01.336" v="1146" actId="478"/>
          <ac:spMkLst>
            <pc:docMk/>
            <pc:sldMk cId="3408042969" sldId="2147483080"/>
            <ac:spMk id="72" creationId="{ECA5B30B-7DA9-6923-A84B-046E7CD858C3}"/>
          </ac:spMkLst>
        </pc:spChg>
        <pc:spChg chg="del">
          <ac:chgData name="Ashish Jangid" userId="078e982b-b8ad-4674-908a-9f497f689f2f" providerId="ADAL" clId="{D15AD703-94E9-573B-8323-06CB560AB883}" dt="2026-06-25T07:58:01.336" v="1146" actId="478"/>
          <ac:spMkLst>
            <pc:docMk/>
            <pc:sldMk cId="3408042969" sldId="2147483080"/>
            <ac:spMk id="73" creationId="{A4493B5A-EE1B-A0ED-8056-3374504AC9E6}"/>
          </ac:spMkLst>
        </pc:spChg>
        <pc:spChg chg="mod">
          <ac:chgData name="Ashish Jangid" userId="078e982b-b8ad-4674-908a-9f497f689f2f" providerId="ADAL" clId="{D15AD703-94E9-573B-8323-06CB560AB883}" dt="2026-06-26T07:24:26.824" v="1288" actId="207"/>
          <ac:spMkLst>
            <pc:docMk/>
            <pc:sldMk cId="3408042969" sldId="2147483080"/>
            <ac:spMk id="75" creationId="{CAE5EAD1-4E9F-82DD-C124-1210A577B5AE}"/>
          </ac:spMkLst>
        </pc:spChg>
        <pc:spChg chg="mod">
          <ac:chgData name="Ashish Jangid" userId="078e982b-b8ad-4674-908a-9f497f689f2f" providerId="ADAL" clId="{D15AD703-94E9-573B-8323-06CB560AB883}" dt="2026-06-26T07:24:26.824" v="1288" actId="207"/>
          <ac:spMkLst>
            <pc:docMk/>
            <pc:sldMk cId="3408042969" sldId="2147483080"/>
            <ac:spMk id="76" creationId="{6F94E527-B1CA-5171-A332-B0EB8154446D}"/>
          </ac:spMkLst>
        </pc:spChg>
        <pc:spChg chg="mod">
          <ac:chgData name="Ashish Jangid" userId="078e982b-b8ad-4674-908a-9f497f689f2f" providerId="ADAL" clId="{D15AD703-94E9-573B-8323-06CB560AB883}" dt="2026-06-26T07:24:26.824" v="1288" actId="207"/>
          <ac:spMkLst>
            <pc:docMk/>
            <pc:sldMk cId="3408042969" sldId="2147483080"/>
            <ac:spMk id="77" creationId="{74FC8D25-030C-855A-2AA7-55B8230AA997}"/>
          </ac:spMkLst>
        </pc:spChg>
        <pc:spChg chg="mod">
          <ac:chgData name="Ashish Jangid" userId="078e982b-b8ad-4674-908a-9f497f689f2f" providerId="ADAL" clId="{D15AD703-94E9-573B-8323-06CB560AB883}" dt="2026-06-26T07:24:26.824" v="1288" actId="207"/>
          <ac:spMkLst>
            <pc:docMk/>
            <pc:sldMk cId="3408042969" sldId="2147483080"/>
            <ac:spMk id="78" creationId="{A3383356-4FA8-D30D-B479-3183BF463261}"/>
          </ac:spMkLst>
        </pc:spChg>
        <pc:spChg chg="mod">
          <ac:chgData name="Ashish Jangid" userId="078e982b-b8ad-4674-908a-9f497f689f2f" providerId="ADAL" clId="{D15AD703-94E9-573B-8323-06CB560AB883}" dt="2026-06-26T07:24:26.824" v="1288" actId="207"/>
          <ac:spMkLst>
            <pc:docMk/>
            <pc:sldMk cId="3408042969" sldId="2147483080"/>
            <ac:spMk id="79" creationId="{8784A2E7-B389-F58E-563D-1B1CFB02CBD0}"/>
          </ac:spMkLst>
        </pc:spChg>
        <pc:spChg chg="mod">
          <ac:chgData name="Ashish Jangid" userId="078e982b-b8ad-4674-908a-9f497f689f2f" providerId="ADAL" clId="{D15AD703-94E9-573B-8323-06CB560AB883}" dt="2026-06-26T07:24:26.824" v="1288" actId="207"/>
          <ac:spMkLst>
            <pc:docMk/>
            <pc:sldMk cId="3408042969" sldId="2147483080"/>
            <ac:spMk id="80" creationId="{66770E6E-F141-ECCC-0A62-C999569EADA6}"/>
          </ac:spMkLst>
        </pc:spChg>
        <pc:spChg chg="del">
          <ac:chgData name="Ashish Jangid" userId="078e982b-b8ad-4674-908a-9f497f689f2f" providerId="ADAL" clId="{D15AD703-94E9-573B-8323-06CB560AB883}" dt="2026-06-26T07:23:50.152" v="1284" actId="478"/>
          <ac:spMkLst>
            <pc:docMk/>
            <pc:sldMk cId="3408042969" sldId="2147483080"/>
            <ac:spMk id="88" creationId="{7E028F62-E2EF-8792-7962-CD53F941789A}"/>
          </ac:spMkLst>
        </pc:spChg>
        <pc:spChg chg="del">
          <ac:chgData name="Ashish Jangid" userId="078e982b-b8ad-4674-908a-9f497f689f2f" providerId="ADAL" clId="{D15AD703-94E9-573B-8323-06CB560AB883}" dt="2026-06-26T07:23:50.152" v="1284" actId="478"/>
          <ac:spMkLst>
            <pc:docMk/>
            <pc:sldMk cId="3408042969" sldId="2147483080"/>
            <ac:spMk id="95" creationId="{09FB508E-3C77-702A-FDF9-D3C40EFFC71C}"/>
          </ac:spMkLst>
        </pc:spChg>
        <pc:spChg chg="del">
          <ac:chgData name="Ashish Jangid" userId="078e982b-b8ad-4674-908a-9f497f689f2f" providerId="ADAL" clId="{D15AD703-94E9-573B-8323-06CB560AB883}" dt="2026-06-26T07:23:50.152" v="1284" actId="478"/>
          <ac:spMkLst>
            <pc:docMk/>
            <pc:sldMk cId="3408042969" sldId="2147483080"/>
            <ac:spMk id="97" creationId="{49F253BE-9C21-1289-9D32-4F5DA59DFAFC}"/>
          </ac:spMkLst>
        </pc:spChg>
        <pc:spChg chg="del">
          <ac:chgData name="Ashish Jangid" userId="078e982b-b8ad-4674-908a-9f497f689f2f" providerId="ADAL" clId="{D15AD703-94E9-573B-8323-06CB560AB883}" dt="2026-06-26T07:23:50.152" v="1284" actId="478"/>
          <ac:spMkLst>
            <pc:docMk/>
            <pc:sldMk cId="3408042969" sldId="2147483080"/>
            <ac:spMk id="99" creationId="{45FA838A-9B56-915B-9C60-355ED7E02F6F}"/>
          </ac:spMkLst>
        </pc:spChg>
        <pc:spChg chg="mod">
          <ac:chgData name="Ashish Jangid" userId="078e982b-b8ad-4674-908a-9f497f689f2f" providerId="ADAL" clId="{D15AD703-94E9-573B-8323-06CB560AB883}" dt="2026-06-26T07:23:58.132" v="1285" actId="207"/>
          <ac:spMkLst>
            <pc:docMk/>
            <pc:sldMk cId="3408042969" sldId="2147483080"/>
            <ac:spMk id="100" creationId="{378C0B59-5C0A-16C7-5C32-10B9710FABA4}"/>
          </ac:spMkLst>
        </pc:spChg>
        <pc:spChg chg="del">
          <ac:chgData name="Ashish Jangid" userId="078e982b-b8ad-4674-908a-9f497f689f2f" providerId="ADAL" clId="{D15AD703-94E9-573B-8323-06CB560AB883}" dt="2026-06-26T07:23:50.152" v="1284" actId="478"/>
          <ac:spMkLst>
            <pc:docMk/>
            <pc:sldMk cId="3408042969" sldId="2147483080"/>
            <ac:spMk id="101" creationId="{697823D2-CEFF-9FC8-C2A3-6B21DDF50C24}"/>
          </ac:spMkLst>
        </pc:spChg>
        <pc:spChg chg="mod">
          <ac:chgData name="Ashish Jangid" userId="078e982b-b8ad-4674-908a-9f497f689f2f" providerId="ADAL" clId="{D15AD703-94E9-573B-8323-06CB560AB883}" dt="2026-06-26T07:23:58.132" v="1285" actId="207"/>
          <ac:spMkLst>
            <pc:docMk/>
            <pc:sldMk cId="3408042969" sldId="2147483080"/>
            <ac:spMk id="104" creationId="{EF3E8E10-B698-0F5D-8385-24E79BF846DB}"/>
          </ac:spMkLst>
        </pc:spChg>
        <pc:spChg chg="del">
          <ac:chgData name="Ashish Jangid" userId="078e982b-b8ad-4674-908a-9f497f689f2f" providerId="ADAL" clId="{D15AD703-94E9-573B-8323-06CB560AB883}" dt="2026-06-26T07:23:50.152" v="1284" actId="478"/>
          <ac:spMkLst>
            <pc:docMk/>
            <pc:sldMk cId="3408042969" sldId="2147483080"/>
            <ac:spMk id="105" creationId="{5472F334-22CD-AADC-F8B6-E1D8B20D57CB}"/>
          </ac:spMkLst>
        </pc:spChg>
      </pc:sldChg>
      <pc:sldChg chg="addSp delSp modSp mod">
        <pc:chgData name="Ashish Jangid" userId="078e982b-b8ad-4674-908a-9f497f689f2f" providerId="ADAL" clId="{D15AD703-94E9-573B-8323-06CB560AB883}" dt="2026-06-26T07:22:48.064" v="1278" actId="20577"/>
        <pc:sldMkLst>
          <pc:docMk/>
          <pc:sldMk cId="3037255031" sldId="2147483081"/>
        </pc:sldMkLst>
        <pc:spChg chg="add mod">
          <ac:chgData name="Ashish Jangid" userId="078e982b-b8ad-4674-908a-9f497f689f2f" providerId="ADAL" clId="{D15AD703-94E9-573B-8323-06CB560AB883}" dt="2026-06-26T07:22:22.841" v="1269" actId="1076"/>
          <ac:spMkLst>
            <pc:docMk/>
            <pc:sldMk cId="3037255031" sldId="2147483081"/>
            <ac:spMk id="2" creationId="{A2399D28-80B4-8B1E-7FD5-3445F59CBE6F}"/>
          </ac:spMkLst>
        </pc:spChg>
        <pc:spChg chg="add mod">
          <ac:chgData name="Ashish Jangid" userId="078e982b-b8ad-4674-908a-9f497f689f2f" providerId="ADAL" clId="{D15AD703-94E9-573B-8323-06CB560AB883}" dt="2026-06-26T07:22:22.841" v="1269" actId="1076"/>
          <ac:spMkLst>
            <pc:docMk/>
            <pc:sldMk cId="3037255031" sldId="2147483081"/>
            <ac:spMk id="3" creationId="{16379F3C-C8D4-6120-90B5-C6D88CB99C16}"/>
          </ac:spMkLst>
        </pc:spChg>
        <pc:spChg chg="del">
          <ac:chgData name="Ashish Jangid" userId="078e982b-b8ad-4674-908a-9f497f689f2f" providerId="ADAL" clId="{D15AD703-94E9-573B-8323-06CB560AB883}" dt="2026-06-25T07:58:07.457" v="1147" actId="478"/>
          <ac:spMkLst>
            <pc:docMk/>
            <pc:sldMk cId="3037255031" sldId="2147483081"/>
            <ac:spMk id="3" creationId="{C12C41AF-C7D9-4518-AA64-7B69F9F41DD8}"/>
          </ac:spMkLst>
        </pc:spChg>
        <pc:spChg chg="add mod">
          <ac:chgData name="Ashish Jangid" userId="078e982b-b8ad-4674-908a-9f497f689f2f" providerId="ADAL" clId="{D15AD703-94E9-573B-8323-06CB560AB883}" dt="2026-06-26T07:22:48.064" v="1278" actId="20577"/>
          <ac:spMkLst>
            <pc:docMk/>
            <pc:sldMk cId="3037255031" sldId="2147483081"/>
            <ac:spMk id="4" creationId="{8CB45D23-0C0F-071A-807F-A3DA639FB0F4}"/>
          </ac:spMkLst>
        </pc:spChg>
        <pc:spChg chg="del">
          <ac:chgData name="Ashish Jangid" userId="078e982b-b8ad-4674-908a-9f497f689f2f" providerId="ADAL" clId="{D15AD703-94E9-573B-8323-06CB560AB883}" dt="2026-06-25T07:58:07.457" v="1147" actId="478"/>
          <ac:spMkLst>
            <pc:docMk/>
            <pc:sldMk cId="3037255031" sldId="2147483081"/>
            <ac:spMk id="4" creationId="{A00874F9-3CC3-0DF8-5020-90BF485FF68B}"/>
          </ac:spMkLst>
        </pc:spChg>
        <pc:spChg chg="del">
          <ac:chgData name="Ashish Jangid" userId="078e982b-b8ad-4674-908a-9f497f689f2f" providerId="ADAL" clId="{D15AD703-94E9-573B-8323-06CB560AB883}" dt="2026-06-25T07:58:07.457" v="1147" actId="478"/>
          <ac:spMkLst>
            <pc:docMk/>
            <pc:sldMk cId="3037255031" sldId="2147483081"/>
            <ac:spMk id="5" creationId="{49390383-8B10-849F-6CFA-8AA3FC2E3FD8}"/>
          </ac:spMkLst>
        </pc:spChg>
        <pc:spChg chg="add mod">
          <ac:chgData name="Ashish Jangid" userId="078e982b-b8ad-4674-908a-9f497f689f2f" providerId="ADAL" clId="{D15AD703-94E9-573B-8323-06CB560AB883}" dt="2026-06-26T07:22:44.233" v="1276" actId="20577"/>
          <ac:spMkLst>
            <pc:docMk/>
            <pc:sldMk cId="3037255031" sldId="2147483081"/>
            <ac:spMk id="5" creationId="{E2286824-163D-7BB7-569A-80221059F792}"/>
          </ac:spMkLst>
        </pc:spChg>
        <pc:spChg chg="del">
          <ac:chgData name="Ashish Jangid" userId="078e982b-b8ad-4674-908a-9f497f689f2f" providerId="ADAL" clId="{D15AD703-94E9-573B-8323-06CB560AB883}" dt="2026-06-25T07:58:07.457" v="1147" actId="478"/>
          <ac:spMkLst>
            <pc:docMk/>
            <pc:sldMk cId="3037255031" sldId="2147483081"/>
            <ac:spMk id="6" creationId="{09167F1E-021F-28E1-040D-6E3168077F05}"/>
          </ac:spMkLst>
        </pc:spChg>
        <pc:spChg chg="del">
          <ac:chgData name="Ashish Jangid" userId="078e982b-b8ad-4674-908a-9f497f689f2f" providerId="ADAL" clId="{D15AD703-94E9-573B-8323-06CB560AB883}" dt="2026-06-25T07:58:07.457" v="1147" actId="478"/>
          <ac:spMkLst>
            <pc:docMk/>
            <pc:sldMk cId="3037255031" sldId="2147483081"/>
            <ac:spMk id="7" creationId="{A4C835B6-5029-07BA-F360-7F991DF0A46A}"/>
          </ac:spMkLst>
        </pc:spChg>
        <pc:spChg chg="del">
          <ac:chgData name="Ashish Jangid" userId="078e982b-b8ad-4674-908a-9f497f689f2f" providerId="ADAL" clId="{D15AD703-94E9-573B-8323-06CB560AB883}" dt="2026-06-26T07:22:16.894" v="1267" actId="478"/>
          <ac:spMkLst>
            <pc:docMk/>
            <pc:sldMk cId="3037255031" sldId="2147483081"/>
            <ac:spMk id="13" creationId="{21149A31-68EE-94C3-4BC4-1FDE971B5B9B}"/>
          </ac:spMkLst>
        </pc:spChg>
        <pc:spChg chg="del">
          <ac:chgData name="Ashish Jangid" userId="078e982b-b8ad-4674-908a-9f497f689f2f" providerId="ADAL" clId="{D15AD703-94E9-573B-8323-06CB560AB883}" dt="2026-06-26T07:22:16.894" v="1267" actId="478"/>
          <ac:spMkLst>
            <pc:docMk/>
            <pc:sldMk cId="3037255031" sldId="2147483081"/>
            <ac:spMk id="14" creationId="{5E222950-730A-40A1-3792-5C599D73E230}"/>
          </ac:spMkLst>
        </pc:spChg>
        <pc:spChg chg="del">
          <ac:chgData name="Ashish Jangid" userId="078e982b-b8ad-4674-908a-9f497f689f2f" providerId="ADAL" clId="{D15AD703-94E9-573B-8323-06CB560AB883}" dt="2026-06-26T07:22:16.894" v="1267" actId="478"/>
          <ac:spMkLst>
            <pc:docMk/>
            <pc:sldMk cId="3037255031" sldId="2147483081"/>
            <ac:spMk id="15" creationId="{FB6ACEB8-003C-8124-BB3C-D3F29C094111}"/>
          </ac:spMkLst>
        </pc:spChg>
        <pc:spChg chg="del">
          <ac:chgData name="Ashish Jangid" userId="078e982b-b8ad-4674-908a-9f497f689f2f" providerId="ADAL" clId="{D15AD703-94E9-573B-8323-06CB560AB883}" dt="2026-06-26T07:22:16.894" v="1267" actId="478"/>
          <ac:spMkLst>
            <pc:docMk/>
            <pc:sldMk cId="3037255031" sldId="2147483081"/>
            <ac:spMk id="16" creationId="{5DA93CBC-772F-6198-F8A2-EA69B979A7D1}"/>
          </ac:spMkLst>
        </pc:spChg>
        <pc:spChg chg="del">
          <ac:chgData name="Ashish Jangid" userId="078e982b-b8ad-4674-908a-9f497f689f2f" providerId="ADAL" clId="{D15AD703-94E9-573B-8323-06CB560AB883}" dt="2026-06-26T07:22:25.450" v="1270" actId="478"/>
          <ac:spMkLst>
            <pc:docMk/>
            <pc:sldMk cId="3037255031" sldId="2147483081"/>
            <ac:spMk id="26" creationId="{A26A2F3C-582A-4356-2970-8B0AA7917CCE}"/>
          </ac:spMkLst>
        </pc:spChg>
        <pc:spChg chg="del">
          <ac:chgData name="Ashish Jangid" userId="078e982b-b8ad-4674-908a-9f497f689f2f" providerId="ADAL" clId="{D15AD703-94E9-573B-8323-06CB560AB883}" dt="2026-06-26T07:22:25.450" v="1270" actId="478"/>
          <ac:spMkLst>
            <pc:docMk/>
            <pc:sldMk cId="3037255031" sldId="2147483081"/>
            <ac:spMk id="27" creationId="{6434346D-DC26-FE28-0C8D-1FC884985379}"/>
          </ac:spMkLst>
        </pc:spChg>
        <pc:spChg chg="del">
          <ac:chgData name="Ashish Jangid" userId="078e982b-b8ad-4674-908a-9f497f689f2f" providerId="ADAL" clId="{D15AD703-94E9-573B-8323-06CB560AB883}" dt="2026-06-26T07:22:25.450" v="1270" actId="478"/>
          <ac:spMkLst>
            <pc:docMk/>
            <pc:sldMk cId="3037255031" sldId="2147483081"/>
            <ac:spMk id="28" creationId="{6F44014D-F5EC-32EB-A33E-90F51D0110F2}"/>
          </ac:spMkLst>
        </pc:spChg>
        <pc:spChg chg="del">
          <ac:chgData name="Ashish Jangid" userId="078e982b-b8ad-4674-908a-9f497f689f2f" providerId="ADAL" clId="{D15AD703-94E9-573B-8323-06CB560AB883}" dt="2026-06-26T07:22:25.450" v="1270" actId="478"/>
          <ac:spMkLst>
            <pc:docMk/>
            <pc:sldMk cId="3037255031" sldId="2147483081"/>
            <ac:spMk id="29" creationId="{4BB75077-D004-88E9-3044-F9DEA82083EF}"/>
          </ac:spMkLst>
        </pc:spChg>
        <pc:spChg chg="del">
          <ac:chgData name="Ashish Jangid" userId="078e982b-b8ad-4674-908a-9f497f689f2f" providerId="ADAL" clId="{D15AD703-94E9-573B-8323-06CB560AB883}" dt="2026-06-26T07:22:25.450" v="1270" actId="478"/>
          <ac:spMkLst>
            <pc:docMk/>
            <pc:sldMk cId="3037255031" sldId="2147483081"/>
            <ac:spMk id="32" creationId="{5D4AADEA-2FC6-42B7-018C-73A20AA949CD}"/>
          </ac:spMkLst>
        </pc:spChg>
      </pc:sldChg>
      <pc:sldChg chg="add">
        <pc:chgData name="Ashish Jangid" userId="078e982b-b8ad-4674-908a-9f497f689f2f" providerId="ADAL" clId="{D15AD703-94E9-573B-8323-06CB560AB883}" dt="2026-06-26T07:14:20.296" v="1148" actId="2890"/>
        <pc:sldMkLst>
          <pc:docMk/>
          <pc:sldMk cId="2349769755" sldId="2147483085"/>
        </pc:sldMkLst>
      </pc:sldChg>
      <pc:sldChg chg="add">
        <pc:chgData name="Ashish Jangid" userId="078e982b-b8ad-4674-908a-9f497f689f2f" providerId="ADAL" clId="{D15AD703-94E9-573B-8323-06CB560AB883}" dt="2026-06-26T07:15:06.417" v="1158" actId="2890"/>
        <pc:sldMkLst>
          <pc:docMk/>
          <pc:sldMk cId="3589030207" sldId="2147483086"/>
        </pc:sldMkLst>
      </pc:sldChg>
      <pc:sldChg chg="modSp add mod">
        <pc:chgData name="Ashish Jangid" userId="078e982b-b8ad-4674-908a-9f497f689f2f" providerId="ADAL" clId="{D15AD703-94E9-573B-8323-06CB560AB883}" dt="2026-06-26T07:16:26.825" v="1179" actId="20577"/>
        <pc:sldMkLst>
          <pc:docMk/>
          <pc:sldMk cId="3881610987" sldId="2147483087"/>
        </pc:sldMkLst>
        <pc:spChg chg="mod">
          <ac:chgData name="Ashish Jangid" userId="078e982b-b8ad-4674-908a-9f497f689f2f" providerId="ADAL" clId="{D15AD703-94E9-573B-8323-06CB560AB883}" dt="2026-06-26T07:16:26.825" v="1179" actId="20577"/>
          <ac:spMkLst>
            <pc:docMk/>
            <pc:sldMk cId="3881610987" sldId="2147483087"/>
            <ac:spMk id="26" creationId="{4AD3546D-057D-528D-9025-D8A20023E630}"/>
          </ac:spMkLst>
        </pc:spChg>
      </pc:sldChg>
      <pc:sldChg chg="add">
        <pc:chgData name="Ashish Jangid" userId="078e982b-b8ad-4674-908a-9f497f689f2f" providerId="ADAL" clId="{D15AD703-94E9-573B-8323-06CB560AB883}" dt="2026-06-26T07:16:35.094" v="1180" actId="2890"/>
        <pc:sldMkLst>
          <pc:docMk/>
          <pc:sldMk cId="42167676" sldId="2147483088"/>
        </pc:sldMkLst>
      </pc:sldChg>
      <pc:sldChg chg="modSp add mod">
        <pc:chgData name="Ashish Jangid" userId="078e982b-b8ad-4674-908a-9f497f689f2f" providerId="ADAL" clId="{D15AD703-94E9-573B-8323-06CB560AB883}" dt="2026-06-26T07:20:55.541" v="1250" actId="20577"/>
        <pc:sldMkLst>
          <pc:docMk/>
          <pc:sldMk cId="2311859045" sldId="2147483089"/>
        </pc:sldMkLst>
        <pc:spChg chg="mod">
          <ac:chgData name="Ashish Jangid" userId="078e982b-b8ad-4674-908a-9f497f689f2f" providerId="ADAL" clId="{D15AD703-94E9-573B-8323-06CB560AB883}" dt="2026-06-26T07:20:55.541" v="1250" actId="20577"/>
          <ac:spMkLst>
            <pc:docMk/>
            <pc:sldMk cId="2311859045" sldId="2147483089"/>
            <ac:spMk id="12" creationId="{1F26CE7E-334E-175B-829D-42FDF2322098}"/>
          </ac:spMkLst>
        </pc:spChg>
      </pc:sldChg>
      <pc:sldChg chg="add">
        <pc:chgData name="Ashish Jangid" userId="078e982b-b8ad-4674-908a-9f497f689f2f" providerId="ADAL" clId="{D15AD703-94E9-573B-8323-06CB560AB883}" dt="2026-06-26T07:21:05.200" v="1251" actId="2890"/>
        <pc:sldMkLst>
          <pc:docMk/>
          <pc:sldMk cId="2593239111" sldId="2147483090"/>
        </pc:sldMkLst>
      </pc:sldChg>
      <pc:sldChg chg="add">
        <pc:chgData name="Ashish Jangid" userId="078e982b-b8ad-4674-908a-9f497f689f2f" providerId="ADAL" clId="{D15AD703-94E9-573B-8323-06CB560AB883}" dt="2026-06-26T07:22:01.313" v="1266" actId="2890"/>
        <pc:sldMkLst>
          <pc:docMk/>
          <pc:sldMk cId="2436177433" sldId="2147483091"/>
        </pc:sldMkLst>
      </pc:sldChg>
      <pc:sldChg chg="modSp add mod">
        <pc:chgData name="Ashish Jangid" userId="078e982b-b8ad-4674-908a-9f497f689f2f" providerId="ADAL" clId="{D15AD703-94E9-573B-8323-06CB560AB883}" dt="2026-06-26T07:24:37.830" v="1289" actId="207"/>
        <pc:sldMkLst>
          <pc:docMk/>
          <pc:sldMk cId="3967921384" sldId="2147483092"/>
        </pc:sldMkLst>
        <pc:spChg chg="mod">
          <ac:chgData name="Ashish Jangid" userId="078e982b-b8ad-4674-908a-9f497f689f2f" providerId="ADAL" clId="{D15AD703-94E9-573B-8323-06CB560AB883}" dt="2026-06-26T07:24:37.830" v="1289" actId="207"/>
          <ac:spMkLst>
            <pc:docMk/>
            <pc:sldMk cId="3967921384" sldId="2147483092"/>
            <ac:spMk id="76" creationId="{7B4A17B4-148D-3E94-5873-374336E28422}"/>
          </ac:spMkLst>
        </pc:spChg>
        <pc:spChg chg="mod">
          <ac:chgData name="Ashish Jangid" userId="078e982b-b8ad-4674-908a-9f497f689f2f" providerId="ADAL" clId="{D15AD703-94E9-573B-8323-06CB560AB883}" dt="2026-06-26T07:24:37.830" v="1289" actId="207"/>
          <ac:spMkLst>
            <pc:docMk/>
            <pc:sldMk cId="3967921384" sldId="2147483092"/>
            <ac:spMk id="79" creationId="{C6E01ADB-AC21-72D9-8B71-A48EBB595A7B}"/>
          </ac:spMkLst>
        </pc:spChg>
      </pc:sldChg>
    </pc:docChg>
  </pc:docChgLst>
  <pc:docChgLst>
    <pc:chgData name="Srijeeth Alva" userId="S::srijeeth.alva@fractal.ai::4b5fd0ee-490f-4552-baad-92d49b8c0b0b" providerId="AD" clId="Web-{B9371BF2-4878-61A7-1BB3-EC3229CDBEB1}"/>
    <pc:docChg chg="addSld sldOrd">
      <pc:chgData name="Srijeeth Alva" userId="S::srijeeth.alva@fractal.ai::4b5fd0ee-490f-4552-baad-92d49b8c0b0b" providerId="AD" clId="Web-{B9371BF2-4878-61A7-1BB3-EC3229CDBEB1}" dt="2026-06-25T06:50:23.558" v="1"/>
      <pc:docMkLst>
        <pc:docMk/>
      </pc:docMkLst>
      <pc:sldChg chg="add ord">
        <pc:chgData name="Srijeeth Alva" userId="S::srijeeth.alva@fractal.ai::4b5fd0ee-490f-4552-baad-92d49b8c0b0b" providerId="AD" clId="Web-{B9371BF2-4878-61A7-1BB3-EC3229CDBEB1}" dt="2026-06-25T06:50:23.558" v="1"/>
        <pc:sldMkLst>
          <pc:docMk/>
          <pc:sldMk cId="1619768620" sldId="2147483116"/>
        </pc:sldMkLst>
      </pc:sldChg>
    </pc:docChg>
  </pc:docChgLst>
  <pc:docChgLst>
    <pc:chgData name="Syed Sibgath" userId="S::syed.sibgath@fractal.ai::547157a6-e74b-40aa-988e-35e72ce9ee42" providerId="AD" clId="Web-{B871B335-1E53-51E4-A6C5-4784D4C587A7}"/>
    <pc:docChg chg="addSld delSld modSld">
      <pc:chgData name="Syed Sibgath" userId="S::syed.sibgath@fractal.ai::547157a6-e74b-40aa-988e-35e72ce9ee42" providerId="AD" clId="Web-{B871B335-1E53-51E4-A6C5-4784D4C587A7}" dt="2026-06-25T07:06:42.971" v="47"/>
      <pc:docMkLst>
        <pc:docMk/>
      </pc:docMkLst>
      <pc:sldChg chg="del">
        <pc:chgData name="Syed Sibgath" userId="S::syed.sibgath@fractal.ai::547157a6-e74b-40aa-988e-35e72ce9ee42" providerId="AD" clId="Web-{B871B335-1E53-51E4-A6C5-4784D4C587A7}" dt="2026-06-25T07:05:40.719" v="35"/>
        <pc:sldMkLst>
          <pc:docMk/>
          <pc:sldMk cId="0" sldId="262"/>
        </pc:sldMkLst>
      </pc:sldChg>
      <pc:sldChg chg="del">
        <pc:chgData name="Syed Sibgath" userId="S::syed.sibgath@fractal.ai::547157a6-e74b-40aa-988e-35e72ce9ee42" providerId="AD" clId="Web-{B871B335-1E53-51E4-A6C5-4784D4C587A7}" dt="2026-06-25T07:06:17.892" v="41"/>
        <pc:sldMkLst>
          <pc:docMk/>
          <pc:sldMk cId="0" sldId="273"/>
        </pc:sldMkLst>
      </pc:sldChg>
      <pc:sldChg chg="del">
        <pc:chgData name="Syed Sibgath" userId="S::syed.sibgath@fractal.ai::547157a6-e74b-40aa-988e-35e72ce9ee42" providerId="AD" clId="Web-{B871B335-1E53-51E4-A6C5-4784D4C587A7}" dt="2026-06-25T07:06:42.971" v="47"/>
        <pc:sldMkLst>
          <pc:docMk/>
          <pc:sldMk cId="0" sldId="284"/>
        </pc:sldMkLst>
      </pc:sldChg>
      <pc:sldChg chg="addSp delSp modSp">
        <pc:chgData name="Syed Sibgath" userId="S::syed.sibgath@fractal.ai::547157a6-e74b-40aa-988e-35e72ce9ee42" providerId="AD" clId="Web-{B871B335-1E53-51E4-A6C5-4784D4C587A7}" dt="2026-06-25T07:02:42.400" v="25" actId="1076"/>
        <pc:sldMkLst>
          <pc:docMk/>
          <pc:sldMk cId="238751522" sldId="2147483040"/>
        </pc:sldMkLst>
        <pc:spChg chg="mod">
          <ac:chgData name="Syed Sibgath" userId="S::syed.sibgath@fractal.ai::547157a6-e74b-40aa-988e-35e72ce9ee42" providerId="AD" clId="Web-{B871B335-1E53-51E4-A6C5-4784D4C587A7}" dt="2026-06-25T07:02:42.384" v="22" actId="1076"/>
          <ac:spMkLst>
            <pc:docMk/>
            <pc:sldMk cId="238751522" sldId="2147483040"/>
            <ac:spMk id="2" creationId="{B56FBE3F-BDDA-ADE0-6189-4517FD231D11}"/>
          </ac:spMkLst>
        </pc:spChg>
        <pc:spChg chg="mod">
          <ac:chgData name="Syed Sibgath" userId="S::syed.sibgath@fractal.ai::547157a6-e74b-40aa-988e-35e72ce9ee42" providerId="AD" clId="Web-{B871B335-1E53-51E4-A6C5-4784D4C587A7}" dt="2026-06-25T07:02:42.384" v="23" actId="1076"/>
          <ac:spMkLst>
            <pc:docMk/>
            <pc:sldMk cId="238751522" sldId="2147483040"/>
            <ac:spMk id="3" creationId="{20314030-E065-08AE-A755-D187CB825F15}"/>
          </ac:spMkLst>
        </pc:spChg>
        <pc:spChg chg="add del">
          <ac:chgData name="Syed Sibgath" userId="S::syed.sibgath@fractal.ai::547157a6-e74b-40aa-988e-35e72ce9ee42" providerId="AD" clId="Web-{B871B335-1E53-51E4-A6C5-4784D4C587A7}" dt="2026-06-25T06:58:58.094" v="2"/>
          <ac:spMkLst>
            <pc:docMk/>
            <pc:sldMk cId="238751522" sldId="2147483040"/>
            <ac:spMk id="4" creationId="{2913CC98-C233-94D1-8B26-808E93C47D19}"/>
          </ac:spMkLst>
        </pc:spChg>
        <pc:spChg chg="add del mod">
          <ac:chgData name="Syed Sibgath" userId="S::syed.sibgath@fractal.ai::547157a6-e74b-40aa-988e-35e72ce9ee42" providerId="AD" clId="Web-{B871B335-1E53-51E4-A6C5-4784D4C587A7}" dt="2026-06-25T07:02:42.400" v="24" actId="1076"/>
          <ac:spMkLst>
            <pc:docMk/>
            <pc:sldMk cId="238751522" sldId="2147483040"/>
            <ac:spMk id="5" creationId="{D1A2A319-805A-A6E5-04EF-EFF027E090A2}"/>
          </ac:spMkLst>
        </pc:spChg>
        <pc:spChg chg="add mod">
          <ac:chgData name="Syed Sibgath" userId="S::syed.sibgath@fractal.ai::547157a6-e74b-40aa-988e-35e72ce9ee42" providerId="AD" clId="Web-{B871B335-1E53-51E4-A6C5-4784D4C587A7}" dt="2026-06-25T07:02:42.400" v="25" actId="1076"/>
          <ac:spMkLst>
            <pc:docMk/>
            <pc:sldMk cId="238751522" sldId="2147483040"/>
            <ac:spMk id="6" creationId="{C81D6E02-DB5A-C964-32B1-090C32F51BA4}"/>
          </ac:spMkLst>
        </pc:spChg>
        <pc:spChg chg="del">
          <ac:chgData name="Syed Sibgath" userId="S::syed.sibgath@fractal.ai::547157a6-e74b-40aa-988e-35e72ce9ee42" providerId="AD" clId="Web-{B871B335-1E53-51E4-A6C5-4784D4C587A7}" dt="2026-06-25T06:59:04.407" v="4"/>
          <ac:spMkLst>
            <pc:docMk/>
            <pc:sldMk cId="238751522" sldId="2147483040"/>
            <ac:spMk id="8" creationId="{4FB88E3B-FC23-48D9-65E6-66BE99B37F53}"/>
          </ac:spMkLst>
        </pc:spChg>
      </pc:sldChg>
      <pc:sldChg chg="addSp delSp new">
        <pc:chgData name="Syed Sibgath" userId="S::syed.sibgath@fractal.ai::547157a6-e74b-40aa-988e-35e72ce9ee42" providerId="AD" clId="Web-{B871B335-1E53-51E4-A6C5-4784D4C587A7}" dt="2026-06-25T07:05:36.672" v="34"/>
        <pc:sldMkLst>
          <pc:docMk/>
          <pc:sldMk cId="3736756636" sldId="2147483082"/>
        </pc:sldMkLst>
        <pc:spChg chg="del">
          <ac:chgData name="Syed Sibgath" userId="S::syed.sibgath@fractal.ai::547157a6-e74b-40aa-988e-35e72ce9ee42" providerId="AD" clId="Web-{B871B335-1E53-51E4-A6C5-4784D4C587A7}" dt="2026-06-25T07:05:06.452" v="28"/>
          <ac:spMkLst>
            <pc:docMk/>
            <pc:sldMk cId="3736756636" sldId="2147483082"/>
            <ac:spMk id="2" creationId="{D5179DB5-2115-98F1-C415-BB932A56764A}"/>
          </ac:spMkLst>
        </pc:spChg>
        <pc:spChg chg="del">
          <ac:chgData name="Syed Sibgath" userId="S::syed.sibgath@fractal.ai::547157a6-e74b-40aa-988e-35e72ce9ee42" providerId="AD" clId="Web-{B871B335-1E53-51E4-A6C5-4784D4C587A7}" dt="2026-06-25T07:05:06.452" v="27"/>
          <ac:spMkLst>
            <pc:docMk/>
            <pc:sldMk cId="3736756636" sldId="2147483082"/>
            <ac:spMk id="3" creationId="{1F70BD21-2B07-B550-3814-12ED37EBE205}"/>
          </ac:spMkLst>
        </pc:spChg>
        <pc:spChg chg="add del">
          <ac:chgData name="Syed Sibgath" userId="S::syed.sibgath@fractal.ai::547157a6-e74b-40aa-988e-35e72ce9ee42" providerId="AD" clId="Web-{B871B335-1E53-51E4-A6C5-4784D4C587A7}" dt="2026-06-25T07:05:11.171" v="30"/>
          <ac:spMkLst>
            <pc:docMk/>
            <pc:sldMk cId="3736756636" sldId="2147483082"/>
            <ac:spMk id="4" creationId="{346CEF03-EC10-925C-37D2-16BB18BF1E18}"/>
          </ac:spMkLst>
        </pc:spChg>
        <pc:spChg chg="add del">
          <ac:chgData name="Syed Sibgath" userId="S::syed.sibgath@fractal.ai::547157a6-e74b-40aa-988e-35e72ce9ee42" providerId="AD" clId="Web-{B871B335-1E53-51E4-A6C5-4784D4C587A7}" dt="2026-06-25T07:05:11.171" v="30"/>
          <ac:spMkLst>
            <pc:docMk/>
            <pc:sldMk cId="3736756636" sldId="2147483082"/>
            <ac:spMk id="5" creationId="{5BB33D76-BE2C-EB0F-F8BF-D01D38AC382C}"/>
          </ac:spMkLst>
        </pc:spChg>
        <pc:spChg chg="add del">
          <ac:chgData name="Syed Sibgath" userId="S::syed.sibgath@fractal.ai::547157a6-e74b-40aa-988e-35e72ce9ee42" providerId="AD" clId="Web-{B871B335-1E53-51E4-A6C5-4784D4C587A7}" dt="2026-06-25T07:05:11.171" v="30"/>
          <ac:spMkLst>
            <pc:docMk/>
            <pc:sldMk cId="3736756636" sldId="2147483082"/>
            <ac:spMk id="6" creationId="{7713F072-F255-124D-2D61-0D261C68DA68}"/>
          </ac:spMkLst>
        </pc:spChg>
        <pc:spChg chg="add del">
          <ac:chgData name="Syed Sibgath" userId="S::syed.sibgath@fractal.ai::547157a6-e74b-40aa-988e-35e72ce9ee42" providerId="AD" clId="Web-{B871B335-1E53-51E4-A6C5-4784D4C587A7}" dt="2026-06-25T07:05:22.796" v="32"/>
          <ac:spMkLst>
            <pc:docMk/>
            <pc:sldMk cId="3736756636" sldId="2147483082"/>
            <ac:spMk id="7" creationId="{DE635A83-AAF6-9B49-5750-0D750DBCDCCA}"/>
          </ac:spMkLst>
        </pc:spChg>
        <pc:spChg chg="add del">
          <ac:chgData name="Syed Sibgath" userId="S::syed.sibgath@fractal.ai::547157a6-e74b-40aa-988e-35e72ce9ee42" providerId="AD" clId="Web-{B871B335-1E53-51E4-A6C5-4784D4C587A7}" dt="2026-06-25T07:05:22.796" v="32"/>
          <ac:spMkLst>
            <pc:docMk/>
            <pc:sldMk cId="3736756636" sldId="2147483082"/>
            <ac:spMk id="8" creationId="{6C0AF0CF-9276-2924-E208-34985B07F733}"/>
          </ac:spMkLst>
        </pc:spChg>
        <pc:spChg chg="add del">
          <ac:chgData name="Syed Sibgath" userId="S::syed.sibgath@fractal.ai::547157a6-e74b-40aa-988e-35e72ce9ee42" providerId="AD" clId="Web-{B871B335-1E53-51E4-A6C5-4784D4C587A7}" dt="2026-06-25T07:05:22.796" v="32"/>
          <ac:spMkLst>
            <pc:docMk/>
            <pc:sldMk cId="3736756636" sldId="2147483082"/>
            <ac:spMk id="9" creationId="{28246D38-DBAC-3259-4EB0-C0898A0BAE54}"/>
          </ac:spMkLst>
        </pc:spChg>
        <pc:spChg chg="add">
          <ac:chgData name="Syed Sibgath" userId="S::syed.sibgath@fractal.ai::547157a6-e74b-40aa-988e-35e72ce9ee42" providerId="AD" clId="Web-{B871B335-1E53-51E4-A6C5-4784D4C587A7}" dt="2026-06-25T07:05:36.625" v="33"/>
          <ac:spMkLst>
            <pc:docMk/>
            <pc:sldMk cId="3736756636" sldId="2147483082"/>
            <ac:spMk id="11" creationId="{21109226-78A3-1135-BB1A-DD53C75BB307}"/>
          </ac:spMkLst>
        </pc:spChg>
        <pc:spChg chg="add">
          <ac:chgData name="Syed Sibgath" userId="S::syed.sibgath@fractal.ai::547157a6-e74b-40aa-988e-35e72ce9ee42" providerId="AD" clId="Web-{B871B335-1E53-51E4-A6C5-4784D4C587A7}" dt="2026-06-25T07:05:36.672" v="34"/>
          <ac:spMkLst>
            <pc:docMk/>
            <pc:sldMk cId="3736756636" sldId="2147483082"/>
            <ac:spMk id="13" creationId="{2AFBFD5E-5EE2-345B-613F-982D20485D98}"/>
          </ac:spMkLst>
        </pc:spChg>
      </pc:sldChg>
      <pc:sldChg chg="addSp delSp new">
        <pc:chgData name="Syed Sibgath" userId="S::syed.sibgath@fractal.ai::547157a6-e74b-40aa-988e-35e72ce9ee42" providerId="AD" clId="Web-{B871B335-1E53-51E4-A6C5-4784D4C587A7}" dt="2026-06-25T07:06:14.798" v="40"/>
        <pc:sldMkLst>
          <pc:docMk/>
          <pc:sldMk cId="4292799048" sldId="2147483083"/>
        </pc:sldMkLst>
        <pc:spChg chg="del">
          <ac:chgData name="Syed Sibgath" userId="S::syed.sibgath@fractal.ai::547157a6-e74b-40aa-988e-35e72ce9ee42" providerId="AD" clId="Web-{B871B335-1E53-51E4-A6C5-4784D4C587A7}" dt="2026-06-25T07:06:13.033" v="38"/>
          <ac:spMkLst>
            <pc:docMk/>
            <pc:sldMk cId="4292799048" sldId="2147483083"/>
            <ac:spMk id="2" creationId="{1602F36E-CB34-9563-3FD5-7969AE24C046}"/>
          </ac:spMkLst>
        </pc:spChg>
        <pc:spChg chg="del">
          <ac:chgData name="Syed Sibgath" userId="S::syed.sibgath@fractal.ai::547157a6-e74b-40aa-988e-35e72ce9ee42" providerId="AD" clId="Web-{B871B335-1E53-51E4-A6C5-4784D4C587A7}" dt="2026-06-25T07:06:13.033" v="37"/>
          <ac:spMkLst>
            <pc:docMk/>
            <pc:sldMk cId="4292799048" sldId="2147483083"/>
            <ac:spMk id="3" creationId="{02865CA2-1968-0357-73F7-6606FE411C38}"/>
          </ac:spMkLst>
        </pc:spChg>
        <pc:spChg chg="add">
          <ac:chgData name="Syed Sibgath" userId="S::syed.sibgath@fractal.ai::547157a6-e74b-40aa-988e-35e72ce9ee42" providerId="AD" clId="Web-{B871B335-1E53-51E4-A6C5-4784D4C587A7}" dt="2026-06-25T07:06:14.783" v="39"/>
          <ac:spMkLst>
            <pc:docMk/>
            <pc:sldMk cId="4292799048" sldId="2147483083"/>
            <ac:spMk id="5" creationId="{1B66CB6E-35B7-5165-3CF8-9DEE7D237C5D}"/>
          </ac:spMkLst>
        </pc:spChg>
        <pc:spChg chg="add">
          <ac:chgData name="Syed Sibgath" userId="S::syed.sibgath@fractal.ai::547157a6-e74b-40aa-988e-35e72ce9ee42" providerId="AD" clId="Web-{B871B335-1E53-51E4-A6C5-4784D4C587A7}" dt="2026-06-25T07:06:14.798" v="40"/>
          <ac:spMkLst>
            <pc:docMk/>
            <pc:sldMk cId="4292799048" sldId="2147483083"/>
            <ac:spMk id="7" creationId="{6DDF314C-55E7-D3F9-8AE1-1EDE8A20C220}"/>
          </ac:spMkLst>
        </pc:spChg>
      </pc:sldChg>
      <pc:sldChg chg="addSp delSp new">
        <pc:chgData name="Syed Sibgath" userId="S::syed.sibgath@fractal.ai::547157a6-e74b-40aa-988e-35e72ce9ee42" providerId="AD" clId="Web-{B871B335-1E53-51E4-A6C5-4784D4C587A7}" dt="2026-06-25T07:06:41.253" v="46"/>
        <pc:sldMkLst>
          <pc:docMk/>
          <pc:sldMk cId="870382394" sldId="2147483084"/>
        </pc:sldMkLst>
        <pc:spChg chg="del">
          <ac:chgData name="Syed Sibgath" userId="S::syed.sibgath@fractal.ai::547157a6-e74b-40aa-988e-35e72ce9ee42" providerId="AD" clId="Web-{B871B335-1E53-51E4-A6C5-4784D4C587A7}" dt="2026-06-25T07:06:32.612" v="44"/>
          <ac:spMkLst>
            <pc:docMk/>
            <pc:sldMk cId="870382394" sldId="2147483084"/>
            <ac:spMk id="2" creationId="{00385D1A-2BE5-0477-266B-DE95AB027E5E}"/>
          </ac:spMkLst>
        </pc:spChg>
        <pc:spChg chg="del">
          <ac:chgData name="Syed Sibgath" userId="S::syed.sibgath@fractal.ai::547157a6-e74b-40aa-988e-35e72ce9ee42" providerId="AD" clId="Web-{B871B335-1E53-51E4-A6C5-4784D4C587A7}" dt="2026-06-25T07:06:29.127" v="43"/>
          <ac:spMkLst>
            <pc:docMk/>
            <pc:sldMk cId="870382394" sldId="2147483084"/>
            <ac:spMk id="3" creationId="{1074842E-9264-FD2C-ACF2-8F47DAE91A65}"/>
          </ac:spMkLst>
        </pc:spChg>
        <pc:spChg chg="add">
          <ac:chgData name="Syed Sibgath" userId="S::syed.sibgath@fractal.ai::547157a6-e74b-40aa-988e-35e72ce9ee42" providerId="AD" clId="Web-{B871B335-1E53-51E4-A6C5-4784D4C587A7}" dt="2026-06-25T07:06:41.206" v="45"/>
          <ac:spMkLst>
            <pc:docMk/>
            <pc:sldMk cId="870382394" sldId="2147483084"/>
            <ac:spMk id="5" creationId="{45EAA42D-A87F-FC34-BC91-0318812E5E40}"/>
          </ac:spMkLst>
        </pc:spChg>
        <pc:spChg chg="add">
          <ac:chgData name="Syed Sibgath" userId="S::syed.sibgath@fractal.ai::547157a6-e74b-40aa-988e-35e72ce9ee42" providerId="AD" clId="Web-{B871B335-1E53-51E4-A6C5-4784D4C587A7}" dt="2026-06-25T07:06:41.253" v="46"/>
          <ac:spMkLst>
            <pc:docMk/>
            <pc:sldMk cId="870382394" sldId="2147483084"/>
            <ac:spMk id="7" creationId="{216A47A5-0A93-4544-8670-81E668AB75F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403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two columns row by row. Let the right column build up progressively.</a:t>
            </a:r>
          </a:p>
          <a:p>
            <a:endParaRPr lang="en-IN"/>
          </a:p>
          <a:p>
            <a:r>
              <a:rPr lang="en-IN" b="1"/>
              <a:t>How to do</a:t>
            </a:r>
            <a:br>
              <a:rPr lang="en-IN"/>
            </a:br>
            <a:r>
              <a:rPr lang="en-IN"/>
              <a:t>Walk each pair: "Core logic that runs versus core logic that runs at scale with concurrent users. One of these is your PoC. The other is production." Continue row by row without rushing. On the Committed to Git versus CI/CD pipeline row: "You did the left column in Session 3. The right column is a different project entirely." On the One user versus Authentication and authorisation row: "The one user was you. In a sympathetic environment. With the right input. Production is everyone else." Read the closer: "None of the right column is a criticism of the PoC. All of it is the honest cost of production.”</a:t>
            </a:r>
          </a:p>
          <a:p>
            <a:endParaRPr lang="en-IN"/>
          </a:p>
          <a:p>
            <a:r>
              <a:rPr lang="en-IN" b="1"/>
              <a:t>What to ask</a:t>
            </a:r>
            <a:br>
              <a:rPr lang="en-IN"/>
            </a:br>
            <a:r>
              <a:rPr lang="en-IN"/>
              <a:t>"Looking at this table, which row surprises you most? Which gap did you not expect?”</a:t>
            </a:r>
          </a:p>
          <a:p>
            <a:endParaRPr lang="en-IN"/>
          </a:p>
          <a:p>
            <a:r>
              <a:rPr lang="en-IN" b="1"/>
              <a:t>Transition</a:t>
            </a:r>
            <a:br>
              <a:rPr lang="en-IN"/>
            </a:br>
            <a:r>
              <a:rPr lang="en-IN"/>
              <a:t>"And this is just the structural gap. AI-generated code adds its own predictable debt on top of it."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152921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Close the session. No new content.</a:t>
            </a:r>
          </a:p>
          <a:p>
            <a:endParaRPr lang="en-US"/>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54</a:t>
            </a:fld>
            <a:endParaRPr lang="en-US"/>
          </a:p>
        </p:txBody>
      </p:sp>
    </p:spTree>
    <p:extLst>
      <p:ext uri="{BB962C8B-B14F-4D97-AF65-F5344CB8AC3E}">
        <p14:creationId xmlns:p14="http://schemas.microsoft.com/office/powerpoint/2010/main" val="35041336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twitter.com/fractalites" TargetMode="External"/><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www.linkedin.com/company/fractal-analytics?trk=company_name" TargetMode="Externa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7" y="1704156"/>
            <a:ext cx="6725419" cy="2423741"/>
          </a:xfrm>
          <a:prstGeom prst="rect">
            <a:avLst/>
          </a:prstGeom>
        </p:spPr>
        <p:txBody>
          <a:bodyPr wrap="square" anchor="b">
            <a:spAutoFit/>
          </a:bodyPr>
          <a:lstStyle>
            <a:lvl1pPr algn="l">
              <a:lnSpc>
                <a:spcPct val="100000"/>
              </a:lnSpc>
              <a:defRPr sz="51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10339681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6" y="1704156"/>
            <a:ext cx="6725414" cy="2423741"/>
          </a:xfrm>
          <a:prstGeom prst="rect">
            <a:avLst/>
          </a:prstGeom>
        </p:spPr>
        <p:txBody>
          <a:bodyPr wrap="square" anchor="b">
            <a:spAutoFit/>
          </a:bodyPr>
          <a:lstStyle>
            <a:lvl1pPr algn="l">
              <a:lnSpc>
                <a:spcPct val="100000"/>
              </a:lnSpc>
              <a:defRPr sz="51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019487" y="397889"/>
            <a:ext cx="0" cy="643689"/>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193864" y="582930"/>
            <a:ext cx="1562256" cy="384158"/>
          </a:xfrm>
          <a:prstGeom prst="rect">
            <a:avLst/>
          </a:prstGeom>
        </p:spPr>
        <p:txBody>
          <a:bodyPr anchor="b">
            <a:noAutofit/>
          </a:bodyPr>
          <a:lstStyle>
            <a:lvl1pPr marL="0" indent="0">
              <a:lnSpc>
                <a:spcPct val="100000"/>
              </a:lnSpc>
              <a:buNone/>
              <a:defRPr sz="1050">
                <a:solidFill>
                  <a:schemeClr val="bg1">
                    <a:lumMod val="65000"/>
                  </a:schemeClr>
                </a:solidFill>
              </a:defRPr>
            </a:lvl1pPr>
            <a:lvl5pPr marL="1371600" indent="0">
              <a:buNone/>
              <a:defRPr sz="825"/>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33088137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3298804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0045269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550533" y="1006079"/>
            <a:ext cx="8044589" cy="3654028"/>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spTree>
    <p:extLst>
      <p:ext uri="{BB962C8B-B14F-4D97-AF65-F5344CB8AC3E}">
        <p14:creationId xmlns:p14="http://schemas.microsoft.com/office/powerpoint/2010/main" val="119642026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8270360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5"/>
            <a:ext cx="348523" cy="3251660"/>
          </a:xfrm>
          <a:prstGeom prst="rect">
            <a:avLst/>
          </a:prstGeom>
        </p:spPr>
        <p:txBody>
          <a:bodyPr vert="horz" lIns="0" tIns="0" rIns="0" bIns="93600" anchor="t" anchorCtr="0">
            <a:spAutoFit/>
          </a:bodyPr>
          <a:lstStyle>
            <a:lvl1pPr marL="0" indent="0">
              <a:lnSpc>
                <a:spcPts val="3600"/>
              </a:lnSpc>
              <a:spcBef>
                <a:spcPts val="0"/>
              </a:spcBef>
              <a:buNone/>
              <a:defRPr sz="195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124902" y="1099164"/>
            <a:ext cx="7470220"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453600" y="375300"/>
            <a:ext cx="8140500" cy="577081"/>
          </a:xfrm>
          <a:prstGeom prst="rect">
            <a:avLst/>
          </a:prstGeom>
          <a:noFill/>
        </p:spPr>
        <p:txBody>
          <a:bodyPr>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8637764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4"/>
            <a:ext cx="807027"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1" i="0">
                <a:solidFill>
                  <a:schemeClr val="accent2"/>
                </a:solidFill>
                <a:latin typeface="+mn-lt"/>
                <a:ea typeface="Open Sans" panose="020B0606030504020204" pitchFamily="34" charset="0"/>
                <a:cs typeface="Open Sans" panose="020B0606030504020204" pitchFamily="34" charset="0"/>
              </a:defRPr>
            </a:lvl1pPr>
          </a:lstStyle>
          <a:p>
            <a:pPr lvl="0"/>
            <a:r>
              <a:rPr lang="en-US"/>
              <a:t>00.00</a:t>
            </a:r>
          </a:p>
          <a:p>
            <a:pPr lvl="0"/>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1512829" y="1099164"/>
            <a:ext cx="7097771" cy="3275321"/>
          </a:xfrm>
          <a:prstGeom prst="rect">
            <a:avLst/>
          </a:prstGeom>
        </p:spPr>
        <p:txBody>
          <a:bodyPr vert="horz" wrap="square"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453600" y="375300"/>
            <a:ext cx="8157000" cy="577081"/>
          </a:xfrm>
          <a:prstGeom prst="rect">
            <a:avLst/>
          </a:prstGeom>
        </p:spPr>
        <p:txBody>
          <a:bodyPr wrap="square">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5778393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547789" y="3277790"/>
            <a:ext cx="7566422" cy="184666"/>
          </a:xfrm>
          <a:prstGeom prst="rect">
            <a:avLst/>
          </a:prstGeom>
        </p:spPr>
        <p:txBody>
          <a:bodyPr lIns="0" tIns="0" rIns="0" bIns="0" anchor="t" anchorCtr="0">
            <a:spAutoFit/>
          </a:bodyPr>
          <a:lstStyle>
            <a:lvl1pPr marL="0" indent="0">
              <a:buNone/>
              <a:defRPr lang="en-US" sz="1200" b="0" spc="0" baseline="0" dirty="0">
                <a:latin typeface="+mn-lt"/>
                <a:ea typeface="Open Sans" panose="020B0606030504020204" pitchFamily="34" charset="0"/>
                <a:cs typeface="Open Sans" panose="020B0606030504020204" pitchFamily="34" charset="0"/>
              </a:defRPr>
            </a:lvl1pPr>
          </a:lstStyle>
          <a:p>
            <a:pPr marL="171450" lvl="0" indent="-171450">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547789" y="483518"/>
            <a:ext cx="7480596" cy="394596"/>
          </a:xfrm>
          <a:prstGeom prst="rect">
            <a:avLst/>
          </a:prstGeom>
        </p:spPr>
        <p:txBody>
          <a:bodyPr vert="horz" lIns="0" tIns="0" rIns="0" bIns="93600" anchor="t" anchorCtr="0">
            <a:spAutoFit/>
          </a:bodyPr>
          <a:lstStyle>
            <a:lvl1pPr marL="0" marR="0" indent="0" algn="l" defTabSz="457189" rtl="0" eaLnBrk="1" fontAlgn="auto" latinLnBrk="0" hangingPunct="1">
              <a:lnSpc>
                <a:spcPct val="100000"/>
              </a:lnSpc>
              <a:spcBef>
                <a:spcPts val="0"/>
              </a:spcBef>
              <a:spcAft>
                <a:spcPts val="0"/>
              </a:spcAft>
              <a:buClrTx/>
              <a:buSzTx/>
              <a:buFont typeface="Arial"/>
              <a:buNone/>
              <a:tabLst/>
              <a:defRPr sz="195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547789" y="1677110"/>
            <a:ext cx="7480596" cy="1454244"/>
          </a:xfrm>
          <a:prstGeom prst="rect">
            <a:avLst/>
          </a:prstGeom>
        </p:spPr>
        <p:txBody>
          <a:bodyPr lIns="0" tIns="0" rIns="0" bIns="0" anchor="t" anchorCtr="0">
            <a:spAutoFit/>
          </a:bodyPr>
          <a:lstStyle>
            <a:lvl1pPr algn="l">
              <a:lnSpc>
                <a:spcPct val="100000"/>
              </a:lnSpc>
              <a:defRPr sz="3150" b="1" i="0" spc="0" baseline="0">
                <a:solidFill>
                  <a:schemeClr val="tx1"/>
                </a:solidFill>
                <a:latin typeface="+mn-lt"/>
                <a:ea typeface="Open Sans" panose="020B0606030504020204" pitchFamily="34" charset="0"/>
                <a:cs typeface="Open Sans"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15326420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450850" y="1828444"/>
            <a:ext cx="1346200" cy="2631490"/>
          </a:xfrm>
          <a:prstGeom prst="rect">
            <a:avLst/>
          </a:prstGeom>
        </p:spPr>
        <p:txBody>
          <a:bodyPr anchor="b">
            <a:spAutoFit/>
          </a:bodyPr>
          <a:lstStyle>
            <a:lvl1pPr marL="0" indent="0">
              <a:lnSpc>
                <a:spcPct val="100000"/>
              </a:lnSpc>
              <a:buNone/>
              <a:defRPr sz="8250" b="1">
                <a:solidFill>
                  <a:schemeClr val="bg1"/>
                </a:solidFill>
                <a:latin typeface="+mn-lt"/>
              </a:defRPr>
            </a:lvl1pPr>
            <a:lvl2pPr>
              <a:defRPr sz="8250" b="1"/>
            </a:lvl2pPr>
            <a:lvl3pPr>
              <a:defRPr sz="8250" b="1"/>
            </a:lvl3pPr>
            <a:lvl4pPr>
              <a:defRPr sz="8250" b="1"/>
            </a:lvl4pPr>
            <a:lvl5pPr>
              <a:defRPr sz="825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1797050" y="3233778"/>
            <a:ext cx="6798072" cy="1061829"/>
          </a:xfrm>
          <a:prstGeom prst="rect">
            <a:avLst/>
          </a:prstGeom>
        </p:spPr>
        <p:txBody>
          <a:bodyPr wrap="square" anchor="b">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16210694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225447"/>
            <a:ext cx="8053387" cy="2622654"/>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461962" y="4122468"/>
            <a:ext cx="7566422" cy="276999"/>
          </a:xfrm>
          <a:prstGeom prst="rect">
            <a:avLst/>
          </a:prstGeom>
        </p:spPr>
        <p:txBody>
          <a:bodyPr anchor="b">
            <a:spAutoFit/>
          </a:bodyPr>
          <a:lstStyle>
            <a:lvl1pPr marL="0" indent="0" algn="l">
              <a:lnSpc>
                <a:spcPct val="100000"/>
              </a:lnSpc>
              <a:buNone/>
              <a:defRPr sz="120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482598" y="4636364"/>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482598" y="4451698"/>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Note/Footnote:</a:t>
            </a:r>
          </a:p>
        </p:txBody>
      </p:sp>
    </p:spTree>
    <p:extLst>
      <p:ext uri="{BB962C8B-B14F-4D97-AF65-F5344CB8AC3E}">
        <p14:creationId xmlns:p14="http://schemas.microsoft.com/office/powerpoint/2010/main" val="29249295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895167"/>
            <a:ext cx="8053387" cy="2669459"/>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454023" y="1112663"/>
            <a:ext cx="8053387" cy="692497"/>
          </a:xfrm>
          <a:prstGeom prst="rect">
            <a:avLst/>
          </a:prstGeom>
        </p:spPr>
        <p:txBody>
          <a:bodyPr>
            <a:spAutoFit/>
          </a:bodyPr>
          <a:lstStyle>
            <a:lvl1pPr marL="0" indent="0">
              <a:lnSpc>
                <a:spcPct val="100000"/>
              </a:lnSpc>
              <a:spcBef>
                <a:spcPts val="450"/>
              </a:spcBef>
              <a:buNone/>
              <a:defRPr sz="195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5272414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3124201"/>
            <a:ext cx="3977879" cy="1535906"/>
          </a:xfrm>
          <a:prstGeom prst="rect">
            <a:avLst/>
          </a:prstGeom>
          <a:solidFill>
            <a:schemeClr val="bg1">
              <a:lumMod val="85000"/>
              <a:alpha val="85000"/>
            </a:schemeClr>
          </a:solidFill>
        </p:spPr>
        <p:txBody>
          <a:bodyPr lIns="720000" anchor="ctr"/>
          <a:lstStyle>
            <a:lvl1pPr marL="0" indent="0">
              <a:lnSpc>
                <a:spcPct val="100000"/>
              </a:lnSpc>
              <a:buNone/>
              <a:defRPr sz="2025"/>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914400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34791965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125"/>
            <a:ext cx="4556760" cy="4770900"/>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3472674"/>
            <a:ext cx="3840480" cy="877163"/>
          </a:xfrm>
          <a:prstGeom prst="rect">
            <a:avLst/>
          </a:prstGeom>
          <a:solidFill>
            <a:schemeClr val="bg1">
              <a:lumMod val="85000"/>
              <a:alpha val="85000"/>
            </a:schemeClr>
          </a:solidFill>
        </p:spPr>
        <p:txBody>
          <a:bodyPr wrap="square" anchor="ctr">
            <a:spAutoFit/>
          </a:bodyPr>
          <a:lstStyle>
            <a:lvl1pPr marL="471488" indent="0" algn="l">
              <a:lnSpc>
                <a:spcPct val="100000"/>
              </a:lnSpc>
              <a:spcBef>
                <a:spcPts val="0"/>
              </a:spcBef>
              <a:buNone/>
              <a:defRPr sz="510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4587820" y="0"/>
            <a:ext cx="455618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117782" y="3495756"/>
            <a:ext cx="1722698" cy="830997"/>
          </a:xfrm>
          <a:prstGeom prst="rect">
            <a:avLst/>
          </a:prstGeom>
          <a:noFill/>
        </p:spPr>
        <p:txBody>
          <a:bodyPr anchor="ctr">
            <a:spAutoFit/>
          </a:bodyPr>
          <a:lstStyle>
            <a:lvl1pPr marL="0" indent="0">
              <a:lnSpc>
                <a:spcPct val="100000"/>
              </a:lnSpc>
              <a:spcBef>
                <a:spcPts val="0"/>
              </a:spcBef>
              <a:buNone/>
              <a:defRPr sz="120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n-US"/>
              <a:t>Add this grey patch in 15% transparency over a full image for text to be visible </a:t>
            </a:r>
          </a:p>
        </p:txBody>
      </p:sp>
    </p:spTree>
    <p:extLst>
      <p:ext uri="{BB962C8B-B14F-4D97-AF65-F5344CB8AC3E}">
        <p14:creationId xmlns:p14="http://schemas.microsoft.com/office/powerpoint/2010/main" val="18953560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456497" y="903032"/>
            <a:ext cx="8146959" cy="392415"/>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550534" y="2058592"/>
            <a:ext cx="4013132" cy="2601515"/>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4641838" y="2058592"/>
            <a:ext cx="3966233" cy="2601515"/>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550533" y="1457029"/>
            <a:ext cx="8042934" cy="47691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674200"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674200" y="2608447"/>
            <a:ext cx="3766500" cy="260713"/>
          </a:xfrm>
          <a:prstGeom prst="rect">
            <a:avLst/>
          </a:prstGeom>
        </p:spPr>
        <p:txBody>
          <a:bodyPr lIns="90000" tIns="46800" rIns="90000" bIns="46800" anchor="t">
            <a:spAutoFit/>
          </a:bodyPr>
          <a:lstStyle>
            <a:lvl1pPr marL="0" marR="0" indent="0" algn="l" defTabSz="685800" rtl="0" eaLnBrk="1" fontAlgn="auto" latinLnBrk="0" hangingPunct="1">
              <a:lnSpc>
                <a:spcPct val="100000"/>
              </a:lnSpc>
              <a:spcBef>
                <a:spcPts val="0"/>
              </a:spcBef>
              <a:spcAft>
                <a:spcPts val="0"/>
              </a:spcAft>
              <a:buClrTx/>
              <a:buSzTx/>
              <a:buFontTx/>
              <a:buNone/>
              <a:tabLst/>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2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4741705" y="2608447"/>
            <a:ext cx="3766500" cy="279180"/>
          </a:xfrm>
          <a:prstGeom prst="rect">
            <a:avLst/>
          </a:prstGeom>
        </p:spPr>
        <p:txBody>
          <a:bodyPr lIns="90000" tIns="46800" rIns="90000" bIns="46800"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4741705"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Supporting Teams &amp; Capabilities</a:t>
            </a:r>
            <a:endParaRPr lang="en-US"/>
          </a:p>
        </p:txBody>
      </p:sp>
    </p:spTree>
    <p:extLst>
      <p:ext uri="{BB962C8B-B14F-4D97-AF65-F5344CB8AC3E}">
        <p14:creationId xmlns:p14="http://schemas.microsoft.com/office/powerpoint/2010/main" val="370634402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552705" y="2840746"/>
            <a:ext cx="8142338" cy="142658"/>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6827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56547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44823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33099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1375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965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7413322"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6240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50685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38961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27237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15513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378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525038" y="1354532"/>
            <a:ext cx="1023300" cy="207749"/>
          </a:xfrm>
          <a:prstGeom prst="rect">
            <a:avLst/>
          </a:prstGeom>
        </p:spPr>
        <p:txBody>
          <a:bodyPr wrap="square"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16974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28698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40422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52146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63870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7559440"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111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22836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34560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46284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58008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6973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82248582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479860" y="483394"/>
            <a:ext cx="5123597"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466329" y="1478756"/>
            <a:ext cx="2944812" cy="1892826"/>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461963" y="395770"/>
            <a:ext cx="2944812" cy="692497"/>
          </a:xfrm>
          <a:prstGeom prst="rect">
            <a:avLst/>
          </a:prstGeom>
        </p:spPr>
        <p:txBody>
          <a:bodyPr>
            <a:spAutoFit/>
          </a:bodyPr>
          <a:lstStyle>
            <a:lvl1pPr>
              <a:defRPr lang="en-IN" sz="1950" b="1" i="0" dirty="0">
                <a:latin typeface="+mn-lt"/>
                <a:ea typeface="+mn-ea"/>
                <a:cs typeface="+mn-cs"/>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68217572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453628" y="2058591"/>
            <a:ext cx="3403997" cy="1674305"/>
          </a:xfrm>
          <a:prstGeom prst="rect">
            <a:avLst/>
          </a:prstGeom>
        </p:spPr>
        <p:txBody>
          <a:bodyPr wrap="square">
            <a:spAutoFit/>
          </a:bodyPr>
          <a:lstStyle>
            <a:lvl1pPr marL="0" marR="0" indent="0" algn="l" defTabSz="685800" rtl="0" eaLnBrk="1" fontAlgn="auto" latinLnBrk="0" hangingPunct="1">
              <a:lnSpc>
                <a:spcPct val="100000"/>
              </a:lnSpc>
              <a:spcBef>
                <a:spcPts val="750"/>
              </a:spcBef>
              <a:spcAft>
                <a:spcPts val="0"/>
              </a:spcAft>
              <a:buClr>
                <a:schemeClr val="accent4"/>
              </a:buClr>
              <a:buSzTx/>
              <a:buFont typeface="Arial" panose="020B0604020202020204" pitchFamily="34" charset="0"/>
              <a:buNone/>
              <a:tabLst/>
              <a:defRPr sz="1200">
                <a:solidFill>
                  <a:schemeClr val="tx1"/>
                </a:solidFill>
                <a:latin typeface="+mn-lt"/>
              </a:defRPr>
            </a:lvl1pPr>
            <a:lvl2pPr marL="159544" indent="-159544">
              <a:lnSpc>
                <a:spcPct val="100000"/>
              </a:lnSpc>
              <a:buClr>
                <a:schemeClr val="tx1"/>
              </a:buClr>
              <a:defRPr sz="1200">
                <a:solidFill>
                  <a:schemeClr val="tx1"/>
                </a:solidFill>
              </a:defRPr>
            </a:lvl2pPr>
            <a:lvl3pPr marL="358379" indent="-185738">
              <a:lnSpc>
                <a:spcPct val="100000"/>
              </a:lnSpc>
              <a:spcAft>
                <a:spcPts val="0"/>
              </a:spcAft>
              <a:buClr>
                <a:schemeClr val="tx1"/>
              </a:buClr>
              <a:buFont typeface="Arial" panose="020B0604020202020204" pitchFamily="34" charset="0"/>
              <a:buChar char="•"/>
              <a:defRPr sz="1200">
                <a:solidFill>
                  <a:schemeClr val="tx1"/>
                </a:solidFill>
              </a:defRPr>
            </a:lvl3pPr>
            <a:lvl4pPr marL="191700" marR="0" indent="0" algn="l" defTabSz="685800" rtl="0" eaLnBrk="1" fontAlgn="auto" latinLnBrk="0" hangingPunct="1">
              <a:lnSpc>
                <a:spcPct val="100000"/>
              </a:lnSpc>
              <a:spcBef>
                <a:spcPts val="375"/>
              </a:spcBef>
              <a:spcAft>
                <a:spcPts val="0"/>
              </a:spcAft>
              <a:buClr>
                <a:schemeClr val="tx1"/>
              </a:buClr>
              <a:buSzTx/>
              <a:buFont typeface="Arial" panose="020B0604020202020204" pitchFamily="34" charset="0"/>
              <a:buNone/>
              <a:tabLst/>
              <a:defRPr sz="1200">
                <a:solidFill>
                  <a:schemeClr val="tx1"/>
                </a:solidFill>
              </a:defRPr>
            </a:lvl4pPr>
            <a:lvl5pPr marL="348300" indent="-213300">
              <a:lnSpc>
                <a:spcPct val="100000"/>
              </a:lnSpc>
              <a:defRPr sz="1200"/>
            </a:lvl5pPr>
          </a:lstStyle>
          <a:p>
            <a:pPr lvl="0"/>
            <a:r>
              <a:rPr lang="en-GB"/>
              <a:t>Text that needs to go in bullet points need to follow this template</a:t>
            </a:r>
          </a:p>
          <a:p>
            <a:pPr marL="214313" marR="0" lvl="0" indent="-214313" algn="l" defTabSz="685800" rtl="0" eaLnBrk="1" fontAlgn="auto" latinLnBrk="0" hangingPunct="1">
              <a:lnSpc>
                <a:spcPct val="90000"/>
              </a:lnSpc>
              <a:spcBef>
                <a:spcPts val="75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3968354" y="483394"/>
            <a:ext cx="4635103"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453600" y="353528"/>
            <a:ext cx="3404025" cy="1615827"/>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83400897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461963" y="3075385"/>
            <a:ext cx="3515916" cy="1292662"/>
          </a:xfrm>
          <a:prstGeom prst="rect">
            <a:avLst/>
          </a:prstGeom>
        </p:spPr>
        <p:txBody>
          <a:bodyPr anchor="t">
            <a:spAutoFit/>
          </a:bodyPr>
          <a:lstStyle>
            <a:lvl1pPr marL="0" indent="0" algn="l">
              <a:lnSpc>
                <a:spcPct val="100000"/>
              </a:lnSpc>
              <a:buNone/>
              <a:defRPr sz="195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5193506" y="2608030"/>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193506" y="483394"/>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454023" y="373999"/>
            <a:ext cx="4320000" cy="1061829"/>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926354205"/>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480732" y="4584835"/>
            <a:ext cx="8037865" cy="184666"/>
          </a:xfrm>
          <a:prstGeom prst="rect">
            <a:avLst/>
          </a:prstGeom>
        </p:spPr>
        <p:txBody>
          <a:bodyPr wrap="square" anchor="b">
            <a:spAutoFit/>
          </a:bodyPr>
          <a:lstStyle>
            <a:lvl1pPr marL="0" indent="0" algn="l">
              <a:lnSpc>
                <a:spcPct val="100000"/>
              </a:lnSpc>
              <a:spcBef>
                <a:spcPts val="0"/>
              </a:spcBef>
              <a:buNone/>
              <a:defRPr sz="600">
                <a:solidFill>
                  <a:schemeClr val="bg1">
                    <a:lumMod val="50000"/>
                  </a:schemeClr>
                </a:solidFill>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488700"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4808677"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4805874"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485897"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485897"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4805874"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Tree>
    <p:extLst>
      <p:ext uri="{BB962C8B-B14F-4D97-AF65-F5344CB8AC3E}">
        <p14:creationId xmlns:p14="http://schemas.microsoft.com/office/powerpoint/2010/main" val="258424457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534591" y="1121229"/>
            <a:ext cx="202500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534591" y="2321479"/>
            <a:ext cx="202500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534591" y="3521729"/>
            <a:ext cx="202500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2651032" y="1121229"/>
            <a:ext cx="593424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2651032" y="2321479"/>
            <a:ext cx="593424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2651032" y="3521729"/>
            <a:ext cx="593424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Tree>
    <p:extLst>
      <p:ext uri="{BB962C8B-B14F-4D97-AF65-F5344CB8AC3E}">
        <p14:creationId xmlns:p14="http://schemas.microsoft.com/office/powerpoint/2010/main" val="274786284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550534"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4618037"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4711613"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44110"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44129"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4711613"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415403827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3296221"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3386161"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3386162"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545306"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624004"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624004"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6047137"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6125835"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6125835"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276488265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534592"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2572537"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4601496"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6634603"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26206"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26217"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2664152"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2664163"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4693110"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4693121"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6726217"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6726228"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19248320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53340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157538"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3781676"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5405813"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702995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3959"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13959"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238097"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238097"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3862235"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3862235"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5486373"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5486373"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7110510"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7110510"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44199708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32885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6038775"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5453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6328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6441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32885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33760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33873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6038775"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6126276"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613759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5453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6328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6441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33760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33873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6126276"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613759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0559526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031456" y="483394"/>
            <a:ext cx="4572000"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466329" y="1478757"/>
            <a:ext cx="2944812" cy="1292662"/>
          </a:xfrm>
          <a:prstGeom prst="rect">
            <a:avLst/>
          </a:prstGeom>
        </p:spPr>
        <p:txBody>
          <a:bodyPr>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05026221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2276476" y="1478756"/>
            <a:ext cx="6326981" cy="3181350"/>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466329" y="1478756"/>
            <a:ext cx="1705371" cy="1292662"/>
          </a:xfrm>
          <a:prstGeom prst="rect">
            <a:avLst/>
          </a:prstGeom>
        </p:spPr>
        <p:txBody>
          <a:bodyPr wrap="square">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115987084"/>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3401" y="1672467"/>
            <a:ext cx="8070056" cy="2987639"/>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466329" y="1214572"/>
            <a:ext cx="8137127" cy="392415"/>
          </a:xfrm>
          <a:prstGeom prst="rect">
            <a:avLst/>
          </a:prstGeom>
        </p:spPr>
        <p:txBody>
          <a:bodyPr wrap="square">
            <a:spAutoFit/>
          </a:bodyPr>
          <a:lstStyle>
            <a:lvl1pPr>
              <a:defRPr lang="en-IN" sz="1950" b="0" i="0" dirty="0">
                <a:latin typeface="+mn-lt"/>
                <a:ea typeface="+mn-ea"/>
                <a:cs typeface="+mn-cs"/>
              </a:defRPr>
            </a:lvl1pPr>
          </a:lstStyle>
          <a:p>
            <a:pPr marL="0" lvl="0" indent="0">
              <a:lnSpc>
                <a:spcPct val="100000"/>
              </a:lnSpc>
              <a:spcBef>
                <a:spcPts val="75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1047612960"/>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533400" y="1233808"/>
            <a:ext cx="2283619" cy="342986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2884823" y="1233808"/>
            <a:ext cx="2835000" cy="342986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2925164" y="1305662"/>
            <a:ext cx="2695638"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5787628" y="1233808"/>
            <a:ext cx="2835000" cy="342986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5827969" y="1305662"/>
            <a:ext cx="26663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2925164" y="1791187"/>
            <a:ext cx="269563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5827969" y="1791187"/>
            <a:ext cx="266638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538082" y="311354"/>
            <a:ext cx="597890" cy="538163"/>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194111806"/>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536419" y="486727"/>
            <a:ext cx="3976688" cy="205763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536419"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4591541"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630548" y="1111172"/>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630548"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4685670"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4591541" y="486966"/>
            <a:ext cx="3976688" cy="20574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630548" y="573335"/>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630548"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4685670"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3</a:t>
            </a:r>
          </a:p>
        </p:txBody>
      </p:sp>
    </p:spTree>
    <p:extLst>
      <p:ext uri="{BB962C8B-B14F-4D97-AF65-F5344CB8AC3E}">
        <p14:creationId xmlns:p14="http://schemas.microsoft.com/office/powerpoint/2010/main" val="350100631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538082" y="311354"/>
            <a:ext cx="597890" cy="538163"/>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678104147"/>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550533" y="1006079"/>
            <a:ext cx="8044589" cy="3654028"/>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54" y="1195846"/>
            <a:ext cx="918965" cy="19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4927013" y="1195846"/>
            <a:ext cx="1062887" cy="507831"/>
          </a:xfrm>
          <a:prstGeom prst="rect">
            <a:avLst/>
          </a:prstGeom>
        </p:spPr>
        <p:txBody>
          <a:bodyPr wrap="square">
            <a:spAutoFit/>
          </a:bodyPr>
          <a:lstStyle>
            <a:lvl1pPr marL="0" indent="0">
              <a:lnSpc>
                <a:spcPct val="100000"/>
              </a:lnSpc>
              <a:buNone/>
              <a:defRPr sz="1350"/>
            </a:lvl1pPr>
            <a:lvl5pPr marL="1371600" indent="0">
              <a:buNone/>
              <a:defRPr sz="825"/>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058133026"/>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4536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4536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26298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26298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48060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48060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69822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69822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28512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50274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72036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1408079523"/>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456497" y="929343"/>
            <a:ext cx="8146959" cy="392415"/>
          </a:xfrm>
          <a:prstGeom prst="rect">
            <a:avLst/>
          </a:prstGeom>
        </p:spPr>
        <p:txBody>
          <a:bodyPr anchor="t">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2285306"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2375246"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2375246"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6637622"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6727562"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6727562"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4461464"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4551404"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4551404"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3465438637"/>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8" y="1529858"/>
            <a:ext cx="8061724"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4087048996"/>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9" y="1529858"/>
            <a:ext cx="4001400"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4599672" y="1529858"/>
            <a:ext cx="4001400" cy="3130248"/>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2701815779"/>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2873591" y="476902"/>
            <a:ext cx="2278857" cy="999473"/>
          </a:xfrm>
          <a:prstGeom prst="roundRect">
            <a:avLst>
              <a:gd name="adj" fmla="val 809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3233776"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703831"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3007547"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5213784" y="476902"/>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533400" y="1529860"/>
            <a:ext cx="8067673" cy="3130247"/>
          </a:xfrm>
          <a:prstGeom prst="roundRect">
            <a:avLst>
              <a:gd name="adj" fmla="val 343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3007547"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703831"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177502056"/>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2998975" y="162455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2998975" y="1764669"/>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533399" y="2040370"/>
            <a:ext cx="4001400" cy="2619736"/>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4599672" y="2040370"/>
            <a:ext cx="4001400" cy="2619736"/>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Tree>
    <p:extLst>
      <p:ext uri="{BB962C8B-B14F-4D97-AF65-F5344CB8AC3E}">
        <p14:creationId xmlns:p14="http://schemas.microsoft.com/office/powerpoint/2010/main" val="2162175315"/>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533399" y="2040371"/>
            <a:ext cx="8061722" cy="2619735"/>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3007547"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3007547"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894438817"/>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548878" y="1130689"/>
            <a:ext cx="1091466" cy="634367"/>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615437841"/>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7896" y="4917668"/>
            <a:ext cx="514608" cy="1104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z="600" smtClean="0">
                <a:solidFill>
                  <a:schemeClr val="bg1">
                    <a:lumMod val="75000"/>
                  </a:schemeClr>
                </a:solidFill>
                <a:latin typeface="+mn-lt"/>
              </a:rPr>
              <a:pPr>
                <a:lnSpc>
                  <a:spcPct val="100000"/>
                </a:lnSpc>
              </a:pPr>
              <a:t>‹#›</a:t>
            </a:fld>
            <a:endParaRPr lang="en-US" sz="600">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sz="600">
                <a:solidFill>
                  <a:schemeClr val="bg1">
                    <a:lumMod val="75000"/>
                  </a:schemeClr>
                </a:solidFill>
                <a:latin typeface="+mn-lt"/>
              </a:rPr>
              <a:t>© 2020 Fractal Analytics Inc. All rights reserved | Confidential</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548878" y="1130689"/>
            <a:ext cx="1091466" cy="634367"/>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2736487752"/>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461360" y="500412"/>
            <a:ext cx="1091466" cy="634367"/>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5164768" y="1"/>
            <a:ext cx="3979232" cy="4660106"/>
          </a:xfrm>
          <a:prstGeom prst="rect">
            <a:avLst/>
          </a:prstGeom>
        </p:spPr>
        <p:txBody>
          <a:bodyPr/>
          <a:lstStyle>
            <a:lvl1pPr marL="0" indent="0">
              <a:lnSpc>
                <a:spcPct val="100000"/>
              </a:lnSpc>
              <a:buNone/>
              <a:defRPr sz="12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073944" y="845908"/>
            <a:ext cx="4069556" cy="3462486"/>
          </a:xfrm>
          <a:prstGeom prst="rect">
            <a:avLst/>
          </a:prstGeom>
        </p:spPr>
        <p:txBody>
          <a:bodyPr anchor="t">
            <a:spAutoFit/>
          </a:bodyPr>
          <a:lstStyle>
            <a:lvl1pPr marL="0" indent="0">
              <a:lnSpc>
                <a:spcPct val="100000"/>
              </a:lnSpc>
              <a:spcBef>
                <a:spcPts val="0"/>
              </a:spcBef>
              <a:buNone/>
              <a:defRPr sz="315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073944" y="4297593"/>
            <a:ext cx="4069556" cy="392415"/>
          </a:xfrm>
          <a:prstGeom prst="rect">
            <a:avLst/>
          </a:prstGeom>
        </p:spPr>
        <p:txBody>
          <a:bodyPr anchor="t">
            <a:spAutoFit/>
          </a:bodyPr>
          <a:lstStyle>
            <a:lvl1pPr marL="0" indent="0" algn="r">
              <a:lnSpc>
                <a:spcPct val="100000"/>
              </a:lnSpc>
              <a:spcBef>
                <a:spcPts val="0"/>
              </a:spcBef>
              <a:buNone/>
              <a:defRPr sz="195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3571931737"/>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435477" y="1946613"/>
            <a:ext cx="3752476" cy="156966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sz="5100"/>
              <a:t>Thank You.</a:t>
            </a:r>
            <a:endParaRPr lang="en-US" sz="5100"/>
          </a:p>
        </p:txBody>
      </p:sp>
      <p:sp>
        <p:nvSpPr>
          <p:cNvPr id="18" name="TextBox 17">
            <a:extLst>
              <a:ext uri="{FF2B5EF4-FFF2-40B4-BE49-F238E27FC236}">
                <a16:creationId xmlns:a16="http://schemas.microsoft.com/office/drawing/2014/main" id="{0FAC5960-9DFE-4FCE-9F3E-7E71D5335D59}"/>
              </a:ext>
            </a:extLst>
          </p:cNvPr>
          <p:cNvSpPr txBox="1"/>
          <p:nvPr/>
        </p:nvSpPr>
        <p:spPr>
          <a:xfrm>
            <a:off x="547218" y="4036859"/>
            <a:ext cx="3269822" cy="646331"/>
          </a:xfrm>
          <a:prstGeom prst="rect">
            <a:avLst/>
          </a:prstGeom>
          <a:noFill/>
        </p:spPr>
        <p:txBody>
          <a:bodyPr wrap="square" rtlCol="0">
            <a:spAutoFit/>
          </a:bodyPr>
          <a:lstStyle/>
          <a:p>
            <a:r>
              <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rPr>
              <a:t>A strategic partner to the most admired Fortune 500® companies globally, we help power every human decision in the enterprise by bringing advanced analytics &amp; AI, engineering and design.</a:t>
            </a:r>
          </a:p>
        </p:txBody>
      </p:sp>
      <p:sp>
        <p:nvSpPr>
          <p:cNvPr id="19" name="TextBox 18">
            <a:extLst>
              <a:ext uri="{FF2B5EF4-FFF2-40B4-BE49-F238E27FC236}">
                <a16:creationId xmlns:a16="http://schemas.microsoft.com/office/drawing/2014/main" id="{436E1585-D766-4B04-A7D7-9B27FF597730}"/>
              </a:ext>
            </a:extLst>
          </p:cNvPr>
          <p:cNvSpPr txBox="1"/>
          <p:nvPr/>
        </p:nvSpPr>
        <p:spPr>
          <a:xfrm>
            <a:off x="7763322" y="4521928"/>
            <a:ext cx="899777" cy="369332"/>
          </a:xfrm>
          <a:prstGeom prst="rect">
            <a:avLst/>
          </a:prstGeom>
          <a:noFill/>
        </p:spPr>
        <p:txBody>
          <a:bodyPr wrap="square" rtlCol="0">
            <a:spAutoFit/>
          </a:bodyPr>
          <a:lstStyle/>
          <a:p>
            <a:r>
              <a:rPr lang="en-US" sz="900" err="1">
                <a:solidFill>
                  <a:srgbClr val="6B6B6B"/>
                </a:solidFill>
                <a:latin typeface="Open Sans" panose="020B0606030504020204" pitchFamily="34" charset="0"/>
                <a:ea typeface="Open Sans" panose="020B0606030504020204" pitchFamily="34" charset="0"/>
                <a:cs typeface="Open Sans" panose="020B0606030504020204" pitchFamily="34" charset="0"/>
              </a:rPr>
              <a:t>www.fractal.ai</a:t>
            </a:r>
            <a:endParaRPr lang="en-US" sz="9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hlinkClick r:id="rId3"/>
            <a:extLst>
              <a:ext uri="{FF2B5EF4-FFF2-40B4-BE49-F238E27FC236}">
                <a16:creationId xmlns:a16="http://schemas.microsoft.com/office/drawing/2014/main" id="{B6C1155E-5832-4871-A7A9-F568C266B18F}"/>
              </a:ext>
            </a:extLst>
          </p:cNvPr>
          <p:cNvSpPr>
            <a:spLocks noEditPoints="1"/>
          </p:cNvSpPr>
          <p:nvPr/>
        </p:nvSpPr>
        <p:spPr bwMode="auto">
          <a:xfrm>
            <a:off x="6750798" y="4456955"/>
            <a:ext cx="232199" cy="251621"/>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hlinkClick r:id="rId4"/>
            <a:extLst>
              <a:ext uri="{FF2B5EF4-FFF2-40B4-BE49-F238E27FC236}">
                <a16:creationId xmlns:a16="http://schemas.microsoft.com/office/drawing/2014/main" id="{123AD49C-4EAA-4A9F-8D0C-E2B97FC4CB79}"/>
              </a:ext>
            </a:extLst>
          </p:cNvPr>
          <p:cNvSpPr>
            <a:spLocks noEditPoints="1"/>
          </p:cNvSpPr>
          <p:nvPr/>
        </p:nvSpPr>
        <p:spPr bwMode="auto">
          <a:xfrm>
            <a:off x="7040194" y="4472723"/>
            <a:ext cx="201861" cy="197774"/>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572126" y="3596334"/>
            <a:ext cx="1353095" cy="346947"/>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7530370" y="4481906"/>
            <a:ext cx="178200" cy="1782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7294973" y="4481906"/>
            <a:ext cx="178200" cy="178200"/>
          </a:xfrm>
          <a:prstGeom prst="rect">
            <a:avLst/>
          </a:prstGeom>
        </p:spPr>
      </p:pic>
    </p:spTree>
    <p:extLst>
      <p:ext uri="{BB962C8B-B14F-4D97-AF65-F5344CB8AC3E}">
        <p14:creationId xmlns:p14="http://schemas.microsoft.com/office/powerpoint/2010/main" val="31738013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03734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z="600" smtClean="0"/>
              <a:pPr/>
              <a:t>‹#›</a:t>
            </a:fld>
            <a:endParaRPr lang="en-US" sz="600"/>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sz="600"/>
              <a:t>© 2026 Fractal Analytics Inc. All rights reserved | Confidential</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7">
            <a:extLst>
              <a:ext uri="{28A0092B-C50C-407E-A947-70E740481C1C}">
                <a14:useLocalDpi xmlns:a14="http://schemas.microsoft.com/office/drawing/2010/main" val="0"/>
              </a:ext>
            </a:extLst>
          </a:blip>
          <a:srcRect b="24104"/>
          <a:stretch/>
        </p:blipFill>
        <p:spPr>
          <a:xfrm>
            <a:off x="8087896" y="4917264"/>
            <a:ext cx="514608" cy="112234"/>
          </a:xfrm>
          <a:prstGeom prst="rect">
            <a:avLst/>
          </a:prstGeom>
        </p:spPr>
      </p:pic>
    </p:spTree>
    <p:extLst>
      <p:ext uri="{BB962C8B-B14F-4D97-AF65-F5344CB8AC3E}">
        <p14:creationId xmlns:p14="http://schemas.microsoft.com/office/powerpoint/2010/main" val="37583073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Open Sans" panose="020B0606030504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BE3F-BDDA-ADE0-6189-4517FD231D11}"/>
              </a:ext>
            </a:extLst>
          </p:cNvPr>
          <p:cNvSpPr>
            <a:spLocks noGrp="1"/>
          </p:cNvSpPr>
          <p:nvPr>
            <p:ph type="ctrTitle"/>
          </p:nvPr>
        </p:nvSpPr>
        <p:spPr>
          <a:xfrm>
            <a:off x="696009" y="2284246"/>
            <a:ext cx="6725419" cy="1661993"/>
          </a:xfrm>
        </p:spPr>
        <p:txBody>
          <a:bodyPr lIns="0" tIns="0" rIns="0" bIns="0"/>
          <a:lstStyle/>
          <a:p>
            <a:r>
              <a:rPr lang="en-US" sz="5400">
                <a:latin typeface="Arial"/>
                <a:ea typeface="Arial" pitchFamily="34" charset="-122"/>
                <a:cs typeface="Arial"/>
              </a:rPr>
              <a:t>Ship Your</a:t>
            </a:r>
            <a:br>
              <a:rPr lang="en-US" sz="5400" dirty="0">
                <a:latin typeface="Arial" pitchFamily="34" charset="0"/>
                <a:ea typeface="Arial" pitchFamily="34" charset="-122"/>
                <a:cs typeface="Arial" pitchFamily="34" charset="-120"/>
              </a:rPr>
            </a:br>
            <a:r>
              <a:rPr lang="en-US" sz="5400">
                <a:solidFill>
                  <a:schemeClr val="accent2"/>
                </a:solidFill>
                <a:latin typeface="Arial"/>
                <a:ea typeface="Arial" pitchFamily="34" charset="-122"/>
                <a:cs typeface="Arial"/>
              </a:rPr>
              <a:t>PoC</a:t>
            </a:r>
            <a:endParaRPr lang="en-US" sz="5400">
              <a:solidFill>
                <a:schemeClr val="accent2"/>
              </a:solidFill>
              <a:latin typeface="Arial"/>
              <a:cs typeface="Arial"/>
            </a:endParaRPr>
          </a:p>
        </p:txBody>
      </p:sp>
      <p:sp>
        <p:nvSpPr>
          <p:cNvPr id="3" name="Subtitle 2">
            <a:extLst>
              <a:ext uri="{FF2B5EF4-FFF2-40B4-BE49-F238E27FC236}">
                <a16:creationId xmlns:a16="http://schemas.microsoft.com/office/drawing/2014/main" id="{20314030-E065-08AE-A755-D187CB825F15}"/>
              </a:ext>
            </a:extLst>
          </p:cNvPr>
          <p:cNvSpPr>
            <a:spLocks noGrp="1"/>
          </p:cNvSpPr>
          <p:nvPr>
            <p:ph type="subTitle" idx="1"/>
          </p:nvPr>
        </p:nvSpPr>
        <p:spPr>
          <a:xfrm>
            <a:off x="696009" y="4087606"/>
            <a:ext cx="6583680" cy="184666"/>
          </a:xfrm>
        </p:spPr>
        <p:txBody>
          <a:bodyPr lIns="0" tIns="0" rIns="0" bIns="0"/>
          <a:lstStyle/>
          <a:p>
            <a:r>
              <a:rPr lang="en-US">
                <a:solidFill>
                  <a:schemeClr val="tx2"/>
                </a:solidFill>
                <a:latin typeface="Calibri" pitchFamily="34" charset="0"/>
                <a:ea typeface="Calibri" pitchFamily="34" charset="-122"/>
                <a:cs typeface="Calibri" pitchFamily="34" charset="-120"/>
              </a:rPr>
              <a:t>Certificate in AI-Assisted Development  |  Session 4  |  ~2 Hours  |  Claude Code  |  Final Session</a:t>
            </a:r>
            <a:endParaRPr lang="en-US">
              <a:solidFill>
                <a:schemeClr val="tx2"/>
              </a:solidFill>
            </a:endParaRPr>
          </a:p>
        </p:txBody>
      </p:sp>
      <p:sp>
        <p:nvSpPr>
          <p:cNvPr id="5" name="Shape 10">
            <a:extLst>
              <a:ext uri="{FF2B5EF4-FFF2-40B4-BE49-F238E27FC236}">
                <a16:creationId xmlns:a16="http://schemas.microsoft.com/office/drawing/2014/main" id="{D1A2A319-805A-A6E5-04EF-EFF027E090A2}"/>
              </a:ext>
            </a:extLst>
          </p:cNvPr>
          <p:cNvSpPr/>
          <p:nvPr/>
        </p:nvSpPr>
        <p:spPr>
          <a:xfrm>
            <a:off x="689302" y="1602841"/>
            <a:ext cx="2786912" cy="515420"/>
          </a:xfrm>
          <a:prstGeom prst="roundRect">
            <a:avLst>
              <a:gd name="adj" fmla="val 11905"/>
            </a:avLst>
          </a:prstGeom>
          <a:solidFill>
            <a:schemeClr val="accent1"/>
          </a:solidFill>
          <a:ln w="12700">
            <a:noFill/>
            <a:prstDash val="solid"/>
          </a:ln>
        </p:spPr>
        <p:txBody>
          <a:bodyP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
            <a:extLst>
              <a:ext uri="{FF2B5EF4-FFF2-40B4-BE49-F238E27FC236}">
                <a16:creationId xmlns:a16="http://schemas.microsoft.com/office/drawing/2014/main" id="{C81D6E02-DB5A-C964-32B1-090C32F51BA4}"/>
              </a:ext>
            </a:extLst>
          </p:cNvPr>
          <p:cNvSpPr txBox="1">
            <a:spLocks/>
          </p:cNvSpPr>
          <p:nvPr/>
        </p:nvSpPr>
        <p:spPr>
          <a:xfrm>
            <a:off x="731089" y="1583552"/>
            <a:ext cx="2703339" cy="584775"/>
          </a:xfrm>
          <a:prstGeom prst="rect">
            <a:avLst/>
          </a:prstGeom>
        </p:spPr>
        <p:txBody>
          <a:bodyPr wrap="square" lIns="91440" tIns="45720" rIns="91440" bIns="45720" anchor="b">
            <a:spAutoFit/>
          </a:bodyPr>
          <a:lstStyle>
            <a:lvl1pPr marL="0"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algn="ctr"/>
            <a:r>
              <a:rPr lang="en-IN" sz="3200">
                <a:solidFill>
                  <a:schemeClr val="bg1"/>
                </a:solidFill>
                <a:latin typeface="Open Sans"/>
                <a:ea typeface="Open Sans"/>
                <a:cs typeface="Open Sans"/>
              </a:rPr>
              <a:t>Session 4:</a:t>
            </a:r>
            <a:endParaRPr lang="en-US" sz="3200">
              <a:solidFill>
                <a:schemeClr val="bg1"/>
              </a:solidFill>
              <a:latin typeface="Open Sans"/>
              <a:ea typeface="Open Sans"/>
              <a:cs typeface="Open Sans"/>
            </a:endParaRPr>
          </a:p>
        </p:txBody>
      </p:sp>
    </p:spTree>
    <p:extLst>
      <p:ext uri="{BB962C8B-B14F-4D97-AF65-F5344CB8AC3E}">
        <p14:creationId xmlns:p14="http://schemas.microsoft.com/office/powerpoint/2010/main" val="238751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56DB97A-B73C-0104-3691-9EFD2E3EA529}"/>
              </a:ext>
            </a:extLst>
          </p:cNvPr>
          <p:cNvSpPr/>
          <p:nvPr/>
        </p:nvSpPr>
        <p:spPr>
          <a:xfrm>
            <a:off x="38475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Session 3 Recap</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BD95FE53-2489-38D2-5FDA-6B619ECF19C7}"/>
              </a:ext>
            </a:extLst>
          </p:cNvPr>
          <p:cNvSpPr/>
          <p:nvPr/>
        </p:nvSpPr>
        <p:spPr>
          <a:xfrm>
            <a:off x="384752" y="676656"/>
            <a:ext cx="8595360" cy="292608"/>
          </a:xfrm>
          <a:prstGeom prst="rect">
            <a:avLst/>
          </a:prstGeom>
          <a:noFill/>
          <a:ln/>
        </p:spPr>
        <p:txBody>
          <a:bodyPr wrap="square" lIns="0" tIns="0" rIns="0" bIns="0" rtlCol="0" anchor="t"/>
          <a:lstStyle/>
          <a:p>
            <a:pPr marL="0" indent="0">
              <a:buNone/>
            </a:pPr>
            <a:r>
              <a:rPr lang="en-US" sz="1200">
                <a:solidFill>
                  <a:schemeClr val="tx2"/>
                </a:solidFill>
                <a:latin typeface="Open Sans" pitchFamily="2" charset="0"/>
                <a:ea typeface="Open Sans" pitchFamily="2" charset="0"/>
                <a:cs typeface="Open Sans" pitchFamily="2" charset="0"/>
              </a:rPr>
              <a:t>What You Produced</a:t>
            </a:r>
          </a:p>
        </p:txBody>
      </p:sp>
      <p:sp>
        <p:nvSpPr>
          <p:cNvPr id="5" name="Shape 2">
            <a:extLst>
              <a:ext uri="{FF2B5EF4-FFF2-40B4-BE49-F238E27FC236}">
                <a16:creationId xmlns:a16="http://schemas.microsoft.com/office/drawing/2014/main" id="{96D382CE-8A14-94F3-ECEC-11B3DD24BEB5}"/>
              </a:ext>
            </a:extLst>
          </p:cNvPr>
          <p:cNvSpPr/>
          <p:nvPr/>
        </p:nvSpPr>
        <p:spPr>
          <a:xfrm>
            <a:off x="292608" y="1380744"/>
            <a:ext cx="2697480" cy="2743200"/>
          </a:xfrm>
          <a:prstGeom prst="roundRect">
            <a:avLst>
              <a:gd name="adj" fmla="val 2034"/>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D78639C0-4120-74B0-569E-C122F10E3821}"/>
              </a:ext>
            </a:extLst>
          </p:cNvPr>
          <p:cNvSpPr/>
          <p:nvPr/>
        </p:nvSpPr>
        <p:spPr>
          <a:xfrm>
            <a:off x="438912" y="1627632"/>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5-step debugging loop applied to a broken project</a:t>
            </a:r>
          </a:p>
        </p:txBody>
      </p:sp>
      <p:sp>
        <p:nvSpPr>
          <p:cNvPr id="9" name="Text 6">
            <a:extLst>
              <a:ext uri="{FF2B5EF4-FFF2-40B4-BE49-F238E27FC236}">
                <a16:creationId xmlns:a16="http://schemas.microsoft.com/office/drawing/2014/main" id="{31878AA4-7EF3-A447-679E-5B8B9689BE53}"/>
              </a:ext>
            </a:extLst>
          </p:cNvPr>
          <p:cNvSpPr/>
          <p:nvPr/>
        </p:nvSpPr>
        <p:spPr>
          <a:xfrm>
            <a:off x="438912" y="2231136"/>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Root cause named before every fix</a:t>
            </a:r>
          </a:p>
        </p:txBody>
      </p:sp>
      <p:sp>
        <p:nvSpPr>
          <p:cNvPr id="10" name="Text 7">
            <a:extLst>
              <a:ext uri="{FF2B5EF4-FFF2-40B4-BE49-F238E27FC236}">
                <a16:creationId xmlns:a16="http://schemas.microsoft.com/office/drawing/2014/main" id="{889264D8-DFBC-039C-595D-185CCAFBBB57}"/>
              </a:ext>
            </a:extLst>
          </p:cNvPr>
          <p:cNvSpPr/>
          <p:nvPr/>
        </p:nvSpPr>
        <p:spPr>
          <a:xfrm>
            <a:off x="438912" y="2834640"/>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Regression test written and passing</a:t>
            </a:r>
          </a:p>
        </p:txBody>
      </p:sp>
      <p:sp>
        <p:nvSpPr>
          <p:cNvPr id="11" name="Text 8">
            <a:extLst>
              <a:ext uri="{FF2B5EF4-FFF2-40B4-BE49-F238E27FC236}">
                <a16:creationId xmlns:a16="http://schemas.microsoft.com/office/drawing/2014/main" id="{BA5FC4F6-43C7-2869-896B-2FA291123A02}"/>
              </a:ext>
            </a:extLst>
          </p:cNvPr>
          <p:cNvSpPr/>
          <p:nvPr/>
        </p:nvSpPr>
        <p:spPr>
          <a:xfrm>
            <a:off x="438912" y="3438144"/>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Habit established: read the diff before accepting</a:t>
            </a:r>
          </a:p>
        </p:txBody>
      </p:sp>
      <p:sp>
        <p:nvSpPr>
          <p:cNvPr id="12" name="Shape 9">
            <a:extLst>
              <a:ext uri="{FF2B5EF4-FFF2-40B4-BE49-F238E27FC236}">
                <a16:creationId xmlns:a16="http://schemas.microsoft.com/office/drawing/2014/main" id="{0862AF6B-7098-AC21-5EE2-275CB43C8B57}"/>
              </a:ext>
            </a:extLst>
          </p:cNvPr>
          <p:cNvSpPr/>
          <p:nvPr/>
        </p:nvSpPr>
        <p:spPr>
          <a:xfrm>
            <a:off x="3246120" y="1380744"/>
            <a:ext cx="2697480" cy="2743200"/>
          </a:xfrm>
          <a:prstGeom prst="roundRect">
            <a:avLst>
              <a:gd name="adj" fmla="val 2034"/>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3D16DD5D-D631-4E9F-FB03-86BF3D0A4F02}"/>
              </a:ext>
            </a:extLst>
          </p:cNvPr>
          <p:cNvSpPr/>
          <p:nvPr/>
        </p:nvSpPr>
        <p:spPr>
          <a:xfrm>
            <a:off x="3392424" y="1627632"/>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Structured review run on your own PoC</a:t>
            </a:r>
          </a:p>
        </p:txBody>
      </p:sp>
      <p:sp>
        <p:nvSpPr>
          <p:cNvPr id="16" name="Text 13">
            <a:extLst>
              <a:ext uri="{FF2B5EF4-FFF2-40B4-BE49-F238E27FC236}">
                <a16:creationId xmlns:a16="http://schemas.microsoft.com/office/drawing/2014/main" id="{A1DAF3F3-064C-6869-9933-4C20B0950928}"/>
              </a:ext>
            </a:extLst>
          </p:cNvPr>
          <p:cNvSpPr/>
          <p:nvPr/>
        </p:nvSpPr>
        <p:spPr>
          <a:xfrm>
            <a:off x="3392424" y="2231136"/>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Issues classified: Critical, High, Medium, Low</a:t>
            </a:r>
          </a:p>
        </p:txBody>
      </p:sp>
      <p:sp>
        <p:nvSpPr>
          <p:cNvPr id="17" name="Text 14">
            <a:extLst>
              <a:ext uri="{FF2B5EF4-FFF2-40B4-BE49-F238E27FC236}">
                <a16:creationId xmlns:a16="http://schemas.microsoft.com/office/drawing/2014/main" id="{8DB5B3EE-5EFE-663E-424A-BB391D01B68E}"/>
              </a:ext>
            </a:extLst>
          </p:cNvPr>
          <p:cNvSpPr/>
          <p:nvPr/>
        </p:nvSpPr>
        <p:spPr>
          <a:xfrm>
            <a:off x="3392424" y="2834640"/>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Critical and High issues fixed and re-verified</a:t>
            </a:r>
          </a:p>
        </p:txBody>
      </p:sp>
      <p:sp>
        <p:nvSpPr>
          <p:cNvPr id="18" name="Text 15">
            <a:extLst>
              <a:ext uri="{FF2B5EF4-FFF2-40B4-BE49-F238E27FC236}">
                <a16:creationId xmlns:a16="http://schemas.microsoft.com/office/drawing/2014/main" id="{96BD3831-AB60-CBEA-2217-CFCD1278093D}"/>
              </a:ext>
            </a:extLst>
          </p:cNvPr>
          <p:cNvSpPr/>
          <p:nvPr/>
        </p:nvSpPr>
        <p:spPr>
          <a:xfrm>
            <a:off x="3392424" y="3438144"/>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Medium issues noted in README</a:t>
            </a:r>
          </a:p>
        </p:txBody>
      </p:sp>
      <p:sp>
        <p:nvSpPr>
          <p:cNvPr id="19" name="Shape 16">
            <a:extLst>
              <a:ext uri="{FF2B5EF4-FFF2-40B4-BE49-F238E27FC236}">
                <a16:creationId xmlns:a16="http://schemas.microsoft.com/office/drawing/2014/main" id="{B4128124-DDB4-BD3D-7462-440E3DBD7A5A}"/>
              </a:ext>
            </a:extLst>
          </p:cNvPr>
          <p:cNvSpPr/>
          <p:nvPr/>
        </p:nvSpPr>
        <p:spPr>
          <a:xfrm>
            <a:off x="6199632" y="1380744"/>
            <a:ext cx="2697480" cy="2743200"/>
          </a:xfrm>
          <a:prstGeom prst="roundRect">
            <a:avLst>
              <a:gd name="adj" fmla="val 2034"/>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76136811-EBDA-9C33-BB72-CB85417F8523}"/>
              </a:ext>
            </a:extLst>
          </p:cNvPr>
          <p:cNvSpPr/>
          <p:nvPr/>
        </p:nvSpPr>
        <p:spPr>
          <a:xfrm>
            <a:off x="6345936" y="1627632"/>
            <a:ext cx="2404872" cy="621792"/>
          </a:xfrm>
          <a:prstGeom prst="rect">
            <a:avLst/>
          </a:prstGeom>
          <a:noFill/>
          <a:ln/>
        </p:spPr>
        <p:txBody>
          <a:bodyPr wrap="square" lIns="0" tIns="0" rIns="0" bIns="0" rtlCol="0" anchor="t"/>
          <a:lstStyle/>
          <a:p>
            <a:pPr marL="0" indent="0">
              <a:lnSpc>
                <a:spcPct val="108000"/>
              </a:lnSpc>
              <a:buNone/>
            </a:pPr>
            <a:r>
              <a:rPr lang="en-US" sz="1100" b="1">
                <a:solidFill>
                  <a:srgbClr val="00B050"/>
                </a:solidFill>
                <a:latin typeface="Open Sans" pitchFamily="2" charset="0"/>
                <a:ea typeface="Open Sans" pitchFamily="2" charset="0"/>
                <a:cs typeface="Open Sans" pitchFamily="2" charset="0"/>
              </a:rPr>
              <a:t>✓</a:t>
            </a:r>
            <a:r>
              <a:rPr lang="en-US" sz="1100" b="1">
                <a:solidFill>
                  <a:srgbClr val="2E7D32"/>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Reviewed branch created with a descriptive commit message</a:t>
            </a:r>
          </a:p>
        </p:txBody>
      </p:sp>
      <p:sp>
        <p:nvSpPr>
          <p:cNvPr id="23" name="Text 20">
            <a:extLst>
              <a:ext uri="{FF2B5EF4-FFF2-40B4-BE49-F238E27FC236}">
                <a16:creationId xmlns:a16="http://schemas.microsoft.com/office/drawing/2014/main" id="{E9D55C55-89F7-AE77-5E56-8C867075785F}"/>
              </a:ext>
            </a:extLst>
          </p:cNvPr>
          <p:cNvSpPr/>
          <p:nvPr/>
        </p:nvSpPr>
        <p:spPr>
          <a:xfrm>
            <a:off x="6345936" y="2231136"/>
            <a:ext cx="2404872" cy="621792"/>
          </a:xfrm>
          <a:prstGeom prst="rect">
            <a:avLst/>
          </a:prstGeom>
          <a:noFill/>
          <a:ln/>
        </p:spPr>
        <p:txBody>
          <a:bodyPr wrap="square" lIns="0" tIns="0" rIns="0" bIns="0" rtlCol="0" anchor="t"/>
          <a:lstStyle/>
          <a:p>
            <a:pPr marL="0" indent="0">
              <a:lnSpc>
                <a:spcPct val="108000"/>
              </a:lnSpc>
              <a:buNone/>
            </a:pPr>
            <a:r>
              <a:rPr lang="en-US" sz="1100" b="1">
                <a:solidFill>
                  <a:srgbClr val="00B050"/>
                </a:solidFill>
                <a:latin typeface="Open Sans" pitchFamily="2" charset="0"/>
                <a:ea typeface="Open Sans" pitchFamily="2" charset="0"/>
                <a:cs typeface="Open Sans" pitchFamily="2" charset="0"/>
              </a:rPr>
              <a:t>✓</a:t>
            </a:r>
            <a:r>
              <a:rPr lang="en-US" sz="1100" b="1">
                <a:solidFill>
                  <a:srgbClr val="2E7D32"/>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HANDOFF.md generated, edited, and committed to Git</a:t>
            </a:r>
          </a:p>
        </p:txBody>
      </p:sp>
      <p:sp>
        <p:nvSpPr>
          <p:cNvPr id="24" name="Shape 21">
            <a:extLst>
              <a:ext uri="{FF2B5EF4-FFF2-40B4-BE49-F238E27FC236}">
                <a16:creationId xmlns:a16="http://schemas.microsoft.com/office/drawing/2014/main" id="{0DC9C59B-5F2C-75A9-C5A3-149BADD653A6}"/>
              </a:ext>
            </a:extLst>
          </p:cNvPr>
          <p:cNvSpPr/>
          <p:nvPr/>
        </p:nvSpPr>
        <p:spPr>
          <a:xfrm>
            <a:off x="292608" y="4274820"/>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2">
            <a:extLst>
              <a:ext uri="{FF2B5EF4-FFF2-40B4-BE49-F238E27FC236}">
                <a16:creationId xmlns:a16="http://schemas.microsoft.com/office/drawing/2014/main" id="{5D1048DF-DE3E-F52A-7DA6-B265387AA63E}"/>
              </a:ext>
            </a:extLst>
          </p:cNvPr>
          <p:cNvSpPr/>
          <p:nvPr/>
        </p:nvSpPr>
        <p:spPr>
          <a:xfrm>
            <a:off x="493776" y="4274820"/>
            <a:ext cx="8156448" cy="384048"/>
          </a:xfrm>
          <a:prstGeom prst="rect">
            <a:avLst/>
          </a:prstGeom>
          <a:noFill/>
          <a:ln/>
        </p:spPr>
        <p:txBody>
          <a:bodyPr wrap="square" lIns="0" tIns="0" rIns="0" bIns="0" rtlCol="0" anchor="ctr"/>
          <a:lstStyle/>
          <a:p>
            <a:pPr marL="0" indent="0" algn="ctr">
              <a:buNone/>
            </a:pPr>
            <a:r>
              <a:rPr lang="en-US" sz="1200">
                <a:solidFill>
                  <a:schemeClr val="tx2"/>
                </a:solidFill>
                <a:latin typeface="Open Sans" pitchFamily="2" charset="0"/>
                <a:ea typeface="Open Sans" pitchFamily="2" charset="0"/>
                <a:cs typeface="Open Sans" pitchFamily="2" charset="0"/>
              </a:rPr>
              <a:t>You have a working, reviewed, documented PoC. Today you find out what it would actually take to ship it.</a:t>
            </a:r>
          </a:p>
        </p:txBody>
      </p:sp>
      <p:sp>
        <p:nvSpPr>
          <p:cNvPr id="26" name="Shape 3">
            <a:extLst>
              <a:ext uri="{FF2B5EF4-FFF2-40B4-BE49-F238E27FC236}">
                <a16:creationId xmlns:a16="http://schemas.microsoft.com/office/drawing/2014/main" id="{780CA6B1-73BC-E90B-80C6-0E7DFFCEAE2F}"/>
              </a:ext>
            </a:extLst>
          </p:cNvPr>
          <p:cNvSpPr/>
          <p:nvPr/>
        </p:nvSpPr>
        <p:spPr>
          <a:xfrm>
            <a:off x="278892" y="987552"/>
            <a:ext cx="2724912" cy="384048"/>
          </a:xfrm>
          <a:prstGeom prst="roundRect">
            <a:avLst>
              <a:gd name="adj" fmla="val 11905"/>
            </a:avLst>
          </a:prstGeom>
          <a:solidFill>
            <a:schemeClr val="accent3"/>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7" name="Shape 10">
            <a:extLst>
              <a:ext uri="{FF2B5EF4-FFF2-40B4-BE49-F238E27FC236}">
                <a16:creationId xmlns:a16="http://schemas.microsoft.com/office/drawing/2014/main" id="{4DE612CB-2076-24F2-D0FA-E693F8299C76}"/>
              </a:ext>
            </a:extLst>
          </p:cNvPr>
          <p:cNvSpPr/>
          <p:nvPr/>
        </p:nvSpPr>
        <p:spPr>
          <a:xfrm>
            <a:off x="3234730" y="987552"/>
            <a:ext cx="2724912" cy="384048"/>
          </a:xfrm>
          <a:prstGeom prst="roundRect">
            <a:avLst>
              <a:gd name="adj" fmla="val 11905"/>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8" name="Shape 17">
            <a:extLst>
              <a:ext uri="{FF2B5EF4-FFF2-40B4-BE49-F238E27FC236}">
                <a16:creationId xmlns:a16="http://schemas.microsoft.com/office/drawing/2014/main" id="{2D9986FA-292F-ACD2-DB1E-3FE7AB33013C}"/>
              </a:ext>
            </a:extLst>
          </p:cNvPr>
          <p:cNvSpPr/>
          <p:nvPr/>
        </p:nvSpPr>
        <p:spPr>
          <a:xfrm>
            <a:off x="6199952" y="987552"/>
            <a:ext cx="2724912" cy="384048"/>
          </a:xfrm>
          <a:prstGeom prst="roundRect">
            <a:avLst>
              <a:gd name="adj" fmla="val 11905"/>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1C8312BE-D24F-3DEE-B079-64327CBC73C2}"/>
              </a:ext>
            </a:extLst>
          </p:cNvPr>
          <p:cNvSpPr/>
          <p:nvPr/>
        </p:nvSpPr>
        <p:spPr>
          <a:xfrm>
            <a:off x="438912" y="996696"/>
            <a:ext cx="2404872" cy="36576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DEBUGGED</a:t>
            </a:r>
            <a:endParaRPr lang="en-US" sz="1200">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4D6C083D-00C2-57AE-4A48-B8993882AB4D}"/>
              </a:ext>
            </a:extLst>
          </p:cNvPr>
          <p:cNvSpPr/>
          <p:nvPr/>
        </p:nvSpPr>
        <p:spPr>
          <a:xfrm>
            <a:off x="3392424" y="996696"/>
            <a:ext cx="2404872" cy="36576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REVIEWED</a:t>
            </a:r>
            <a:endParaRPr lang="en-US" sz="1200">
              <a:latin typeface="Open Sans" pitchFamily="2" charset="0"/>
              <a:ea typeface="Open Sans" pitchFamily="2" charset="0"/>
              <a:cs typeface="Open Sans" pitchFamily="2" charset="0"/>
            </a:endParaRPr>
          </a:p>
        </p:txBody>
      </p:sp>
      <p:sp>
        <p:nvSpPr>
          <p:cNvPr id="21" name="Text 18">
            <a:extLst>
              <a:ext uri="{FF2B5EF4-FFF2-40B4-BE49-F238E27FC236}">
                <a16:creationId xmlns:a16="http://schemas.microsoft.com/office/drawing/2014/main" id="{A095DF77-10DD-021E-B896-7C3DA927DD31}"/>
              </a:ext>
            </a:extLst>
          </p:cNvPr>
          <p:cNvSpPr/>
          <p:nvPr/>
        </p:nvSpPr>
        <p:spPr>
          <a:xfrm>
            <a:off x="6345936" y="996696"/>
            <a:ext cx="2404872" cy="36576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COMMITTED &amp; DOCUMENTED</a:t>
            </a:r>
            <a:endParaRPr lang="en-US" sz="12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375640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0D82ACF-E818-7E4E-625C-1EC0D1A43ECA}"/>
              </a:ext>
            </a:extLst>
          </p:cNvPr>
          <p:cNvSpPr/>
          <p:nvPr/>
        </p:nvSpPr>
        <p:spPr>
          <a:xfrm>
            <a:off x="377664"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After Three Sessions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C02E770B-9A46-B8DF-EA0D-CF15F63C2EF1}"/>
              </a:ext>
            </a:extLst>
          </p:cNvPr>
          <p:cNvSpPr/>
          <p:nvPr/>
        </p:nvSpPr>
        <p:spPr>
          <a:xfrm>
            <a:off x="377664"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One question. Vote honestly.</a:t>
            </a:r>
            <a:endParaRPr lang="en-US" sz="1400">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DBA6A203-C60E-716F-6753-290EF3BB2083}"/>
              </a:ext>
            </a:extLst>
          </p:cNvPr>
          <p:cNvSpPr/>
          <p:nvPr/>
        </p:nvSpPr>
        <p:spPr>
          <a:xfrm>
            <a:off x="8107070" y="201168"/>
            <a:ext cx="68945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59D7D728-445B-8D2E-D535-C07CFA12A29D}"/>
              </a:ext>
            </a:extLst>
          </p:cNvPr>
          <p:cNvSpPr/>
          <p:nvPr/>
        </p:nvSpPr>
        <p:spPr>
          <a:xfrm>
            <a:off x="8107070" y="201168"/>
            <a:ext cx="68945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E371F38B-6F17-D5C4-6695-B6B5A38FE521}"/>
              </a:ext>
            </a:extLst>
          </p:cNvPr>
          <p:cNvSpPr/>
          <p:nvPr/>
        </p:nvSpPr>
        <p:spPr>
          <a:xfrm>
            <a:off x="432528" y="1004486"/>
            <a:ext cx="8237339"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8" name="Text 5">
            <a:extLst>
              <a:ext uri="{FF2B5EF4-FFF2-40B4-BE49-F238E27FC236}">
                <a16:creationId xmlns:a16="http://schemas.microsoft.com/office/drawing/2014/main" id="{AA7B5160-1506-9709-6550-7A526DB61C33}"/>
              </a:ext>
            </a:extLst>
          </p:cNvPr>
          <p:cNvSpPr/>
          <p:nvPr/>
        </p:nvSpPr>
        <p:spPr>
          <a:xfrm>
            <a:off x="642840" y="1059350"/>
            <a:ext cx="7730693"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Your PoC is built, reviewed, and documented. An engineering team is about to pick it up. What are you most uncertain about?</a:t>
            </a:r>
            <a:endParaRPr lang="en-US" sz="1200">
              <a:solidFill>
                <a:schemeClr val="tx2"/>
              </a:solidFill>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98FCD62D-7985-401B-9803-2C6705C6F04E}"/>
              </a:ext>
            </a:extLst>
          </p:cNvPr>
          <p:cNvSpPr/>
          <p:nvPr/>
        </p:nvSpPr>
        <p:spPr>
          <a:xfrm>
            <a:off x="432528" y="2083478"/>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a:extLst>
              <a:ext uri="{FF2B5EF4-FFF2-40B4-BE49-F238E27FC236}">
                <a16:creationId xmlns:a16="http://schemas.microsoft.com/office/drawing/2014/main" id="{3E6853AD-B12D-661F-189B-AE48506FDE06}"/>
              </a:ext>
            </a:extLst>
          </p:cNvPr>
          <p:cNvSpPr/>
          <p:nvPr/>
        </p:nvSpPr>
        <p:spPr>
          <a:xfrm>
            <a:off x="642840" y="2083478"/>
            <a:ext cx="7832513"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Whether the code actually works correctly</a:t>
            </a:r>
          </a:p>
        </p:txBody>
      </p:sp>
      <p:sp>
        <p:nvSpPr>
          <p:cNvPr id="11" name="Shape 8">
            <a:extLst>
              <a:ext uri="{FF2B5EF4-FFF2-40B4-BE49-F238E27FC236}">
                <a16:creationId xmlns:a16="http://schemas.microsoft.com/office/drawing/2014/main" id="{FEE6CCE1-3462-63AD-3BC5-5F08E596326F}"/>
              </a:ext>
            </a:extLst>
          </p:cNvPr>
          <p:cNvSpPr/>
          <p:nvPr/>
        </p:nvSpPr>
        <p:spPr>
          <a:xfrm>
            <a:off x="432528" y="2691554"/>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a:extLst>
              <a:ext uri="{FF2B5EF4-FFF2-40B4-BE49-F238E27FC236}">
                <a16:creationId xmlns:a16="http://schemas.microsoft.com/office/drawing/2014/main" id="{85B1AB47-37C8-4ADF-2596-EE299E8B64DE}"/>
              </a:ext>
            </a:extLst>
          </p:cNvPr>
          <p:cNvSpPr/>
          <p:nvPr/>
        </p:nvSpPr>
        <p:spPr>
          <a:xfrm>
            <a:off x="642840" y="2691554"/>
            <a:ext cx="7832513"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B.  </a:t>
            </a:r>
            <a:r>
              <a:rPr lang="en-US" sz="1200">
                <a:solidFill>
                  <a:schemeClr val="tx2"/>
                </a:solidFill>
                <a:latin typeface="Open Sans" pitchFamily="2" charset="0"/>
                <a:ea typeface="Open Sans" pitchFamily="2" charset="0"/>
                <a:cs typeface="Open Sans" pitchFamily="2" charset="0"/>
              </a:rPr>
              <a:t>Whether engineering will understand what it does</a:t>
            </a:r>
          </a:p>
        </p:txBody>
      </p:sp>
      <p:sp>
        <p:nvSpPr>
          <p:cNvPr id="13" name="Shape 10">
            <a:extLst>
              <a:ext uri="{FF2B5EF4-FFF2-40B4-BE49-F238E27FC236}">
                <a16:creationId xmlns:a16="http://schemas.microsoft.com/office/drawing/2014/main" id="{51E0CF24-2467-22A1-FFC3-1A71EEC8448E}"/>
              </a:ext>
            </a:extLst>
          </p:cNvPr>
          <p:cNvSpPr/>
          <p:nvPr/>
        </p:nvSpPr>
        <p:spPr>
          <a:xfrm>
            <a:off x="432528" y="3299630"/>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1">
            <a:extLst>
              <a:ext uri="{FF2B5EF4-FFF2-40B4-BE49-F238E27FC236}">
                <a16:creationId xmlns:a16="http://schemas.microsoft.com/office/drawing/2014/main" id="{732701BB-6F24-53BD-B247-C796C1DDD20F}"/>
              </a:ext>
            </a:extLst>
          </p:cNvPr>
          <p:cNvSpPr/>
          <p:nvPr/>
        </p:nvSpPr>
        <p:spPr>
          <a:xfrm>
            <a:off x="642840" y="3299630"/>
            <a:ext cx="7832513" cy="512064"/>
          </a:xfrm>
          <a:prstGeom prst="rect">
            <a:avLst/>
          </a:prstGeom>
          <a:noFill/>
          <a:ln/>
        </p:spPr>
        <p:txBody>
          <a:bodyPr wrap="square" lIns="0" tIns="0" rIns="0" bIns="0" rtlCol="0" anchor="ctr"/>
          <a:lstStyle/>
          <a:p>
            <a:pPr marL="0" indent="0">
              <a:buNone/>
            </a:pPr>
            <a:r>
              <a:rPr lang="en-US" sz="1200" b="1">
                <a:solidFill>
                  <a:srgbClr val="2D2D2D"/>
                </a:solidFill>
                <a:latin typeface="Open Sans" pitchFamily="2" charset="0"/>
                <a:ea typeface="Open Sans" pitchFamily="2" charset="0"/>
                <a:cs typeface="Open Sans" pitchFamily="2" charset="0"/>
              </a:rPr>
              <a:t>C.  </a:t>
            </a:r>
            <a:r>
              <a:rPr lang="en-US" sz="1200">
                <a:solidFill>
                  <a:srgbClr val="424242"/>
                </a:solidFill>
                <a:latin typeface="Open Sans" pitchFamily="2" charset="0"/>
                <a:ea typeface="Open Sans" pitchFamily="2" charset="0"/>
                <a:cs typeface="Open Sans" pitchFamily="2" charset="0"/>
              </a:rPr>
              <a:t>How long it will actually take to make it production-ready</a:t>
            </a:r>
            <a:endParaRPr lang="en-US" sz="1200">
              <a:latin typeface="Open Sans" pitchFamily="2" charset="0"/>
              <a:ea typeface="Open Sans" pitchFamily="2" charset="0"/>
              <a:cs typeface="Open Sans" pitchFamily="2" charset="0"/>
            </a:endParaRPr>
          </a:p>
        </p:txBody>
      </p:sp>
      <p:sp>
        <p:nvSpPr>
          <p:cNvPr id="15" name="Shape 12">
            <a:extLst>
              <a:ext uri="{FF2B5EF4-FFF2-40B4-BE49-F238E27FC236}">
                <a16:creationId xmlns:a16="http://schemas.microsoft.com/office/drawing/2014/main" id="{BD72F1D6-0B9D-AB11-EE96-E74C967A101A}"/>
              </a:ext>
            </a:extLst>
          </p:cNvPr>
          <p:cNvSpPr/>
          <p:nvPr/>
        </p:nvSpPr>
        <p:spPr>
          <a:xfrm>
            <a:off x="440426" y="4044064"/>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3">
            <a:extLst>
              <a:ext uri="{FF2B5EF4-FFF2-40B4-BE49-F238E27FC236}">
                <a16:creationId xmlns:a16="http://schemas.microsoft.com/office/drawing/2014/main" id="{7745B03F-2186-D672-90B3-CCC658EB0874}"/>
              </a:ext>
            </a:extLst>
          </p:cNvPr>
          <p:cNvSpPr/>
          <p:nvPr/>
        </p:nvSpPr>
        <p:spPr>
          <a:xfrm>
            <a:off x="642840" y="4044064"/>
            <a:ext cx="7832513"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Whether the problem it solves is worth productionising</a:t>
            </a:r>
          </a:p>
        </p:txBody>
      </p:sp>
    </p:spTree>
    <p:extLst>
      <p:ext uri="{BB962C8B-B14F-4D97-AF65-F5344CB8AC3E}">
        <p14:creationId xmlns:p14="http://schemas.microsoft.com/office/powerpoint/2010/main" val="260845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B9AAA6A-3C21-9343-4286-834ECC6DD63F}"/>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Learning Outcomes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1ACE75D-C55D-83BD-6061-014C390CEB8D}"/>
              </a:ext>
            </a:extLst>
          </p:cNvPr>
          <p:cNvSpPr/>
          <p:nvPr/>
        </p:nvSpPr>
        <p:spPr>
          <a:xfrm>
            <a:off x="385745"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By the end of this session, you will be able to:</a:t>
            </a:r>
            <a:endParaRPr lang="en-US" sz="1400">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BD31AA77-9B3A-5A90-5FC0-2544472BA886}"/>
              </a:ext>
            </a:extLst>
          </p:cNvPr>
          <p:cNvSpPr/>
          <p:nvPr/>
        </p:nvSpPr>
        <p:spPr>
          <a:xfrm>
            <a:off x="1107547" y="1064153"/>
            <a:ext cx="7065906" cy="777240"/>
          </a:xfrm>
          <a:prstGeom prst="rect">
            <a:avLst/>
          </a:prstGeom>
          <a:noFill/>
          <a:ln/>
        </p:spPr>
        <p:txBody>
          <a:bodyPr wrap="square" lIns="0" tIns="0" rIns="0" bIns="0" rtlCol="0" anchor="ctr"/>
          <a:lstStyle/>
          <a:p>
            <a:pPr marL="0" indent="0">
              <a:lnSpc>
                <a:spcPct val="115000"/>
              </a:lnSpc>
              <a:buNone/>
            </a:pPr>
            <a:r>
              <a:rPr lang="en-US" sz="1200">
                <a:solidFill>
                  <a:schemeClr val="tx2"/>
                </a:solidFill>
                <a:latin typeface="Open Sans" pitchFamily="2" charset="0"/>
                <a:ea typeface="Open Sans" pitchFamily="2" charset="0"/>
                <a:cs typeface="Open Sans" pitchFamily="2" charset="0"/>
              </a:rPr>
              <a:t>Apply the production gap checklist and 10x rule to estimate the engineering effort required to take your PoC to production</a:t>
            </a:r>
          </a:p>
        </p:txBody>
      </p:sp>
      <p:sp>
        <p:nvSpPr>
          <p:cNvPr id="10" name="Text 7">
            <a:extLst>
              <a:ext uri="{FF2B5EF4-FFF2-40B4-BE49-F238E27FC236}">
                <a16:creationId xmlns:a16="http://schemas.microsoft.com/office/drawing/2014/main" id="{F1E538B7-7467-40D1-F8AF-4C8E72C40987}"/>
              </a:ext>
            </a:extLst>
          </p:cNvPr>
          <p:cNvSpPr/>
          <p:nvPr/>
        </p:nvSpPr>
        <p:spPr>
          <a:xfrm>
            <a:off x="1107547" y="2013106"/>
            <a:ext cx="7772400" cy="777240"/>
          </a:xfrm>
          <a:prstGeom prst="rect">
            <a:avLst/>
          </a:prstGeom>
          <a:noFill/>
          <a:ln/>
        </p:spPr>
        <p:txBody>
          <a:bodyPr wrap="square" lIns="0" tIns="0" rIns="0" bIns="0" rtlCol="0" anchor="ctr"/>
          <a:lstStyle/>
          <a:p>
            <a:pPr marL="0" indent="0">
              <a:lnSpc>
                <a:spcPct val="115000"/>
              </a:lnSpc>
              <a:buNone/>
            </a:pPr>
            <a:r>
              <a:rPr lang="en-US" sz="1200">
                <a:solidFill>
                  <a:schemeClr val="tx2"/>
                </a:solidFill>
                <a:latin typeface="Open Sans" pitchFamily="2" charset="0"/>
                <a:ea typeface="Open Sans" pitchFamily="2" charset="0"/>
                <a:cs typeface="Open Sans" pitchFamily="2" charset="0"/>
              </a:rPr>
              <a:t>Generate and critique a data model for your PoC domain using Claude Code to surface structural assumptions</a:t>
            </a:r>
          </a:p>
        </p:txBody>
      </p:sp>
      <p:sp>
        <p:nvSpPr>
          <p:cNvPr id="13" name="Text 10">
            <a:extLst>
              <a:ext uri="{FF2B5EF4-FFF2-40B4-BE49-F238E27FC236}">
                <a16:creationId xmlns:a16="http://schemas.microsoft.com/office/drawing/2014/main" id="{FE483E5A-9E40-1209-F280-8124B8A0967C}"/>
              </a:ext>
            </a:extLst>
          </p:cNvPr>
          <p:cNvSpPr/>
          <p:nvPr/>
        </p:nvSpPr>
        <p:spPr>
          <a:xfrm>
            <a:off x="1107547" y="2895502"/>
            <a:ext cx="7772400" cy="777240"/>
          </a:xfrm>
          <a:prstGeom prst="rect">
            <a:avLst/>
          </a:prstGeom>
          <a:noFill/>
          <a:ln/>
        </p:spPr>
        <p:txBody>
          <a:bodyPr wrap="square" lIns="0" tIns="0" rIns="0" bIns="0" rtlCol="0" anchor="ctr"/>
          <a:lstStyle/>
          <a:p>
            <a:pPr marL="0" indent="0">
              <a:lnSpc>
                <a:spcPct val="115000"/>
              </a:lnSpc>
              <a:buNone/>
            </a:pPr>
            <a:r>
              <a:rPr lang="en-US" sz="1200">
                <a:solidFill>
                  <a:schemeClr val="tx2"/>
                </a:solidFill>
                <a:latin typeface="Open Sans" pitchFamily="2" charset="0"/>
                <a:ea typeface="Open Sans" pitchFamily="2" charset="0"/>
                <a:cs typeface="Open Sans" pitchFamily="2" charset="0"/>
              </a:rPr>
              <a:t>Identify data privacy, security, and governance risks in your PoC and produce a brief risk assessment</a:t>
            </a:r>
          </a:p>
        </p:txBody>
      </p:sp>
      <p:sp>
        <p:nvSpPr>
          <p:cNvPr id="14" name="Shape 5">
            <a:extLst>
              <a:ext uri="{FF2B5EF4-FFF2-40B4-BE49-F238E27FC236}">
                <a16:creationId xmlns:a16="http://schemas.microsoft.com/office/drawing/2014/main" id="{DA15C147-7162-18A0-3533-70417B4BF27B}"/>
              </a:ext>
            </a:extLst>
          </p:cNvPr>
          <p:cNvSpPr/>
          <p:nvPr/>
        </p:nvSpPr>
        <p:spPr>
          <a:xfrm>
            <a:off x="458323" y="1207065"/>
            <a:ext cx="502920" cy="502920"/>
          </a:xfrm>
          <a:prstGeom prst="ellipse">
            <a:avLst/>
          </a:prstGeom>
          <a:solidFill>
            <a:schemeClr val="accent2"/>
          </a:solidFill>
          <a:ln/>
        </p:spPr>
        <p:txBody>
          <a:bodyPr/>
          <a:lstStyle/>
          <a:p>
            <a:endParaRPr lang="en-IN"/>
          </a:p>
        </p:txBody>
      </p:sp>
      <p:sp>
        <p:nvSpPr>
          <p:cNvPr id="15" name="Text 2">
            <a:extLst>
              <a:ext uri="{FF2B5EF4-FFF2-40B4-BE49-F238E27FC236}">
                <a16:creationId xmlns:a16="http://schemas.microsoft.com/office/drawing/2014/main" id="{1C97DAC3-F4C0-A4E9-F361-2A469EE0EA00}"/>
              </a:ext>
            </a:extLst>
          </p:cNvPr>
          <p:cNvSpPr/>
          <p:nvPr/>
        </p:nvSpPr>
        <p:spPr>
          <a:xfrm>
            <a:off x="389743" y="1141877"/>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itchFamily="2" charset="0"/>
                <a:ea typeface="Open Sans" pitchFamily="2" charset="0"/>
                <a:cs typeface="Open Sans" pitchFamily="2" charset="0"/>
              </a:rPr>
              <a:t>01</a:t>
            </a:r>
          </a:p>
        </p:txBody>
      </p:sp>
      <p:sp>
        <p:nvSpPr>
          <p:cNvPr id="16" name="Shape 5">
            <a:extLst>
              <a:ext uri="{FF2B5EF4-FFF2-40B4-BE49-F238E27FC236}">
                <a16:creationId xmlns:a16="http://schemas.microsoft.com/office/drawing/2014/main" id="{F0C8798E-6F69-F044-1499-A67E3A5AF6F4}"/>
              </a:ext>
            </a:extLst>
          </p:cNvPr>
          <p:cNvSpPr/>
          <p:nvPr/>
        </p:nvSpPr>
        <p:spPr>
          <a:xfrm>
            <a:off x="458323" y="2126131"/>
            <a:ext cx="502920" cy="502920"/>
          </a:xfrm>
          <a:prstGeom prst="ellipse">
            <a:avLst/>
          </a:prstGeom>
          <a:solidFill>
            <a:schemeClr val="accent2"/>
          </a:solidFill>
          <a:ln/>
        </p:spPr>
        <p:txBody>
          <a:bodyPr/>
          <a:lstStyle/>
          <a:p>
            <a:endParaRPr lang="en-IN" b="1">
              <a:latin typeface="Open Sans" pitchFamily="2" charset="0"/>
              <a:ea typeface="Open Sans" pitchFamily="2" charset="0"/>
              <a:cs typeface="Open Sans" pitchFamily="2" charset="0"/>
            </a:endParaRPr>
          </a:p>
        </p:txBody>
      </p:sp>
      <p:sp>
        <p:nvSpPr>
          <p:cNvPr id="17" name="Text 5">
            <a:extLst>
              <a:ext uri="{FF2B5EF4-FFF2-40B4-BE49-F238E27FC236}">
                <a16:creationId xmlns:a16="http://schemas.microsoft.com/office/drawing/2014/main" id="{886915D7-562B-26EC-839F-7DD9E2760318}"/>
              </a:ext>
            </a:extLst>
          </p:cNvPr>
          <p:cNvSpPr/>
          <p:nvPr/>
        </p:nvSpPr>
        <p:spPr>
          <a:xfrm>
            <a:off x="389743" y="2048407"/>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itchFamily="2" charset="0"/>
                <a:ea typeface="Open Sans" pitchFamily="2" charset="0"/>
                <a:cs typeface="Open Sans" pitchFamily="2" charset="0"/>
              </a:rPr>
              <a:t>02</a:t>
            </a:r>
          </a:p>
        </p:txBody>
      </p:sp>
      <p:sp>
        <p:nvSpPr>
          <p:cNvPr id="18" name="Shape 5">
            <a:extLst>
              <a:ext uri="{FF2B5EF4-FFF2-40B4-BE49-F238E27FC236}">
                <a16:creationId xmlns:a16="http://schemas.microsoft.com/office/drawing/2014/main" id="{EA9DACDA-C189-5493-C9F7-FA058ED02C4F}"/>
              </a:ext>
            </a:extLst>
          </p:cNvPr>
          <p:cNvSpPr/>
          <p:nvPr/>
        </p:nvSpPr>
        <p:spPr>
          <a:xfrm>
            <a:off x="458323" y="3032662"/>
            <a:ext cx="502920" cy="502920"/>
          </a:xfrm>
          <a:prstGeom prst="ellipse">
            <a:avLst/>
          </a:prstGeom>
          <a:solidFill>
            <a:schemeClr val="accent2"/>
          </a:solidFill>
          <a:ln/>
        </p:spPr>
        <p:txBody>
          <a:bodyPr/>
          <a:lstStyle/>
          <a:p>
            <a:endParaRPr lang="en-IN" b="1">
              <a:latin typeface="Open Sans" pitchFamily="2" charset="0"/>
              <a:ea typeface="Open Sans" pitchFamily="2" charset="0"/>
              <a:cs typeface="Open Sans" pitchFamily="2" charset="0"/>
            </a:endParaRPr>
          </a:p>
        </p:txBody>
      </p:sp>
      <p:sp>
        <p:nvSpPr>
          <p:cNvPr id="19" name="Text 8">
            <a:extLst>
              <a:ext uri="{FF2B5EF4-FFF2-40B4-BE49-F238E27FC236}">
                <a16:creationId xmlns:a16="http://schemas.microsoft.com/office/drawing/2014/main" id="{E6FE6179-64BF-990F-EE6E-3D17177FB9C7}"/>
              </a:ext>
            </a:extLst>
          </p:cNvPr>
          <p:cNvSpPr/>
          <p:nvPr/>
        </p:nvSpPr>
        <p:spPr>
          <a:xfrm>
            <a:off x="389743" y="2954938"/>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itchFamily="2" charset="0"/>
                <a:ea typeface="Open Sans" pitchFamily="2" charset="0"/>
                <a:cs typeface="Open Sans" pitchFamily="2" charset="0"/>
              </a:rPr>
              <a:t>03</a:t>
            </a:r>
          </a:p>
        </p:txBody>
      </p:sp>
    </p:spTree>
    <p:extLst>
      <p:ext uri="{BB962C8B-B14F-4D97-AF65-F5344CB8AC3E}">
        <p14:creationId xmlns:p14="http://schemas.microsoft.com/office/powerpoint/2010/main" val="2946276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0">
            <a:extLst>
              <a:ext uri="{FF2B5EF4-FFF2-40B4-BE49-F238E27FC236}">
                <a16:creationId xmlns:a16="http://schemas.microsoft.com/office/drawing/2014/main" id="{6AD87B94-1DA9-7B7D-2517-72A1A9604BB2}"/>
              </a:ext>
            </a:extLst>
          </p:cNvPr>
          <p:cNvSpPr/>
          <p:nvPr/>
        </p:nvSpPr>
        <p:spPr>
          <a:xfrm>
            <a:off x="337811" y="634302"/>
            <a:ext cx="8412480" cy="47548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Today's Agenda</a:t>
            </a:r>
          </a:p>
        </p:txBody>
      </p:sp>
      <p:sp>
        <p:nvSpPr>
          <p:cNvPr id="28" name="Shape 5">
            <a:extLst>
              <a:ext uri="{FF2B5EF4-FFF2-40B4-BE49-F238E27FC236}">
                <a16:creationId xmlns:a16="http://schemas.microsoft.com/office/drawing/2014/main" id="{5F86781E-A701-D5D3-03D9-30F8D4699D6C}"/>
              </a:ext>
            </a:extLst>
          </p:cNvPr>
          <p:cNvSpPr/>
          <p:nvPr/>
        </p:nvSpPr>
        <p:spPr>
          <a:xfrm>
            <a:off x="281912" y="1537397"/>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9" name="Rounded Rectangle 28">
            <a:extLst>
              <a:ext uri="{FF2B5EF4-FFF2-40B4-BE49-F238E27FC236}">
                <a16:creationId xmlns:a16="http://schemas.microsoft.com/office/drawing/2014/main" id="{D323428B-8164-9A9E-4A44-A9F41D6CA1F6}"/>
              </a:ext>
            </a:extLst>
          </p:cNvPr>
          <p:cNvSpPr/>
          <p:nvPr/>
        </p:nvSpPr>
        <p:spPr>
          <a:xfrm>
            <a:off x="296661" y="1605068"/>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N" sz="1400" b="1">
              <a:solidFill>
                <a:schemeClr val="tx1"/>
              </a:solidFill>
            </a:endParaRPr>
          </a:p>
          <a:p>
            <a:r>
              <a:rPr lang="en-IN" sz="1400" b="1">
                <a:solidFill>
                  <a:schemeClr val="accent2"/>
                </a:solidFill>
              </a:rPr>
              <a:t>PART 1                   ~ 40 min</a:t>
            </a:r>
          </a:p>
          <a:p>
            <a:endParaRPr lang="en-IN" sz="1400">
              <a:solidFill>
                <a:schemeClr val="tx1"/>
              </a:solidFill>
            </a:endParaRPr>
          </a:p>
          <a:p>
            <a:endParaRPr lang="en-IN" sz="1400">
              <a:solidFill>
                <a:schemeClr val="tx1"/>
              </a:solidFill>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PoC to Production</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Production gap · 10x rule · Greenlight vs. kill · Gap audit</a:t>
            </a:r>
          </a:p>
        </p:txBody>
      </p:sp>
      <p:sp>
        <p:nvSpPr>
          <p:cNvPr id="30" name="Shape 5">
            <a:extLst>
              <a:ext uri="{FF2B5EF4-FFF2-40B4-BE49-F238E27FC236}">
                <a16:creationId xmlns:a16="http://schemas.microsoft.com/office/drawing/2014/main" id="{08F369F1-971C-3174-0564-8DF87D5F02D2}"/>
              </a:ext>
            </a:extLst>
          </p:cNvPr>
          <p:cNvSpPr/>
          <p:nvPr/>
        </p:nvSpPr>
        <p:spPr>
          <a:xfrm>
            <a:off x="3224863" y="1537397"/>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Rounded Rectangle 30">
            <a:extLst>
              <a:ext uri="{FF2B5EF4-FFF2-40B4-BE49-F238E27FC236}">
                <a16:creationId xmlns:a16="http://schemas.microsoft.com/office/drawing/2014/main" id="{2CD90691-BC0C-41EE-B3A9-B015C967AE87}"/>
              </a:ext>
            </a:extLst>
          </p:cNvPr>
          <p:cNvSpPr/>
          <p:nvPr/>
        </p:nvSpPr>
        <p:spPr>
          <a:xfrm>
            <a:off x="3239612" y="1605068"/>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N" sz="1400" b="1">
              <a:solidFill>
                <a:schemeClr val="tx1"/>
              </a:solidFill>
            </a:endParaRPr>
          </a:p>
          <a:p>
            <a:r>
              <a:rPr lang="en-IN" sz="1400" b="1">
                <a:solidFill>
                  <a:schemeClr val="accent2"/>
                </a:solidFill>
              </a:rPr>
              <a:t>PART 2                   ~ 40 min</a:t>
            </a:r>
          </a:p>
          <a:p>
            <a:endParaRPr lang="en-IN" sz="1400">
              <a:solidFill>
                <a:schemeClr val="tx1"/>
              </a:solidFill>
            </a:endParaRPr>
          </a:p>
          <a:p>
            <a:endParaRPr lang="en-IN" sz="1400">
              <a:solidFill>
                <a:schemeClr val="tx2"/>
              </a:solidFill>
              <a:latin typeface="Open Sans" pitchFamily="2" charset="0"/>
              <a:ea typeface="Open Sans" pitchFamily="2" charset="0"/>
              <a:cs typeface="Open Sans" pitchFamily="2"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Ontology &amp; Structural Thinking</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Data models · Structural assumptions · Domain-driven design · Critique</a:t>
            </a:r>
          </a:p>
        </p:txBody>
      </p:sp>
      <p:sp>
        <p:nvSpPr>
          <p:cNvPr id="32" name="Shape 5">
            <a:extLst>
              <a:ext uri="{FF2B5EF4-FFF2-40B4-BE49-F238E27FC236}">
                <a16:creationId xmlns:a16="http://schemas.microsoft.com/office/drawing/2014/main" id="{BB929D66-03A1-7C41-4D2F-50E6D057EB5B}"/>
              </a:ext>
            </a:extLst>
          </p:cNvPr>
          <p:cNvSpPr/>
          <p:nvPr/>
        </p:nvSpPr>
        <p:spPr>
          <a:xfrm>
            <a:off x="6167814" y="1537397"/>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Rounded Rectangle 32">
            <a:extLst>
              <a:ext uri="{FF2B5EF4-FFF2-40B4-BE49-F238E27FC236}">
                <a16:creationId xmlns:a16="http://schemas.microsoft.com/office/drawing/2014/main" id="{2F2E4775-FFCD-8335-A3EA-A87BF530F271}"/>
              </a:ext>
            </a:extLst>
          </p:cNvPr>
          <p:cNvSpPr/>
          <p:nvPr/>
        </p:nvSpPr>
        <p:spPr>
          <a:xfrm>
            <a:off x="6182563" y="1605068"/>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N" sz="1400" b="1">
              <a:solidFill>
                <a:schemeClr val="tx1"/>
              </a:solidFill>
            </a:endParaRPr>
          </a:p>
          <a:p>
            <a:r>
              <a:rPr lang="en-IN" sz="1400" b="1">
                <a:solidFill>
                  <a:schemeClr val="accent2"/>
                </a:solidFill>
              </a:rPr>
              <a:t>PART 3                   ~ 40 min</a:t>
            </a:r>
          </a:p>
          <a:p>
            <a:endParaRPr lang="en-IN" sz="1400">
              <a:solidFill>
                <a:schemeClr val="tx1"/>
              </a:solidFill>
            </a:endParaRPr>
          </a:p>
          <a:p>
            <a:endParaRPr lang="en-IN" sz="1400">
              <a:solidFill>
                <a:schemeClr val="tx2"/>
              </a:solidFill>
              <a:latin typeface="Open Sans" pitchFamily="2" charset="0"/>
              <a:ea typeface="Open Sans" pitchFamily="2" charset="0"/>
              <a:cs typeface="Open Sans" pitchFamily="2"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Risks &amp; Responsible AI Coding</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Data privacy · Security · Governance · Team &amp; cost · Risk assessment</a:t>
            </a:r>
          </a:p>
        </p:txBody>
      </p:sp>
    </p:spTree>
    <p:extLst>
      <p:ext uri="{BB962C8B-B14F-4D97-AF65-F5344CB8AC3E}">
        <p14:creationId xmlns:p14="http://schemas.microsoft.com/office/powerpoint/2010/main" val="15376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22">
            <a:extLst>
              <a:ext uri="{FF2B5EF4-FFF2-40B4-BE49-F238E27FC236}">
                <a16:creationId xmlns:a16="http://schemas.microsoft.com/office/drawing/2014/main" id="{21109226-78A3-1135-BB1A-DD53C75BB307}"/>
              </a:ext>
            </a:extLst>
          </p:cNvPr>
          <p:cNvSpPr/>
          <p:nvPr/>
        </p:nvSpPr>
        <p:spPr>
          <a:xfrm>
            <a:off x="443315" y="1554481"/>
            <a:ext cx="1463040" cy="1645920"/>
          </a:xfrm>
          <a:prstGeom prst="rect">
            <a:avLst/>
          </a:prstGeom>
          <a:noFill/>
          <a:ln/>
        </p:spPr>
        <p:txBody>
          <a:bodyPr wrap="square" lIns="0" tIns="0" rIns="0" bIns="0" rtlCol="0" anchor="ctr"/>
          <a:lstStyle/>
          <a:p>
            <a:pPr marL="0" indent="0">
              <a:buNone/>
            </a:pPr>
            <a:r>
              <a:rPr lang="en-US" sz="8000" b="1">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13" name="Text 23">
            <a:extLst>
              <a:ext uri="{FF2B5EF4-FFF2-40B4-BE49-F238E27FC236}">
                <a16:creationId xmlns:a16="http://schemas.microsoft.com/office/drawing/2014/main" id="{2AFBFD5E-5EE2-345B-613F-982D20485D98}"/>
              </a:ext>
            </a:extLst>
          </p:cNvPr>
          <p:cNvSpPr/>
          <p:nvPr/>
        </p:nvSpPr>
        <p:spPr>
          <a:xfrm>
            <a:off x="1997795" y="1640108"/>
            <a:ext cx="6949440" cy="1474666"/>
          </a:xfrm>
          <a:prstGeom prst="rect">
            <a:avLst/>
          </a:prstGeom>
          <a:noFill/>
          <a:ln/>
        </p:spPr>
        <p:txBody>
          <a:bodyPr wrap="square" lIns="0" tIns="0" rIns="0" bIns="0" rtlCol="0" anchor="ctr"/>
          <a:lstStyle/>
          <a:p>
            <a:r>
              <a:rPr lang="en-US" sz="4800" b="1">
                <a:latin typeface="Arial" pitchFamily="34" charset="0"/>
                <a:ea typeface="Arial" pitchFamily="34" charset="-122"/>
                <a:cs typeface="Arial" pitchFamily="34" charset="-120"/>
              </a:rPr>
              <a:t>PoC To</a:t>
            </a:r>
          </a:p>
          <a:p>
            <a:r>
              <a:rPr lang="en-US" sz="4800" b="1">
                <a:latin typeface="Arial" pitchFamily="34" charset="0"/>
                <a:ea typeface="Arial" pitchFamily="34" charset="-122"/>
                <a:cs typeface="Arial" pitchFamily="34" charset="-120"/>
              </a:rPr>
              <a:t>Production</a:t>
            </a:r>
            <a:endParaRPr lang="en-US" sz="4800"/>
          </a:p>
        </p:txBody>
      </p:sp>
    </p:spTree>
    <p:extLst>
      <p:ext uri="{BB962C8B-B14F-4D97-AF65-F5344CB8AC3E}">
        <p14:creationId xmlns:p14="http://schemas.microsoft.com/office/powerpoint/2010/main" val="373675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DC57F06-F39D-AE68-EBC7-E6529CB17CD2}"/>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Why Most PoCs Never Ship</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FC84882-7297-7271-8374-7264C566E083}"/>
              </a:ext>
            </a:extLst>
          </p:cNvPr>
          <p:cNvSpPr/>
          <p:nvPr/>
        </p:nvSpPr>
        <p:spPr>
          <a:xfrm>
            <a:off x="394212" y="676656"/>
            <a:ext cx="8604504" cy="420624"/>
          </a:xfrm>
          <a:prstGeom prst="rect">
            <a:avLst/>
          </a:prstGeom>
          <a:noFill/>
          <a:ln/>
        </p:spPr>
        <p:txBody>
          <a:bodyPr wrap="square" lIns="0" tIns="0" rIns="0" bIns="0" rtlCol="0" anchor="t"/>
          <a:lstStyle/>
          <a:p>
            <a:pPr marL="0" indent="0">
              <a:buNone/>
            </a:pPr>
            <a:r>
              <a:rPr lang="en-US" sz="1300">
                <a:solidFill>
                  <a:schemeClr val="tx2"/>
                </a:solidFill>
                <a:latin typeface="Open Sans" pitchFamily="2" charset="0"/>
                <a:ea typeface="Open Sans" pitchFamily="2" charset="0"/>
                <a:cs typeface="Open Sans" pitchFamily="2" charset="0"/>
              </a:rPr>
              <a:t>The problem is rarely the PoC itself. It is the gap between what a PoC proves and what production requires.</a:t>
            </a:r>
          </a:p>
        </p:txBody>
      </p:sp>
      <p:sp>
        <p:nvSpPr>
          <p:cNvPr id="5" name="Shape 2">
            <a:extLst>
              <a:ext uri="{FF2B5EF4-FFF2-40B4-BE49-F238E27FC236}">
                <a16:creationId xmlns:a16="http://schemas.microsoft.com/office/drawing/2014/main" id="{31170B8D-1F7F-00FB-0DA3-9076B934A459}"/>
              </a:ext>
            </a:extLst>
          </p:cNvPr>
          <p:cNvSpPr/>
          <p:nvPr/>
        </p:nvSpPr>
        <p:spPr>
          <a:xfrm>
            <a:off x="292608" y="1239991"/>
            <a:ext cx="2697480" cy="2335229"/>
          </a:xfrm>
          <a:prstGeom prst="roundRect">
            <a:avLst>
              <a:gd name="adj" fmla="val 203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6072C493-052C-1B35-6656-F717C73E493F}"/>
              </a:ext>
            </a:extLst>
          </p:cNvPr>
          <p:cNvSpPr/>
          <p:nvPr/>
        </p:nvSpPr>
        <p:spPr>
          <a:xfrm>
            <a:off x="292608" y="1449200"/>
            <a:ext cx="2697480" cy="201168"/>
          </a:xfrm>
          <a:prstGeom prst="rect">
            <a:avLst/>
          </a:prstGeom>
          <a:noFill/>
          <a:ln/>
        </p:spPr>
        <p:txBody>
          <a:bodyPr wrap="square" lIns="0" tIns="0" rIns="0" bIns="0" rtlCol="0" anchor="t"/>
          <a:lstStyle/>
          <a:p>
            <a:pPr marL="0" indent="0" algn="ctr">
              <a:buNone/>
            </a:pPr>
            <a:r>
              <a:rPr lang="en-US" sz="1300" b="1">
                <a:solidFill>
                  <a:schemeClr val="accent2"/>
                </a:solidFill>
                <a:latin typeface="Open Sans" pitchFamily="2" charset="0"/>
                <a:ea typeface="Open Sans" pitchFamily="2" charset="0"/>
                <a:cs typeface="Open Sans" pitchFamily="2" charset="0"/>
              </a:rPr>
              <a:t>THE DEMO PROBLEM</a:t>
            </a:r>
            <a:endParaRPr lang="en-US" sz="13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7F82CD55-A3B4-448B-CBCE-020A4228269F}"/>
              </a:ext>
            </a:extLst>
          </p:cNvPr>
          <p:cNvSpPr/>
          <p:nvPr/>
        </p:nvSpPr>
        <p:spPr>
          <a:xfrm>
            <a:off x="475488" y="1794464"/>
            <a:ext cx="2331720" cy="1651390"/>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Built for one question, one dataset, one predictable input.</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Production has none of these.</a:t>
            </a:r>
          </a:p>
        </p:txBody>
      </p:sp>
      <p:sp>
        <p:nvSpPr>
          <p:cNvPr id="8" name="Shape 5">
            <a:extLst>
              <a:ext uri="{FF2B5EF4-FFF2-40B4-BE49-F238E27FC236}">
                <a16:creationId xmlns:a16="http://schemas.microsoft.com/office/drawing/2014/main" id="{E26ADDF6-4098-EE98-9E46-B7D8BE999771}"/>
              </a:ext>
            </a:extLst>
          </p:cNvPr>
          <p:cNvSpPr/>
          <p:nvPr/>
        </p:nvSpPr>
        <p:spPr>
          <a:xfrm>
            <a:off x="3246120" y="1239991"/>
            <a:ext cx="2697480" cy="2335229"/>
          </a:xfrm>
          <a:prstGeom prst="roundRect">
            <a:avLst>
              <a:gd name="adj" fmla="val 2034"/>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C08F2FBD-3F4D-8E36-953C-499A27350A36}"/>
              </a:ext>
            </a:extLst>
          </p:cNvPr>
          <p:cNvSpPr/>
          <p:nvPr/>
        </p:nvSpPr>
        <p:spPr>
          <a:xfrm>
            <a:off x="3246120" y="1449200"/>
            <a:ext cx="2697480" cy="201168"/>
          </a:xfrm>
          <a:prstGeom prst="rect">
            <a:avLst/>
          </a:prstGeom>
          <a:noFill/>
          <a:ln/>
        </p:spPr>
        <p:txBody>
          <a:bodyPr wrap="square" lIns="0" tIns="0" rIns="0" bIns="0" rtlCol="0" anchor="t"/>
          <a:lstStyle/>
          <a:p>
            <a:pPr marL="0" indent="0" algn="ctr">
              <a:buNone/>
            </a:pPr>
            <a:r>
              <a:rPr lang="en-US" sz="1300" b="1">
                <a:solidFill>
                  <a:schemeClr val="accent2"/>
                </a:solidFill>
                <a:latin typeface="Open Sans" pitchFamily="2" charset="0"/>
                <a:ea typeface="Open Sans" pitchFamily="2" charset="0"/>
                <a:cs typeface="Open Sans" pitchFamily="2" charset="0"/>
              </a:rPr>
              <a:t>THE COMPLEXITY PROBLEM</a:t>
            </a:r>
            <a:endParaRPr lang="en-US" sz="13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DD2EF5EB-50DB-0CE7-6703-CD0C51674106}"/>
              </a:ext>
            </a:extLst>
          </p:cNvPr>
          <p:cNvSpPr/>
          <p:nvPr/>
        </p:nvSpPr>
        <p:spPr>
          <a:xfrm>
            <a:off x="3429000" y="1794464"/>
            <a:ext cx="2331720" cy="1651390"/>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Auth, error recovery, audit logging, monitoring, rate limiting — none of it was forgotten. It was deliberately left out.</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Production puts it all back.</a:t>
            </a:r>
          </a:p>
        </p:txBody>
      </p:sp>
      <p:sp>
        <p:nvSpPr>
          <p:cNvPr id="11" name="Shape 8">
            <a:extLst>
              <a:ext uri="{FF2B5EF4-FFF2-40B4-BE49-F238E27FC236}">
                <a16:creationId xmlns:a16="http://schemas.microsoft.com/office/drawing/2014/main" id="{DDB9D746-3EDF-FC08-1D2A-94AB9FE3FA1D}"/>
              </a:ext>
            </a:extLst>
          </p:cNvPr>
          <p:cNvSpPr/>
          <p:nvPr/>
        </p:nvSpPr>
        <p:spPr>
          <a:xfrm>
            <a:off x="6199632" y="1239991"/>
            <a:ext cx="2697480" cy="2335229"/>
          </a:xfrm>
          <a:prstGeom prst="roundRect">
            <a:avLst>
              <a:gd name="adj" fmla="val 2034"/>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05261BAA-7AB0-9C32-CE37-26BCD064CAEF}"/>
              </a:ext>
            </a:extLst>
          </p:cNvPr>
          <p:cNvSpPr/>
          <p:nvPr/>
        </p:nvSpPr>
        <p:spPr>
          <a:xfrm>
            <a:off x="6199632" y="1449200"/>
            <a:ext cx="2697480" cy="201168"/>
          </a:xfrm>
          <a:prstGeom prst="rect">
            <a:avLst/>
          </a:prstGeom>
          <a:noFill/>
          <a:ln/>
        </p:spPr>
        <p:txBody>
          <a:bodyPr wrap="square" lIns="0" tIns="0" rIns="0" bIns="0" rtlCol="0" anchor="t"/>
          <a:lstStyle/>
          <a:p>
            <a:pPr marL="0" indent="0" algn="ctr">
              <a:buNone/>
            </a:pPr>
            <a:r>
              <a:rPr lang="en-US" sz="1300" b="1">
                <a:solidFill>
                  <a:schemeClr val="accent2"/>
                </a:solidFill>
                <a:latin typeface="Open Sans" pitchFamily="2" charset="0"/>
                <a:ea typeface="Open Sans" pitchFamily="2" charset="0"/>
                <a:cs typeface="Open Sans" pitchFamily="2" charset="0"/>
              </a:rPr>
              <a:t>THE EXPECTATION PROBLEM</a:t>
            </a:r>
            <a:endParaRPr lang="en-US" sz="1300">
              <a:solidFill>
                <a:schemeClr val="accent2"/>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4C3136E7-D434-109D-D745-7284858CDC7B}"/>
              </a:ext>
            </a:extLst>
          </p:cNvPr>
          <p:cNvSpPr/>
          <p:nvPr/>
        </p:nvSpPr>
        <p:spPr>
          <a:xfrm>
            <a:off x="6382512" y="1794464"/>
            <a:ext cx="2331720" cy="1651390"/>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Stakeholder saw a working demo.</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Engineering sees 10–20% of what production needs.</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Both are right. This session bridges that gap.</a:t>
            </a:r>
          </a:p>
        </p:txBody>
      </p:sp>
      <p:sp>
        <p:nvSpPr>
          <p:cNvPr id="14" name="Shape 11">
            <a:extLst>
              <a:ext uri="{FF2B5EF4-FFF2-40B4-BE49-F238E27FC236}">
                <a16:creationId xmlns:a16="http://schemas.microsoft.com/office/drawing/2014/main" id="{6DE7D5B5-6B2E-8205-0C51-9F1C188E6F1C}"/>
              </a:ext>
            </a:extLst>
          </p:cNvPr>
          <p:cNvSpPr/>
          <p:nvPr/>
        </p:nvSpPr>
        <p:spPr>
          <a:xfrm>
            <a:off x="292608" y="3917998"/>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3C0CD7A1-DF89-AC8B-DBA4-794D2817E93D}"/>
              </a:ext>
            </a:extLst>
          </p:cNvPr>
          <p:cNvSpPr/>
          <p:nvPr/>
        </p:nvSpPr>
        <p:spPr>
          <a:xfrm>
            <a:off x="493776" y="3917998"/>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A PoC that never ships is not a failure. A PoC whose production cost was never estimated is a missed conversation.</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913972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The Production Gap</a:t>
            </a:r>
            <a:endParaRPr lang="en-US" sz="2800">
              <a:latin typeface="Open Sans" pitchFamily="2" charset="0"/>
              <a:ea typeface="Open Sans" pitchFamily="2" charset="0"/>
              <a:cs typeface="Open Sans" pitchFamily="2" charset="0"/>
            </a:endParaRPr>
          </a:p>
        </p:txBody>
      </p:sp>
      <p:sp>
        <p:nvSpPr>
          <p:cNvPr id="3" name="Text 1"/>
          <p:cNvSpPr/>
          <p:nvPr/>
        </p:nvSpPr>
        <p:spPr>
          <a:xfrm>
            <a:off x="394212" y="676656"/>
            <a:ext cx="845718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What Claude Code builds vs. what production needs. Production requires everything you forgot to ask for.</a:t>
            </a:r>
          </a:p>
        </p:txBody>
      </p:sp>
      <p:sp>
        <p:nvSpPr>
          <p:cNvPr id="4" name="Shape 2"/>
          <p:cNvSpPr/>
          <p:nvPr/>
        </p:nvSpPr>
        <p:spPr>
          <a:xfrm>
            <a:off x="394211" y="1156716"/>
            <a:ext cx="4190397" cy="347472"/>
          </a:xfrm>
          <a:prstGeom prst="rect">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 name="Shape 3"/>
          <p:cNvSpPr/>
          <p:nvPr/>
        </p:nvSpPr>
        <p:spPr>
          <a:xfrm>
            <a:off x="4584609" y="1156716"/>
            <a:ext cx="4177788" cy="347472"/>
          </a:xfrm>
          <a:prstGeom prst="rect">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4"/>
          <p:cNvSpPr/>
          <p:nvPr/>
        </p:nvSpPr>
        <p:spPr>
          <a:xfrm>
            <a:off x="540516" y="1156716"/>
            <a:ext cx="3909981" cy="347472"/>
          </a:xfrm>
          <a:prstGeom prst="rect">
            <a:avLst/>
          </a:prstGeom>
          <a:noFill/>
          <a:ln/>
        </p:spPr>
        <p:txBody>
          <a:bodyPr wrap="square" lIns="0" tIns="0" rIns="0" bIns="0" rtlCol="0" anchor="ctr"/>
          <a:lstStyle/>
          <a:p>
            <a:pPr marL="0" indent="0">
              <a:buNone/>
            </a:pPr>
            <a:r>
              <a:rPr lang="en-US" sz="1300" b="1">
                <a:solidFill>
                  <a:schemeClr val="bg1"/>
                </a:solidFill>
                <a:latin typeface="Open Sans" pitchFamily="2" charset="0"/>
                <a:ea typeface="Open Sans" pitchFamily="2" charset="0"/>
                <a:cs typeface="Open Sans" pitchFamily="2" charset="0"/>
              </a:rPr>
              <a:t>WHAT YOUR PoC HAS</a:t>
            </a:r>
            <a:endParaRPr lang="en-US" sz="1300">
              <a:solidFill>
                <a:schemeClr val="bg1"/>
              </a:solidFill>
              <a:latin typeface="Open Sans" pitchFamily="2" charset="0"/>
              <a:ea typeface="Open Sans" pitchFamily="2" charset="0"/>
              <a:cs typeface="Open Sans" pitchFamily="2" charset="0"/>
            </a:endParaRPr>
          </a:p>
        </p:txBody>
      </p:sp>
      <p:sp>
        <p:nvSpPr>
          <p:cNvPr id="7" name="Text 5"/>
          <p:cNvSpPr/>
          <p:nvPr/>
        </p:nvSpPr>
        <p:spPr>
          <a:xfrm>
            <a:off x="4819908" y="1156716"/>
            <a:ext cx="3909981" cy="347472"/>
          </a:xfrm>
          <a:prstGeom prst="rect">
            <a:avLst/>
          </a:prstGeom>
          <a:noFill/>
          <a:ln/>
        </p:spPr>
        <p:txBody>
          <a:bodyPr wrap="square" lIns="0" tIns="0" rIns="0" bIns="0" rtlCol="0" anchor="ctr"/>
          <a:lstStyle/>
          <a:p>
            <a:pPr marL="0" indent="0">
              <a:buNone/>
            </a:pPr>
            <a:r>
              <a:rPr lang="en-US" sz="1300" b="1">
                <a:solidFill>
                  <a:schemeClr val="bg1"/>
                </a:solidFill>
                <a:latin typeface="Open Sans" pitchFamily="2" charset="0"/>
                <a:ea typeface="Open Sans" pitchFamily="2" charset="0"/>
                <a:cs typeface="Open Sans" pitchFamily="2" charset="0"/>
              </a:rPr>
              <a:t>WHAT PRODUCTION NEEDS</a:t>
            </a:r>
            <a:endParaRPr lang="en-US" sz="1300">
              <a:solidFill>
                <a:schemeClr val="bg1"/>
              </a:solidFill>
              <a:latin typeface="Open Sans" pitchFamily="2" charset="0"/>
              <a:ea typeface="Open Sans" pitchFamily="2" charset="0"/>
              <a:cs typeface="Open Sans" pitchFamily="2" charset="0"/>
            </a:endParaRPr>
          </a:p>
        </p:txBody>
      </p:sp>
      <p:sp>
        <p:nvSpPr>
          <p:cNvPr id="8" name="Shape 6"/>
          <p:cNvSpPr/>
          <p:nvPr/>
        </p:nvSpPr>
        <p:spPr>
          <a:xfrm>
            <a:off x="394212" y="1504188"/>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9" name="Text 7"/>
          <p:cNvSpPr/>
          <p:nvPr/>
        </p:nvSpPr>
        <p:spPr>
          <a:xfrm>
            <a:off x="540516" y="150418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Core logic that runs</a:t>
            </a:r>
          </a:p>
        </p:txBody>
      </p:sp>
      <p:sp>
        <p:nvSpPr>
          <p:cNvPr id="10" name="Text 8"/>
          <p:cNvSpPr/>
          <p:nvPr/>
        </p:nvSpPr>
        <p:spPr>
          <a:xfrm>
            <a:off x="4819908" y="150418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Core logic that runs at scale, with concurrent users</a:t>
            </a:r>
          </a:p>
        </p:txBody>
      </p:sp>
      <p:sp>
        <p:nvSpPr>
          <p:cNvPr id="11" name="Shape 9"/>
          <p:cNvSpPr/>
          <p:nvPr/>
        </p:nvSpPr>
        <p:spPr>
          <a:xfrm>
            <a:off x="394212" y="1828800"/>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12" name="Text 10"/>
          <p:cNvSpPr/>
          <p:nvPr/>
        </p:nvSpPr>
        <p:spPr>
          <a:xfrm>
            <a:off x="540516" y="182880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Hardcoded credentials</a:t>
            </a:r>
          </a:p>
        </p:txBody>
      </p:sp>
      <p:sp>
        <p:nvSpPr>
          <p:cNvPr id="13" name="Text 11"/>
          <p:cNvSpPr/>
          <p:nvPr/>
        </p:nvSpPr>
        <p:spPr>
          <a:xfrm>
            <a:off x="4819908" y="182880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Secrets management and credential rotation</a:t>
            </a:r>
          </a:p>
        </p:txBody>
      </p:sp>
      <p:sp>
        <p:nvSpPr>
          <p:cNvPr id="14" name="Shape 12"/>
          <p:cNvSpPr/>
          <p:nvPr/>
        </p:nvSpPr>
        <p:spPr>
          <a:xfrm>
            <a:off x="394212" y="2153412"/>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15" name="Text 13"/>
          <p:cNvSpPr/>
          <p:nvPr/>
        </p:nvSpPr>
        <p:spPr>
          <a:xfrm>
            <a:off x="540516" y="215341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CLI output</a:t>
            </a:r>
          </a:p>
        </p:txBody>
      </p:sp>
      <p:sp>
        <p:nvSpPr>
          <p:cNvPr id="16" name="Text 14"/>
          <p:cNvSpPr/>
          <p:nvPr/>
        </p:nvSpPr>
        <p:spPr>
          <a:xfrm>
            <a:off x="4819908" y="215341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Logging, monitoring, and alerting</a:t>
            </a:r>
          </a:p>
        </p:txBody>
      </p:sp>
      <p:sp>
        <p:nvSpPr>
          <p:cNvPr id="17" name="Shape 15"/>
          <p:cNvSpPr/>
          <p:nvPr/>
        </p:nvSpPr>
        <p:spPr>
          <a:xfrm>
            <a:off x="394212" y="2478024"/>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18" name="Text 16"/>
          <p:cNvSpPr/>
          <p:nvPr/>
        </p:nvSpPr>
        <p:spPr>
          <a:xfrm>
            <a:off x="540516" y="2478024"/>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One tested path</a:t>
            </a:r>
          </a:p>
        </p:txBody>
      </p:sp>
      <p:sp>
        <p:nvSpPr>
          <p:cNvPr id="19" name="Text 17"/>
          <p:cNvSpPr/>
          <p:nvPr/>
        </p:nvSpPr>
        <p:spPr>
          <a:xfrm>
            <a:off x="4819908" y="2478024"/>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Full error handling and graceful failure</a:t>
            </a:r>
          </a:p>
        </p:txBody>
      </p:sp>
      <p:sp>
        <p:nvSpPr>
          <p:cNvPr id="20" name="Shape 18"/>
          <p:cNvSpPr/>
          <p:nvPr/>
        </p:nvSpPr>
        <p:spPr>
          <a:xfrm>
            <a:off x="394212" y="2802636"/>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21" name="Text 19"/>
          <p:cNvSpPr/>
          <p:nvPr/>
        </p:nvSpPr>
        <p:spPr>
          <a:xfrm>
            <a:off x="540516" y="2802636"/>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A README</a:t>
            </a:r>
          </a:p>
        </p:txBody>
      </p:sp>
      <p:sp>
        <p:nvSpPr>
          <p:cNvPr id="22" name="Text 20"/>
          <p:cNvSpPr/>
          <p:nvPr/>
        </p:nvSpPr>
        <p:spPr>
          <a:xfrm>
            <a:off x="4819908" y="2802636"/>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Architecture docs, API contracts, runbooks</a:t>
            </a:r>
          </a:p>
        </p:txBody>
      </p:sp>
      <p:sp>
        <p:nvSpPr>
          <p:cNvPr id="23" name="Shape 21"/>
          <p:cNvSpPr/>
          <p:nvPr/>
        </p:nvSpPr>
        <p:spPr>
          <a:xfrm>
            <a:off x="394212" y="3127248"/>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24" name="Text 22"/>
          <p:cNvSpPr/>
          <p:nvPr/>
        </p:nvSpPr>
        <p:spPr>
          <a:xfrm>
            <a:off x="540516" y="312724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Committed to Git</a:t>
            </a:r>
          </a:p>
        </p:txBody>
      </p:sp>
      <p:sp>
        <p:nvSpPr>
          <p:cNvPr id="25" name="Text 23"/>
          <p:cNvSpPr/>
          <p:nvPr/>
        </p:nvSpPr>
        <p:spPr>
          <a:xfrm>
            <a:off x="4819908" y="312724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CI/CD pipeline and automated tests</a:t>
            </a:r>
          </a:p>
        </p:txBody>
      </p:sp>
      <p:sp>
        <p:nvSpPr>
          <p:cNvPr id="26" name="Shape 24"/>
          <p:cNvSpPr/>
          <p:nvPr/>
        </p:nvSpPr>
        <p:spPr>
          <a:xfrm>
            <a:off x="394212" y="3451860"/>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27" name="Text 25"/>
          <p:cNvSpPr/>
          <p:nvPr/>
        </p:nvSpPr>
        <p:spPr>
          <a:xfrm>
            <a:off x="540516" y="345186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One user, you</a:t>
            </a:r>
          </a:p>
        </p:txBody>
      </p:sp>
      <p:sp>
        <p:nvSpPr>
          <p:cNvPr id="28" name="Text 26"/>
          <p:cNvSpPr/>
          <p:nvPr/>
        </p:nvSpPr>
        <p:spPr>
          <a:xfrm>
            <a:off x="4819908" y="345186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Authentication and authorisation</a:t>
            </a:r>
          </a:p>
        </p:txBody>
      </p:sp>
      <p:sp>
        <p:nvSpPr>
          <p:cNvPr id="29" name="Shape 27"/>
          <p:cNvSpPr/>
          <p:nvPr/>
        </p:nvSpPr>
        <p:spPr>
          <a:xfrm>
            <a:off x="394212" y="3776472"/>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30" name="Text 28"/>
          <p:cNvSpPr/>
          <p:nvPr/>
        </p:nvSpPr>
        <p:spPr>
          <a:xfrm>
            <a:off x="540516" y="377647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Works on your machine</a:t>
            </a:r>
          </a:p>
        </p:txBody>
      </p:sp>
      <p:sp>
        <p:nvSpPr>
          <p:cNvPr id="31" name="Text 29"/>
          <p:cNvSpPr/>
          <p:nvPr/>
        </p:nvSpPr>
        <p:spPr>
          <a:xfrm>
            <a:off x="4819908" y="377647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Works on any machine, any time, any load</a:t>
            </a:r>
          </a:p>
        </p:txBody>
      </p:sp>
      <p:sp>
        <p:nvSpPr>
          <p:cNvPr id="32" name="Shape 30"/>
          <p:cNvSpPr/>
          <p:nvPr/>
        </p:nvSpPr>
        <p:spPr>
          <a:xfrm>
            <a:off x="394212" y="4329684"/>
            <a:ext cx="8355576"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3" name="Text 31"/>
          <p:cNvSpPr/>
          <p:nvPr/>
        </p:nvSpPr>
        <p:spPr>
          <a:xfrm>
            <a:off x="595380" y="4329684"/>
            <a:ext cx="7962793"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None of the right column is a criticism of the PoC. All of it is the honest cost of production.</a:t>
            </a:r>
            <a:endParaRPr lang="en-US" sz="12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3">
            <a:extLst>
              <a:ext uri="{FF2B5EF4-FFF2-40B4-BE49-F238E27FC236}">
                <a16:creationId xmlns:a16="http://schemas.microsoft.com/office/drawing/2014/main" id="{DE71DBFC-C20E-85C4-5D1E-73105A8067D1}"/>
              </a:ext>
            </a:extLst>
          </p:cNvPr>
          <p:cNvSpPr/>
          <p:nvPr/>
        </p:nvSpPr>
        <p:spPr>
          <a:xfrm>
            <a:off x="6828559" y="1333484"/>
            <a:ext cx="2130461" cy="384048"/>
          </a:xfrm>
          <a:prstGeom prst="roundRect">
            <a:avLst>
              <a:gd name="adj" fmla="val 23810"/>
            </a:avLst>
          </a:prstGeom>
          <a:solidFill>
            <a:schemeClr val="tx1"/>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42" name="Shape 3">
            <a:extLst>
              <a:ext uri="{FF2B5EF4-FFF2-40B4-BE49-F238E27FC236}">
                <a16:creationId xmlns:a16="http://schemas.microsoft.com/office/drawing/2014/main" id="{FC90BF73-BAEA-852E-642B-34D390BB348F}"/>
              </a:ext>
            </a:extLst>
          </p:cNvPr>
          <p:cNvSpPr/>
          <p:nvPr/>
        </p:nvSpPr>
        <p:spPr>
          <a:xfrm>
            <a:off x="4612342" y="1333484"/>
            <a:ext cx="2130461" cy="384048"/>
          </a:xfrm>
          <a:prstGeom prst="roundRect">
            <a:avLst>
              <a:gd name="adj" fmla="val 23810"/>
            </a:avLst>
          </a:prstGeom>
          <a:solidFill>
            <a:schemeClr val="accent3"/>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41" name="Shape 3">
            <a:extLst>
              <a:ext uri="{FF2B5EF4-FFF2-40B4-BE49-F238E27FC236}">
                <a16:creationId xmlns:a16="http://schemas.microsoft.com/office/drawing/2014/main" id="{BAFEB61B-FB35-A647-8982-45DEA03F9563}"/>
              </a:ext>
            </a:extLst>
          </p:cNvPr>
          <p:cNvSpPr/>
          <p:nvPr/>
        </p:nvSpPr>
        <p:spPr>
          <a:xfrm>
            <a:off x="2403419" y="1333484"/>
            <a:ext cx="2130461" cy="384048"/>
          </a:xfrm>
          <a:prstGeom prst="roundRect">
            <a:avLst>
              <a:gd name="adj" fmla="val 23810"/>
            </a:avLst>
          </a:prstGeom>
          <a:solidFill>
            <a:schemeClr val="accent1"/>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40" name="Shape 3">
            <a:extLst>
              <a:ext uri="{FF2B5EF4-FFF2-40B4-BE49-F238E27FC236}">
                <a16:creationId xmlns:a16="http://schemas.microsoft.com/office/drawing/2014/main" id="{271E1F9A-02DB-A6AF-7C28-7C2428532CE5}"/>
              </a:ext>
            </a:extLst>
          </p:cNvPr>
          <p:cNvSpPr/>
          <p:nvPr/>
        </p:nvSpPr>
        <p:spPr>
          <a:xfrm>
            <a:off x="191613" y="1333484"/>
            <a:ext cx="2130461" cy="384048"/>
          </a:xfrm>
          <a:prstGeom prst="roundRect">
            <a:avLst>
              <a:gd name="adj" fmla="val 23810"/>
            </a:avLst>
          </a:prstGeom>
          <a:solidFill>
            <a:schemeClr val="accent2"/>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19" name="Text 0">
            <a:extLst>
              <a:ext uri="{FF2B5EF4-FFF2-40B4-BE49-F238E27FC236}">
                <a16:creationId xmlns:a16="http://schemas.microsoft.com/office/drawing/2014/main" id="{AB9312EC-46B9-1F49-7450-C7C206D88F37}"/>
              </a:ext>
            </a:extLst>
          </p:cNvPr>
          <p:cNvSpPr/>
          <p:nvPr/>
        </p:nvSpPr>
        <p:spPr>
          <a:xfrm>
            <a:off x="394212" y="201168"/>
            <a:ext cx="7315200" cy="502920"/>
          </a:xfrm>
          <a:prstGeom prst="rect">
            <a:avLst/>
          </a:prstGeom>
          <a:noFill/>
          <a:ln/>
        </p:spPr>
        <p:txBody>
          <a:bodyPr wrap="square" lIns="0" tIns="0" rIns="0" bIns="0" rtlCol="0" anchor="ctr"/>
          <a:lstStyle/>
          <a:p>
            <a:r>
              <a:rPr lang="en-US" sz="2800" b="1">
                <a:latin typeface="Open Sans" pitchFamily="2" charset="0"/>
                <a:ea typeface="Open Sans" pitchFamily="2" charset="0"/>
                <a:cs typeface="Open Sans" pitchFamily="2" charset="0"/>
              </a:rPr>
              <a:t>Technical Gaps from AI Code</a:t>
            </a:r>
            <a:endParaRPr lang="en-US" sz="2800">
              <a:latin typeface="Open Sans" pitchFamily="2" charset="0"/>
              <a:ea typeface="Open Sans" pitchFamily="2" charset="0"/>
              <a:cs typeface="Open Sans" pitchFamily="2" charset="0"/>
            </a:endParaRPr>
          </a:p>
        </p:txBody>
      </p:sp>
      <p:sp>
        <p:nvSpPr>
          <p:cNvPr id="20" name="Text 1">
            <a:extLst>
              <a:ext uri="{FF2B5EF4-FFF2-40B4-BE49-F238E27FC236}">
                <a16:creationId xmlns:a16="http://schemas.microsoft.com/office/drawing/2014/main" id="{302E41CA-8999-D2DE-60B6-AA04C091A7EC}"/>
              </a:ext>
            </a:extLst>
          </p:cNvPr>
          <p:cNvSpPr/>
          <p:nvPr/>
        </p:nvSpPr>
        <p:spPr>
          <a:xfrm>
            <a:off x="394212" y="676656"/>
            <a:ext cx="8595360" cy="420624"/>
          </a:xfrm>
          <a:prstGeom prst="rect">
            <a:avLst/>
          </a:prstGeom>
          <a:noFill/>
          <a:ln/>
        </p:spPr>
        <p:txBody>
          <a:bodyPr wrap="square" lIns="0" tIns="0" rIns="0" bIns="0" rtlCol="0" anchor="t"/>
          <a:lstStyle/>
          <a:p>
            <a:pPr>
              <a:tabLst>
                <a:tab pos="1949450" algn="l"/>
              </a:tabLst>
            </a:pPr>
            <a:r>
              <a:rPr lang="en-US" sz="1400">
                <a:solidFill>
                  <a:srgbClr val="757575"/>
                </a:solidFill>
                <a:latin typeface="Open Sans" pitchFamily="2" charset="0"/>
                <a:ea typeface="Open Sans" pitchFamily="2" charset="0"/>
                <a:cs typeface="Open Sans" pitchFamily="2" charset="0"/>
              </a:rPr>
              <a:t>In general, AI-generated code has a predictable pattern of gaps. Knowing them lets you find them before engineering does.</a:t>
            </a:r>
            <a:endParaRPr lang="en-US" sz="1400">
              <a:latin typeface="Open Sans" pitchFamily="2" charset="0"/>
              <a:ea typeface="Open Sans" pitchFamily="2" charset="0"/>
              <a:cs typeface="Open Sans" pitchFamily="2" charset="0"/>
            </a:endParaRPr>
          </a:p>
        </p:txBody>
      </p:sp>
      <p:sp>
        <p:nvSpPr>
          <p:cNvPr id="21" name="Shape 2">
            <a:extLst>
              <a:ext uri="{FF2B5EF4-FFF2-40B4-BE49-F238E27FC236}">
                <a16:creationId xmlns:a16="http://schemas.microsoft.com/office/drawing/2014/main" id="{F0270932-816B-8C89-F583-382B2A42F936}"/>
              </a:ext>
            </a:extLst>
          </p:cNvPr>
          <p:cNvSpPr/>
          <p:nvPr/>
        </p:nvSpPr>
        <p:spPr>
          <a:xfrm>
            <a:off x="191612"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22" name="Text 3">
            <a:extLst>
              <a:ext uri="{FF2B5EF4-FFF2-40B4-BE49-F238E27FC236}">
                <a16:creationId xmlns:a16="http://schemas.microsoft.com/office/drawing/2014/main" id="{60F832C2-1838-A92B-9E54-71BE2835CE6C}"/>
              </a:ext>
            </a:extLst>
          </p:cNvPr>
          <p:cNvSpPr/>
          <p:nvPr/>
        </p:nvSpPr>
        <p:spPr>
          <a:xfrm>
            <a:off x="191613" y="1432717"/>
            <a:ext cx="2130461"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No input validation</a:t>
            </a:r>
            <a:endParaRPr lang="en-US" sz="1200">
              <a:solidFill>
                <a:schemeClr val="bg1"/>
              </a:solidFill>
              <a:latin typeface="Open Sans" pitchFamily="2" charset="0"/>
              <a:ea typeface="Open Sans" pitchFamily="2" charset="0"/>
              <a:cs typeface="Open Sans" pitchFamily="2" charset="0"/>
            </a:endParaRPr>
          </a:p>
        </p:txBody>
      </p:sp>
      <p:sp>
        <p:nvSpPr>
          <p:cNvPr id="23" name="Text 4">
            <a:extLst>
              <a:ext uri="{FF2B5EF4-FFF2-40B4-BE49-F238E27FC236}">
                <a16:creationId xmlns:a16="http://schemas.microsoft.com/office/drawing/2014/main" id="{934E0733-4903-3B16-D4FC-C43F727F29BF}"/>
              </a:ext>
            </a:extLst>
          </p:cNvPr>
          <p:cNvSpPr/>
          <p:nvPr/>
        </p:nvSpPr>
        <p:spPr>
          <a:xfrm>
            <a:off x="429311"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Built for the input you described, not the one you forgot</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Every unvalidated input is a crash waiting to happen</a:t>
            </a:r>
          </a:p>
        </p:txBody>
      </p:sp>
      <p:sp>
        <p:nvSpPr>
          <p:cNvPr id="24" name="Shape 5">
            <a:extLst>
              <a:ext uri="{FF2B5EF4-FFF2-40B4-BE49-F238E27FC236}">
                <a16:creationId xmlns:a16="http://schemas.microsoft.com/office/drawing/2014/main" id="{F22598B5-501B-E61A-59E9-F5F62C8A926A}"/>
              </a:ext>
            </a:extLst>
          </p:cNvPr>
          <p:cNvSpPr/>
          <p:nvPr/>
        </p:nvSpPr>
        <p:spPr>
          <a:xfrm>
            <a:off x="2403418"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25" name="Text 6">
            <a:extLst>
              <a:ext uri="{FF2B5EF4-FFF2-40B4-BE49-F238E27FC236}">
                <a16:creationId xmlns:a16="http://schemas.microsoft.com/office/drawing/2014/main" id="{D118333F-69C2-50FF-AD5C-64BE6DE6D1ED}"/>
              </a:ext>
            </a:extLst>
          </p:cNvPr>
          <p:cNvSpPr/>
          <p:nvPr/>
        </p:nvSpPr>
        <p:spPr>
          <a:xfrm>
            <a:off x="2403419" y="1432717"/>
            <a:ext cx="2130461"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Hardcoded secrets</a:t>
            </a:r>
            <a:endParaRPr lang="en-US" sz="1200">
              <a:solidFill>
                <a:schemeClr val="bg1"/>
              </a:solidFill>
              <a:latin typeface="Open Sans" pitchFamily="2" charset="0"/>
              <a:ea typeface="Open Sans" pitchFamily="2" charset="0"/>
              <a:cs typeface="Open Sans" pitchFamily="2" charset="0"/>
            </a:endParaRPr>
          </a:p>
        </p:txBody>
      </p:sp>
      <p:sp>
        <p:nvSpPr>
          <p:cNvPr id="26" name="Text 7">
            <a:extLst>
              <a:ext uri="{FF2B5EF4-FFF2-40B4-BE49-F238E27FC236}">
                <a16:creationId xmlns:a16="http://schemas.microsoft.com/office/drawing/2014/main" id="{0D5BAC84-A75D-F243-EDFA-61120F02157A}"/>
              </a:ext>
            </a:extLst>
          </p:cNvPr>
          <p:cNvSpPr/>
          <p:nvPr/>
        </p:nvSpPr>
        <p:spPr>
          <a:xfrm>
            <a:off x="2641117"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API keys and passwords written directly into the code</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Fine in a PoC. A security incident in production.</a:t>
            </a:r>
          </a:p>
        </p:txBody>
      </p:sp>
      <p:sp>
        <p:nvSpPr>
          <p:cNvPr id="27" name="Shape 8">
            <a:extLst>
              <a:ext uri="{FF2B5EF4-FFF2-40B4-BE49-F238E27FC236}">
                <a16:creationId xmlns:a16="http://schemas.microsoft.com/office/drawing/2014/main" id="{35D90C75-2B9E-65A0-44C3-6FBB2E1D73CF}"/>
              </a:ext>
            </a:extLst>
          </p:cNvPr>
          <p:cNvSpPr/>
          <p:nvPr/>
        </p:nvSpPr>
        <p:spPr>
          <a:xfrm>
            <a:off x="4612341"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28" name="Text 9">
            <a:extLst>
              <a:ext uri="{FF2B5EF4-FFF2-40B4-BE49-F238E27FC236}">
                <a16:creationId xmlns:a16="http://schemas.microsoft.com/office/drawing/2014/main" id="{E99CA8D5-B010-6646-598E-1B1D9E880AB5}"/>
              </a:ext>
            </a:extLst>
          </p:cNvPr>
          <p:cNvSpPr/>
          <p:nvPr/>
        </p:nvSpPr>
        <p:spPr>
          <a:xfrm>
            <a:off x="4612341" y="1432717"/>
            <a:ext cx="2130462"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No retry logic</a:t>
            </a:r>
            <a:endParaRPr lang="en-US" sz="1200">
              <a:solidFill>
                <a:schemeClr val="bg1"/>
              </a:solidFill>
              <a:latin typeface="Open Sans" pitchFamily="2" charset="0"/>
              <a:ea typeface="Open Sans" pitchFamily="2" charset="0"/>
              <a:cs typeface="Open Sans" pitchFamily="2" charset="0"/>
            </a:endParaRPr>
          </a:p>
        </p:txBody>
      </p:sp>
      <p:sp>
        <p:nvSpPr>
          <p:cNvPr id="29" name="Text 10">
            <a:extLst>
              <a:ext uri="{FF2B5EF4-FFF2-40B4-BE49-F238E27FC236}">
                <a16:creationId xmlns:a16="http://schemas.microsoft.com/office/drawing/2014/main" id="{C3B33D46-9BA0-BB26-DB24-ACF444CBB923}"/>
              </a:ext>
            </a:extLst>
          </p:cNvPr>
          <p:cNvSpPr/>
          <p:nvPr/>
        </p:nvSpPr>
        <p:spPr>
          <a:xfrm>
            <a:off x="4850040"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External API fails, the script crashes</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Claude will not add retry or graceful failure unless asked</a:t>
            </a:r>
          </a:p>
        </p:txBody>
      </p:sp>
      <p:sp>
        <p:nvSpPr>
          <p:cNvPr id="30" name="Shape 11">
            <a:extLst>
              <a:ext uri="{FF2B5EF4-FFF2-40B4-BE49-F238E27FC236}">
                <a16:creationId xmlns:a16="http://schemas.microsoft.com/office/drawing/2014/main" id="{25BD1059-3B81-07A9-6D19-B5410AA227D5}"/>
              </a:ext>
            </a:extLst>
          </p:cNvPr>
          <p:cNvSpPr/>
          <p:nvPr/>
        </p:nvSpPr>
        <p:spPr>
          <a:xfrm>
            <a:off x="6828558"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31" name="Text 12">
            <a:extLst>
              <a:ext uri="{FF2B5EF4-FFF2-40B4-BE49-F238E27FC236}">
                <a16:creationId xmlns:a16="http://schemas.microsoft.com/office/drawing/2014/main" id="{52DF1A5E-5011-2A6A-8B66-CF88E8057410}"/>
              </a:ext>
            </a:extLst>
          </p:cNvPr>
          <p:cNvSpPr/>
          <p:nvPr/>
        </p:nvSpPr>
        <p:spPr>
          <a:xfrm>
            <a:off x="6831125" y="1432717"/>
            <a:ext cx="2125329"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Brittle dependencies</a:t>
            </a:r>
            <a:endParaRPr lang="en-US" sz="1200">
              <a:solidFill>
                <a:schemeClr val="bg1"/>
              </a:solidFill>
              <a:latin typeface="Open Sans" pitchFamily="2" charset="0"/>
              <a:ea typeface="Open Sans" pitchFamily="2" charset="0"/>
              <a:cs typeface="Open Sans" pitchFamily="2" charset="0"/>
            </a:endParaRPr>
          </a:p>
        </p:txBody>
      </p:sp>
      <p:sp>
        <p:nvSpPr>
          <p:cNvPr id="32" name="Text 13">
            <a:extLst>
              <a:ext uri="{FF2B5EF4-FFF2-40B4-BE49-F238E27FC236}">
                <a16:creationId xmlns:a16="http://schemas.microsoft.com/office/drawing/2014/main" id="{34AB30A7-5E80-D79A-A6FA-2A4F0951338E}"/>
              </a:ext>
            </a:extLst>
          </p:cNvPr>
          <p:cNvSpPr/>
          <p:nvPr/>
        </p:nvSpPr>
        <p:spPr>
          <a:xfrm>
            <a:off x="7066257"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Library versions from Claude's training data</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May not be current, maintained, or org-approved</a:t>
            </a:r>
          </a:p>
        </p:txBody>
      </p:sp>
      <p:sp>
        <p:nvSpPr>
          <p:cNvPr id="33" name="Shape 14">
            <a:extLst>
              <a:ext uri="{FF2B5EF4-FFF2-40B4-BE49-F238E27FC236}">
                <a16:creationId xmlns:a16="http://schemas.microsoft.com/office/drawing/2014/main" id="{3350AE1C-BDF9-B4EF-C623-93B03BD5352C}"/>
              </a:ext>
            </a:extLst>
          </p:cNvPr>
          <p:cNvSpPr/>
          <p:nvPr/>
        </p:nvSpPr>
        <p:spPr>
          <a:xfrm>
            <a:off x="292608" y="3975770"/>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4" name="Text 15">
            <a:extLst>
              <a:ext uri="{FF2B5EF4-FFF2-40B4-BE49-F238E27FC236}">
                <a16:creationId xmlns:a16="http://schemas.microsoft.com/office/drawing/2014/main" id="{C5F97422-BA3C-6D6C-46A1-EC6D64C153B1}"/>
              </a:ext>
            </a:extLst>
          </p:cNvPr>
          <p:cNvSpPr/>
          <p:nvPr/>
        </p:nvSpPr>
        <p:spPr>
          <a:xfrm>
            <a:off x="493776" y="3975770"/>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These are not mistakes. They are the natural output of code built for proof, not production. To fix this, we have 10x rule.</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55084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CADB1D8D-FB6C-5BB8-4F62-49571710E6D2}"/>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The 10x Rule</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5962E60C-06E3-F838-5455-94775E07939C}"/>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A practical framework for estimating the real engineering effort to productionise a PoC, and for communicating it honestly to stakeholders.</a:t>
            </a:r>
          </a:p>
        </p:txBody>
      </p:sp>
      <p:sp>
        <p:nvSpPr>
          <p:cNvPr id="5" name="Shape 2">
            <a:extLst>
              <a:ext uri="{FF2B5EF4-FFF2-40B4-BE49-F238E27FC236}">
                <a16:creationId xmlns:a16="http://schemas.microsoft.com/office/drawing/2014/main" id="{536F1737-B701-16B1-7F23-A967CE995412}"/>
              </a:ext>
            </a:extLst>
          </p:cNvPr>
          <p:cNvSpPr/>
          <p:nvPr/>
        </p:nvSpPr>
        <p:spPr>
          <a:xfrm>
            <a:off x="292608" y="1207008"/>
            <a:ext cx="4133088" cy="2880360"/>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229D5EF3-3715-544F-1F69-36DEE35FF2E5}"/>
              </a:ext>
            </a:extLst>
          </p:cNvPr>
          <p:cNvSpPr/>
          <p:nvPr/>
        </p:nvSpPr>
        <p:spPr>
          <a:xfrm>
            <a:off x="-777240" y="1337732"/>
            <a:ext cx="3730752" cy="320040"/>
          </a:xfrm>
          <a:prstGeom prst="rect">
            <a:avLst/>
          </a:prstGeom>
          <a:noFill/>
          <a:ln/>
        </p:spPr>
        <p:txBody>
          <a:bodyPr wrap="square" lIns="0" tIns="0" rIns="0" bIns="0" rtlCol="0" anchor="ctr"/>
          <a:lstStyle/>
          <a:p>
            <a:pPr marL="0" indent="0" algn="ctr">
              <a:buNone/>
            </a:pPr>
            <a:r>
              <a:rPr lang="en-US" sz="1400" b="1">
                <a:solidFill>
                  <a:schemeClr val="accent2"/>
                </a:solidFill>
                <a:latin typeface="Open Sans" pitchFamily="2" charset="0"/>
                <a:ea typeface="Open Sans" pitchFamily="2" charset="0"/>
                <a:cs typeface="Open Sans" pitchFamily="2" charset="0"/>
              </a:rPr>
              <a:t>THE RULE</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6E763711-C7B5-4CCA-AFA2-ADF47B2AB09A}"/>
              </a:ext>
            </a:extLst>
          </p:cNvPr>
          <p:cNvSpPr/>
          <p:nvPr/>
        </p:nvSpPr>
        <p:spPr>
          <a:xfrm>
            <a:off x="661910" y="1719072"/>
            <a:ext cx="3394483" cy="2185416"/>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For every unit of effort it took to build the PoC, estimate 10 units to make it production-ready.</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0" indent="0">
              <a:lnSpc>
                <a:spcPct val="116000"/>
              </a:lnSpc>
              <a:buNone/>
            </a:pPr>
            <a:r>
              <a:rPr lang="en-US" sz="1200">
                <a:solidFill>
                  <a:schemeClr val="tx2"/>
                </a:solidFill>
                <a:latin typeface="Open Sans" pitchFamily="2" charset="0"/>
                <a:ea typeface="Open Sans" pitchFamily="2" charset="0"/>
                <a:cs typeface="Open Sans" pitchFamily="2" charset="0"/>
              </a:rPr>
              <a:t>A PoC built in one session means roughly 10 sessions of engineering effort to ship it.</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0" indent="0">
              <a:lnSpc>
                <a:spcPct val="116000"/>
              </a:lnSpc>
              <a:buNone/>
            </a:pPr>
            <a:r>
              <a:rPr lang="en-US" sz="1200">
                <a:solidFill>
                  <a:schemeClr val="tx2"/>
                </a:solidFill>
                <a:latin typeface="Open Sans" pitchFamily="2" charset="0"/>
                <a:ea typeface="Open Sans" pitchFamily="2" charset="0"/>
                <a:cs typeface="Open Sans" pitchFamily="2" charset="0"/>
              </a:rPr>
              <a:t>This is a heuristic, not a formula. The multiplier shrinks for simple scripts with no external dependencies, and grows for anything touching authentication, compliance, or scale.</a:t>
            </a:r>
          </a:p>
        </p:txBody>
      </p:sp>
      <p:sp>
        <p:nvSpPr>
          <p:cNvPr id="8" name="Shape 5">
            <a:extLst>
              <a:ext uri="{FF2B5EF4-FFF2-40B4-BE49-F238E27FC236}">
                <a16:creationId xmlns:a16="http://schemas.microsoft.com/office/drawing/2014/main" id="{FA2AD0BD-0CE6-1502-8534-F009214B8E32}"/>
              </a:ext>
            </a:extLst>
          </p:cNvPr>
          <p:cNvSpPr/>
          <p:nvPr/>
        </p:nvSpPr>
        <p:spPr>
          <a:xfrm>
            <a:off x="4718304" y="1207008"/>
            <a:ext cx="4133088" cy="2880360"/>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1DA9D214-68E0-D5C9-9449-10A5FB43AB95}"/>
              </a:ext>
            </a:extLst>
          </p:cNvPr>
          <p:cNvSpPr/>
          <p:nvPr/>
        </p:nvSpPr>
        <p:spPr>
          <a:xfrm>
            <a:off x="3716314" y="1337732"/>
            <a:ext cx="3730752" cy="320040"/>
          </a:xfrm>
          <a:prstGeom prst="rect">
            <a:avLst/>
          </a:prstGeom>
          <a:noFill/>
          <a:ln/>
        </p:spPr>
        <p:txBody>
          <a:bodyPr wrap="square" lIns="0" tIns="0" rIns="0" bIns="0" rtlCol="0" anchor="ctr"/>
          <a:lstStyle/>
          <a:p>
            <a:pPr marL="0" indent="0" algn="ctr">
              <a:buNone/>
            </a:pPr>
            <a:r>
              <a:rPr lang="en-US" sz="1400" b="1">
                <a:solidFill>
                  <a:schemeClr val="accent2"/>
                </a:solidFill>
                <a:latin typeface="Open Sans" pitchFamily="2" charset="0"/>
                <a:ea typeface="Open Sans" pitchFamily="2" charset="0"/>
                <a:cs typeface="Open Sans" pitchFamily="2" charset="0"/>
              </a:rPr>
              <a:t>WHY IT EXISTS</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48718EB2-6411-829E-5D99-37B74DBDEB74}"/>
              </a:ext>
            </a:extLst>
          </p:cNvPr>
          <p:cNvSpPr/>
          <p:nvPr/>
        </p:nvSpPr>
        <p:spPr>
          <a:xfrm>
            <a:off x="4960450" y="1719072"/>
            <a:ext cx="3648795" cy="2185416"/>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The 10x rule is not pessimism, it is calibration. The gap is structurally large because:</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Security, compliance, and observability were all out of scope by design</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AI-generated code assumes ideal conditions; production provides none</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Code that works once needs to work every time, for every user, when things go wrong</a:t>
            </a:r>
          </a:p>
        </p:txBody>
      </p:sp>
      <p:sp>
        <p:nvSpPr>
          <p:cNvPr id="11" name="Shape 8">
            <a:extLst>
              <a:ext uri="{FF2B5EF4-FFF2-40B4-BE49-F238E27FC236}">
                <a16:creationId xmlns:a16="http://schemas.microsoft.com/office/drawing/2014/main" id="{714F2895-27C9-4C41-2B63-780274EF0F88}"/>
              </a:ext>
            </a:extLst>
          </p:cNvPr>
          <p:cNvSpPr/>
          <p:nvPr/>
        </p:nvSpPr>
        <p:spPr>
          <a:xfrm>
            <a:off x="292608" y="4248336"/>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2BF9A926-B6B2-5C15-6372-9DA414892A8C}"/>
              </a:ext>
            </a:extLst>
          </p:cNvPr>
          <p:cNvSpPr/>
          <p:nvPr/>
        </p:nvSpPr>
        <p:spPr>
          <a:xfrm>
            <a:off x="493776" y="4248336"/>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When a stakeholder asks, “how hard to build can it be?”, the 10x rule is your answer.</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697310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2">
            <a:extLst>
              <a:ext uri="{FF2B5EF4-FFF2-40B4-BE49-F238E27FC236}">
                <a16:creationId xmlns:a16="http://schemas.microsoft.com/office/drawing/2014/main" id="{69672042-4BB1-5700-A085-DABA0EA80E2C}"/>
              </a:ext>
            </a:extLst>
          </p:cNvPr>
          <p:cNvSpPr/>
          <p:nvPr/>
        </p:nvSpPr>
        <p:spPr>
          <a:xfrm>
            <a:off x="4716327" y="1181223"/>
            <a:ext cx="4133088" cy="3520439"/>
          </a:xfrm>
          <a:prstGeom prst="roundRect">
            <a:avLst>
              <a:gd name="adj" fmla="val 3367"/>
            </a:avLst>
          </a:prstGeom>
          <a:solidFill>
            <a:srgbClr val="FFF8E1"/>
          </a:solidFill>
          <a:ln w="1270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6" name="Shape 2">
            <a:extLst>
              <a:ext uri="{FF2B5EF4-FFF2-40B4-BE49-F238E27FC236}">
                <a16:creationId xmlns:a16="http://schemas.microsoft.com/office/drawing/2014/main" id="{B26D970D-EF18-4DFF-4169-158E53F30E80}"/>
              </a:ext>
            </a:extLst>
          </p:cNvPr>
          <p:cNvSpPr/>
          <p:nvPr/>
        </p:nvSpPr>
        <p:spPr>
          <a:xfrm>
            <a:off x="292608" y="1181223"/>
            <a:ext cx="4133088" cy="3520439"/>
          </a:xfrm>
          <a:prstGeom prst="roundRect">
            <a:avLst>
              <a:gd name="adj" fmla="val 3367"/>
            </a:avLst>
          </a:prstGeom>
          <a:solidFill>
            <a:schemeClr val="accent5">
              <a:lumMod val="20000"/>
              <a:lumOff val="80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p>
        </p:txBody>
      </p:sp>
      <p:sp>
        <p:nvSpPr>
          <p:cNvPr id="3" name="Text 0">
            <a:extLst>
              <a:ext uri="{FF2B5EF4-FFF2-40B4-BE49-F238E27FC236}">
                <a16:creationId xmlns:a16="http://schemas.microsoft.com/office/drawing/2014/main" id="{F3CAF923-CC61-7776-76A7-6B353F40144B}"/>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Translating a PoC into a Spec</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C4823688-0691-B34A-573D-1113B7AF6A24}"/>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Engineering needs artefacts, not a demo. These close the handoff gap.</a:t>
            </a:r>
          </a:p>
        </p:txBody>
      </p:sp>
      <p:sp>
        <p:nvSpPr>
          <p:cNvPr id="6" name="Text 3">
            <a:extLst>
              <a:ext uri="{FF2B5EF4-FFF2-40B4-BE49-F238E27FC236}">
                <a16:creationId xmlns:a16="http://schemas.microsoft.com/office/drawing/2014/main" id="{D8F1FD39-A863-35DC-FA3F-D90ACF86D0C2}"/>
              </a:ext>
            </a:extLst>
          </p:cNvPr>
          <p:cNvSpPr/>
          <p:nvPr/>
        </p:nvSpPr>
        <p:spPr>
          <a:xfrm>
            <a:off x="493776" y="132962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ARCHITECTURE DECISION RECORD</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BEEF16A-B588-B38E-32A6-C6D68C8351DB}"/>
              </a:ext>
            </a:extLst>
          </p:cNvPr>
          <p:cNvSpPr/>
          <p:nvPr/>
        </p:nvSpPr>
        <p:spPr>
          <a:xfrm>
            <a:off x="493776" y="1693671"/>
            <a:ext cx="3730752" cy="1005840"/>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Records the key technical decisions made during the build, and why alternatives were ruled out. Claude made choices on your behalf; the ADR names the ones that matter.</a:t>
            </a:r>
          </a:p>
        </p:txBody>
      </p:sp>
      <p:sp>
        <p:nvSpPr>
          <p:cNvPr id="8" name="Shape 5">
            <a:extLst>
              <a:ext uri="{FF2B5EF4-FFF2-40B4-BE49-F238E27FC236}">
                <a16:creationId xmlns:a16="http://schemas.microsoft.com/office/drawing/2014/main" id="{EFD758AB-0AC2-9140-3F45-F9B2A07E49ED}"/>
              </a:ext>
            </a:extLst>
          </p:cNvPr>
          <p:cNvSpPr/>
          <p:nvPr/>
        </p:nvSpPr>
        <p:spPr>
          <a:xfrm>
            <a:off x="475488" y="2756916"/>
            <a:ext cx="3767328" cy="1709928"/>
          </a:xfrm>
          <a:prstGeom prst="roundRect">
            <a:avLst>
              <a:gd name="adj" fmla="val 3209"/>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D0D05FAD-34B0-10F7-5F55-66A5EB987CBF}"/>
              </a:ext>
            </a:extLst>
          </p:cNvPr>
          <p:cNvSpPr/>
          <p:nvPr/>
        </p:nvSpPr>
        <p:spPr>
          <a:xfrm>
            <a:off x="676656" y="3075493"/>
            <a:ext cx="3364992" cy="1077345"/>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"List every architectural</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decision made in building this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PoC. For each, name the</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alternative considered and</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why this choice was made."</a:t>
            </a:r>
          </a:p>
        </p:txBody>
      </p:sp>
      <p:sp>
        <p:nvSpPr>
          <p:cNvPr id="11" name="Text 8">
            <a:extLst>
              <a:ext uri="{FF2B5EF4-FFF2-40B4-BE49-F238E27FC236}">
                <a16:creationId xmlns:a16="http://schemas.microsoft.com/office/drawing/2014/main" id="{503DDC18-6FEE-F83B-6FB1-F0E8E644B70E}"/>
              </a:ext>
            </a:extLst>
          </p:cNvPr>
          <p:cNvSpPr/>
          <p:nvPr/>
        </p:nvSpPr>
        <p:spPr>
          <a:xfrm>
            <a:off x="4919472" y="1329629"/>
            <a:ext cx="3730752" cy="347472"/>
          </a:xfrm>
          <a:prstGeom prst="rect">
            <a:avLst/>
          </a:prstGeom>
          <a:noFill/>
          <a:ln/>
        </p:spPr>
        <p:txBody>
          <a:bodyPr wrap="square" lIns="0" tIns="0" rIns="0" bIns="0" rtlCol="0" anchor="ctr"/>
          <a:lstStyle/>
          <a:p>
            <a:pPr marL="0" indent="0">
              <a:buNone/>
            </a:pPr>
            <a:r>
              <a:rPr lang="en-US" sz="1400" b="1">
                <a:solidFill>
                  <a:schemeClr val="accent1"/>
                </a:solidFill>
                <a:latin typeface="Open Sans" pitchFamily="2" charset="0"/>
                <a:ea typeface="Open Sans" pitchFamily="2" charset="0"/>
                <a:cs typeface="Open Sans" pitchFamily="2" charset="0"/>
              </a:rPr>
              <a:t>DATA FLOW DIAGRAM</a:t>
            </a:r>
            <a:endParaRPr lang="en-US" sz="1400">
              <a:solidFill>
                <a:schemeClr val="accent1"/>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024E78A4-E9A4-8C3C-71B1-7C65554F4442}"/>
              </a:ext>
            </a:extLst>
          </p:cNvPr>
          <p:cNvSpPr/>
          <p:nvPr/>
        </p:nvSpPr>
        <p:spPr>
          <a:xfrm>
            <a:off x="4919472" y="1693671"/>
            <a:ext cx="3730752" cy="1005840"/>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A plain-text map of where data comes from, where it goes, and what transforms it. The most expensive production surprises come from data; a diagram surfaces them early.</a:t>
            </a:r>
          </a:p>
        </p:txBody>
      </p:sp>
      <p:sp>
        <p:nvSpPr>
          <p:cNvPr id="13" name="Shape 10">
            <a:extLst>
              <a:ext uri="{FF2B5EF4-FFF2-40B4-BE49-F238E27FC236}">
                <a16:creationId xmlns:a16="http://schemas.microsoft.com/office/drawing/2014/main" id="{E3583325-9A58-3CDD-C2E7-191631DF318A}"/>
              </a:ext>
            </a:extLst>
          </p:cNvPr>
          <p:cNvSpPr/>
          <p:nvPr/>
        </p:nvSpPr>
        <p:spPr>
          <a:xfrm>
            <a:off x="4901184" y="2756916"/>
            <a:ext cx="3767328" cy="1709928"/>
          </a:xfrm>
          <a:prstGeom prst="roundRect">
            <a:avLst>
              <a:gd name="adj" fmla="val 3209"/>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19465DE0-9223-E306-39D7-47B81E46D7DF}"/>
              </a:ext>
            </a:extLst>
          </p:cNvPr>
          <p:cNvSpPr/>
          <p:nvPr/>
        </p:nvSpPr>
        <p:spPr>
          <a:xfrm>
            <a:off x="5102352" y="3075493"/>
            <a:ext cx="3364992" cy="1077345"/>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"Generate a simple data</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flow diagram for this project,</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inputs, transformations,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outputs, and any external</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services."</a:t>
            </a:r>
          </a:p>
        </p:txBody>
      </p:sp>
    </p:spTree>
    <p:extLst>
      <p:ext uri="{BB962C8B-B14F-4D97-AF65-F5344CB8AC3E}">
        <p14:creationId xmlns:p14="http://schemas.microsoft.com/office/powerpoint/2010/main" val="2486761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 14">
            <a:extLst>
              <a:ext uri="{FF2B5EF4-FFF2-40B4-BE49-F238E27FC236}">
                <a16:creationId xmlns:a16="http://schemas.microsoft.com/office/drawing/2014/main" id="{009C1F26-E70F-39A6-38EA-E66456AFFE50}"/>
              </a:ext>
            </a:extLst>
          </p:cNvPr>
          <p:cNvSpPr/>
          <p:nvPr/>
        </p:nvSpPr>
        <p:spPr>
          <a:xfrm>
            <a:off x="292608" y="1179575"/>
            <a:ext cx="4133088" cy="3520439"/>
          </a:xfrm>
          <a:prstGeom prst="roundRect">
            <a:avLst>
              <a:gd name="adj" fmla="val 3367"/>
            </a:avLst>
          </a:prstGeom>
          <a:solidFill>
            <a:srgbClr val="E8F5E9"/>
          </a:solidFill>
          <a:ln w="1270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A5F8722F-3AD1-4B8B-9A88-FD4F907965E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Translating a PoC into a Spec</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54520E5F-DF56-2CC2-3B49-F206CA3B1BD5}"/>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Engineering needs artefacts, not a demo. These close the handoff gap.</a:t>
            </a:r>
          </a:p>
        </p:txBody>
      </p:sp>
      <p:sp>
        <p:nvSpPr>
          <p:cNvPr id="6" name="Text 3">
            <a:extLst>
              <a:ext uri="{FF2B5EF4-FFF2-40B4-BE49-F238E27FC236}">
                <a16:creationId xmlns:a16="http://schemas.microsoft.com/office/drawing/2014/main" id="{A3F1F4A7-1E1D-2463-9F37-A1E8BD273A5A}"/>
              </a:ext>
            </a:extLst>
          </p:cNvPr>
          <p:cNvSpPr/>
          <p:nvPr/>
        </p:nvSpPr>
        <p:spPr>
          <a:xfrm>
            <a:off x="512064" y="1346199"/>
            <a:ext cx="3730752" cy="347472"/>
          </a:xfrm>
          <a:prstGeom prst="rect">
            <a:avLst/>
          </a:prstGeom>
          <a:noFill/>
          <a:ln/>
        </p:spPr>
        <p:txBody>
          <a:bodyPr wrap="square" lIns="0" tIns="0" rIns="0" bIns="0" rtlCol="0" anchor="ctr"/>
          <a:lstStyle/>
          <a:p>
            <a:pPr marL="0" indent="0">
              <a:buNone/>
            </a:pPr>
            <a:r>
              <a:rPr lang="en-US" sz="1400" b="1">
                <a:solidFill>
                  <a:srgbClr val="00B050"/>
                </a:solidFill>
                <a:latin typeface="Open Sans" pitchFamily="2" charset="0"/>
                <a:ea typeface="Open Sans" pitchFamily="2" charset="0"/>
                <a:cs typeface="Open Sans" pitchFamily="2" charset="0"/>
              </a:rPr>
              <a:t>API CONTRACT</a:t>
            </a:r>
            <a:endParaRPr lang="en-US" sz="1400">
              <a:solidFill>
                <a:srgbClr val="00B050"/>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7C8E5C3D-D5AC-6232-4856-730EBB053E31}"/>
              </a:ext>
            </a:extLst>
          </p:cNvPr>
          <p:cNvSpPr/>
          <p:nvPr/>
        </p:nvSpPr>
        <p:spPr>
          <a:xfrm>
            <a:off x="512064" y="1738714"/>
            <a:ext cx="3547872" cy="1045217"/>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Every external API this PoC calls: endpoint, authentication method, expected response, and failure modes. Engineering needs to know which APIs are required, and which are not approved for production.</a:t>
            </a:r>
          </a:p>
        </p:txBody>
      </p:sp>
      <p:sp>
        <p:nvSpPr>
          <p:cNvPr id="8" name="Shape 5">
            <a:extLst>
              <a:ext uri="{FF2B5EF4-FFF2-40B4-BE49-F238E27FC236}">
                <a16:creationId xmlns:a16="http://schemas.microsoft.com/office/drawing/2014/main" id="{9831E133-0846-EC67-B87A-A91159E6E310}"/>
              </a:ext>
            </a:extLst>
          </p:cNvPr>
          <p:cNvSpPr/>
          <p:nvPr/>
        </p:nvSpPr>
        <p:spPr>
          <a:xfrm>
            <a:off x="475488" y="2985516"/>
            <a:ext cx="3767328" cy="1481328"/>
          </a:xfrm>
          <a:prstGeom prst="roundRect">
            <a:avLst>
              <a:gd name="adj" fmla="val 3704"/>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0735C3E8-AA62-567C-06A3-8D73490F708A}"/>
              </a:ext>
            </a:extLst>
          </p:cNvPr>
          <p:cNvSpPr/>
          <p:nvPr/>
        </p:nvSpPr>
        <p:spPr>
          <a:xfrm>
            <a:off x="676656" y="3206326"/>
            <a:ext cx="3364992" cy="1117133"/>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"List every external API</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or service this PoC calls. Name</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the endpoint, the auth method,</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and what happens if it is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unavailable."</a:t>
            </a:r>
          </a:p>
        </p:txBody>
      </p:sp>
      <p:sp>
        <p:nvSpPr>
          <p:cNvPr id="10" name="Shape 7">
            <a:extLst>
              <a:ext uri="{FF2B5EF4-FFF2-40B4-BE49-F238E27FC236}">
                <a16:creationId xmlns:a16="http://schemas.microsoft.com/office/drawing/2014/main" id="{C43BC4F3-F32A-B52B-2EE4-E97D3CD55C29}"/>
              </a:ext>
            </a:extLst>
          </p:cNvPr>
          <p:cNvSpPr/>
          <p:nvPr/>
        </p:nvSpPr>
        <p:spPr>
          <a:xfrm>
            <a:off x="4718304" y="1188720"/>
            <a:ext cx="4133088" cy="3520440"/>
          </a:xfrm>
          <a:prstGeom prst="roundRect">
            <a:avLst>
              <a:gd name="adj" fmla="val 1558"/>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21394292-685D-1733-2A64-63B38B118398}"/>
              </a:ext>
            </a:extLst>
          </p:cNvPr>
          <p:cNvSpPr/>
          <p:nvPr/>
        </p:nvSpPr>
        <p:spPr>
          <a:xfrm>
            <a:off x="4919472" y="1346199"/>
            <a:ext cx="3730752" cy="347472"/>
          </a:xfrm>
          <a:prstGeom prst="rect">
            <a:avLst/>
          </a:prstGeom>
          <a:noFill/>
          <a:ln/>
        </p:spPr>
        <p:txBody>
          <a:bodyPr wrap="square" lIns="0" tIns="0" rIns="0" bIns="0" rtlCol="0" anchor="ctr"/>
          <a:lstStyle/>
          <a:p>
            <a:pPr marL="0" indent="0">
              <a:buNone/>
            </a:pPr>
            <a:r>
              <a:rPr lang="en-US" sz="1250" b="1">
                <a:latin typeface="Open Sans" pitchFamily="2" charset="0"/>
                <a:ea typeface="Open Sans" pitchFamily="2" charset="0"/>
                <a:cs typeface="Open Sans" pitchFamily="2" charset="0"/>
              </a:rPr>
              <a:t>NON-FUNCTIONAL REQUIREMENTS</a:t>
            </a:r>
            <a:endParaRPr lang="en-US" sz="12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523B1D11-6D52-7AD9-070C-F5332E06AF57}"/>
              </a:ext>
            </a:extLst>
          </p:cNvPr>
          <p:cNvSpPr/>
          <p:nvPr/>
        </p:nvSpPr>
        <p:spPr>
          <a:xfrm>
            <a:off x="4919472" y="1738714"/>
            <a:ext cx="3730752" cy="822960"/>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The requirements that never show up in the demo. Naming them upfront prevents scope surprises in the engineering sprint.</a:t>
            </a:r>
          </a:p>
        </p:txBody>
      </p:sp>
      <p:sp>
        <p:nvSpPr>
          <p:cNvPr id="13" name="Shape 10">
            <a:extLst>
              <a:ext uri="{FF2B5EF4-FFF2-40B4-BE49-F238E27FC236}">
                <a16:creationId xmlns:a16="http://schemas.microsoft.com/office/drawing/2014/main" id="{3C9C8687-ED48-7B6D-9D0F-7F295317D77D}"/>
              </a:ext>
            </a:extLst>
          </p:cNvPr>
          <p:cNvSpPr/>
          <p:nvPr/>
        </p:nvSpPr>
        <p:spPr>
          <a:xfrm>
            <a:off x="4919472" y="2697480"/>
            <a:ext cx="1025957"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D6992FA8-DB37-29E2-B1BE-33D8B868AF33}"/>
              </a:ext>
            </a:extLst>
          </p:cNvPr>
          <p:cNvSpPr/>
          <p:nvPr/>
        </p:nvSpPr>
        <p:spPr>
          <a:xfrm>
            <a:off x="4919472" y="2697480"/>
            <a:ext cx="1025957"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Performance</a:t>
            </a:r>
          </a:p>
        </p:txBody>
      </p:sp>
      <p:sp>
        <p:nvSpPr>
          <p:cNvPr id="15" name="Shape 12">
            <a:extLst>
              <a:ext uri="{FF2B5EF4-FFF2-40B4-BE49-F238E27FC236}">
                <a16:creationId xmlns:a16="http://schemas.microsoft.com/office/drawing/2014/main" id="{4EBEF766-CAAC-B5F7-A2B7-2A0CDF4769FF}"/>
              </a:ext>
            </a:extLst>
          </p:cNvPr>
          <p:cNvSpPr/>
          <p:nvPr/>
        </p:nvSpPr>
        <p:spPr>
          <a:xfrm>
            <a:off x="6073445" y="2697480"/>
            <a:ext cx="801014"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81AAE453-E61F-BC31-423F-DA145924A0F9}"/>
              </a:ext>
            </a:extLst>
          </p:cNvPr>
          <p:cNvSpPr/>
          <p:nvPr/>
        </p:nvSpPr>
        <p:spPr>
          <a:xfrm>
            <a:off x="6073445" y="2697480"/>
            <a:ext cx="801014"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Security</a:t>
            </a:r>
          </a:p>
        </p:txBody>
      </p:sp>
      <p:sp>
        <p:nvSpPr>
          <p:cNvPr id="17" name="Shape 14">
            <a:extLst>
              <a:ext uri="{FF2B5EF4-FFF2-40B4-BE49-F238E27FC236}">
                <a16:creationId xmlns:a16="http://schemas.microsoft.com/office/drawing/2014/main" id="{F13FB32E-25B9-8FFE-5F59-23990645F340}"/>
              </a:ext>
            </a:extLst>
          </p:cNvPr>
          <p:cNvSpPr/>
          <p:nvPr/>
        </p:nvSpPr>
        <p:spPr>
          <a:xfrm>
            <a:off x="7002475" y="2697480"/>
            <a:ext cx="950976"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D3073316-C892-8378-B054-1659F4DA5152}"/>
              </a:ext>
            </a:extLst>
          </p:cNvPr>
          <p:cNvSpPr/>
          <p:nvPr/>
        </p:nvSpPr>
        <p:spPr>
          <a:xfrm>
            <a:off x="7002475" y="2697480"/>
            <a:ext cx="950976"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Compliance</a:t>
            </a:r>
          </a:p>
        </p:txBody>
      </p:sp>
      <p:sp>
        <p:nvSpPr>
          <p:cNvPr id="19" name="Shape 16">
            <a:extLst>
              <a:ext uri="{FF2B5EF4-FFF2-40B4-BE49-F238E27FC236}">
                <a16:creationId xmlns:a16="http://schemas.microsoft.com/office/drawing/2014/main" id="{E178BF01-B2EC-7D43-DDF7-4908B9116687}"/>
              </a:ext>
            </a:extLst>
          </p:cNvPr>
          <p:cNvSpPr/>
          <p:nvPr/>
        </p:nvSpPr>
        <p:spPr>
          <a:xfrm>
            <a:off x="4919472" y="3136392"/>
            <a:ext cx="1100938"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367A94AB-C55F-5B78-52AC-8B0B07B2F325}"/>
              </a:ext>
            </a:extLst>
          </p:cNvPr>
          <p:cNvSpPr/>
          <p:nvPr/>
        </p:nvSpPr>
        <p:spPr>
          <a:xfrm>
            <a:off x="4919472" y="3136392"/>
            <a:ext cx="1100938"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Availability</a:t>
            </a:r>
          </a:p>
        </p:txBody>
      </p:sp>
    </p:spTree>
    <p:extLst>
      <p:ext uri="{BB962C8B-B14F-4D97-AF65-F5344CB8AC3E}">
        <p14:creationId xmlns:p14="http://schemas.microsoft.com/office/powerpoint/2010/main" val="392772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0C2F40B-EF2E-20EB-3CBA-350D76ED833A}"/>
              </a:ext>
            </a:extLst>
          </p:cNvPr>
          <p:cNvSpPr/>
          <p:nvPr/>
        </p:nvSpPr>
        <p:spPr>
          <a:xfrm>
            <a:off x="386330" y="201168"/>
            <a:ext cx="8588264" cy="487155"/>
          </a:xfrm>
          <a:prstGeom prst="rect">
            <a:avLst/>
          </a:prstGeom>
          <a:noFill/>
          <a:ln/>
        </p:spPr>
        <p:txBody>
          <a:bodyPr wrap="square" lIns="0" tIns="0" rIns="0" bIns="0" rtlCol="0" anchor="ctr"/>
          <a:lstStyle/>
          <a:p>
            <a:r>
              <a:rPr lang="en-US" sz="2800" b="1">
                <a:latin typeface="Open Sans" pitchFamily="2" charset="0"/>
                <a:ea typeface="Open Sans" pitchFamily="2" charset="0"/>
                <a:cs typeface="Open Sans" pitchFamily="2" charset="0"/>
              </a:rPr>
              <a:t>Ask Before Going to Production?</a:t>
            </a:r>
          </a:p>
        </p:txBody>
      </p:sp>
      <p:sp>
        <p:nvSpPr>
          <p:cNvPr id="4" name="Text 1">
            <a:extLst>
              <a:ext uri="{FF2B5EF4-FFF2-40B4-BE49-F238E27FC236}">
                <a16:creationId xmlns:a16="http://schemas.microsoft.com/office/drawing/2014/main" id="{D84459D1-04D0-07C4-3D8E-DAF6EAF9FBB8}"/>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Now that you can see the full gap and the spec it would take to close it, ask these four questions in order.</a:t>
            </a:r>
          </a:p>
        </p:txBody>
      </p:sp>
      <p:sp>
        <p:nvSpPr>
          <p:cNvPr id="17" name="Shape 14">
            <a:extLst>
              <a:ext uri="{FF2B5EF4-FFF2-40B4-BE49-F238E27FC236}">
                <a16:creationId xmlns:a16="http://schemas.microsoft.com/office/drawing/2014/main" id="{805B6087-5788-C841-F8F7-5A634159C3DC}"/>
              </a:ext>
            </a:extLst>
          </p:cNvPr>
          <p:cNvSpPr/>
          <p:nvPr/>
        </p:nvSpPr>
        <p:spPr>
          <a:xfrm>
            <a:off x="411480" y="4233672"/>
            <a:ext cx="8321040"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268318DA-F5EF-C385-CAE5-AB97EF65FE4D}"/>
              </a:ext>
            </a:extLst>
          </p:cNvPr>
          <p:cNvSpPr/>
          <p:nvPr/>
        </p:nvSpPr>
        <p:spPr>
          <a:xfrm>
            <a:off x="493776" y="423367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Two yeses and two nos: rework. Four yeses: greenlight. Any no on question 1 or 2: kill it now and learn from it.</a:t>
            </a:r>
            <a:endParaRPr lang="en-US" sz="1200">
              <a:solidFill>
                <a:schemeClr val="tx2"/>
              </a:solidFill>
              <a:latin typeface="Open Sans" pitchFamily="2" charset="0"/>
              <a:ea typeface="Open Sans" pitchFamily="2" charset="0"/>
              <a:cs typeface="Open Sans" pitchFamily="2" charset="0"/>
            </a:endParaRPr>
          </a:p>
        </p:txBody>
      </p:sp>
      <p:sp>
        <p:nvSpPr>
          <p:cNvPr id="35" name="Shape 6">
            <a:extLst>
              <a:ext uri="{FF2B5EF4-FFF2-40B4-BE49-F238E27FC236}">
                <a16:creationId xmlns:a16="http://schemas.microsoft.com/office/drawing/2014/main" id="{6F2B271B-12D1-96C5-C563-1E9BB57AECC6}"/>
              </a:ext>
            </a:extLst>
          </p:cNvPr>
          <p:cNvSpPr/>
          <p:nvPr/>
        </p:nvSpPr>
        <p:spPr>
          <a:xfrm>
            <a:off x="411480" y="1243584"/>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7">
            <a:extLst>
              <a:ext uri="{FF2B5EF4-FFF2-40B4-BE49-F238E27FC236}">
                <a16:creationId xmlns:a16="http://schemas.microsoft.com/office/drawing/2014/main" id="{06B2A926-2846-FFBB-C4FD-1E9038E13044}"/>
              </a:ext>
            </a:extLst>
          </p:cNvPr>
          <p:cNvSpPr/>
          <p:nvPr/>
        </p:nvSpPr>
        <p:spPr>
          <a:xfrm>
            <a:off x="566928" y="1371600"/>
            <a:ext cx="402336" cy="402336"/>
          </a:xfrm>
          <a:prstGeom prst="ellipse">
            <a:avLst/>
          </a:prstGeom>
          <a:solidFill>
            <a:schemeClr val="accent1"/>
          </a:solidFill>
          <a:ln w="12700">
            <a:noFill/>
            <a:prstDash val="solid"/>
          </a:ln>
        </p:spPr>
        <p:txBody>
          <a:bodyPr/>
          <a:lstStyle/>
          <a:p>
            <a:endParaRPr lang="en-US" sz="1100">
              <a:latin typeface="Open Sans" pitchFamily="2" charset="0"/>
              <a:ea typeface="Open Sans" pitchFamily="2" charset="0"/>
              <a:cs typeface="Open Sans" pitchFamily="2" charset="0"/>
            </a:endParaRPr>
          </a:p>
        </p:txBody>
      </p:sp>
      <p:sp>
        <p:nvSpPr>
          <p:cNvPr id="37" name="Text 8">
            <a:extLst>
              <a:ext uri="{FF2B5EF4-FFF2-40B4-BE49-F238E27FC236}">
                <a16:creationId xmlns:a16="http://schemas.microsoft.com/office/drawing/2014/main" id="{BEB5F723-E84C-1618-00FF-D3428646F097}"/>
              </a:ext>
            </a:extLst>
          </p:cNvPr>
          <p:cNvSpPr/>
          <p:nvPr/>
        </p:nvSpPr>
        <p:spPr>
          <a:xfrm>
            <a:off x="566928" y="1371600"/>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01</a:t>
            </a:r>
            <a:endParaRPr lang="en-US" sz="1100" b="1">
              <a:latin typeface="Open Sans" pitchFamily="2" charset="0"/>
              <a:ea typeface="Open Sans" pitchFamily="2" charset="0"/>
              <a:cs typeface="Open Sans" pitchFamily="2" charset="0"/>
            </a:endParaRPr>
          </a:p>
        </p:txBody>
      </p:sp>
      <p:sp>
        <p:nvSpPr>
          <p:cNvPr id="38" name="Text 9">
            <a:extLst>
              <a:ext uri="{FF2B5EF4-FFF2-40B4-BE49-F238E27FC236}">
                <a16:creationId xmlns:a16="http://schemas.microsoft.com/office/drawing/2014/main" id="{3A0AB862-3DF0-DB9B-93AC-D7AC7F3C109E}"/>
              </a:ext>
            </a:extLst>
          </p:cNvPr>
          <p:cNvSpPr/>
          <p:nvPr/>
        </p:nvSpPr>
        <p:spPr>
          <a:xfrm>
            <a:off x="1115567" y="1316736"/>
            <a:ext cx="7237599"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Does it answer a real question with measurable value?  </a:t>
            </a:r>
          </a:p>
        </p:txBody>
      </p:sp>
      <p:sp>
        <p:nvSpPr>
          <p:cNvPr id="39" name="Text 10">
            <a:extLst>
              <a:ext uri="{FF2B5EF4-FFF2-40B4-BE49-F238E27FC236}">
                <a16:creationId xmlns:a16="http://schemas.microsoft.com/office/drawing/2014/main" id="{2C843724-534F-EBCD-3A41-0EB2378859ED}"/>
              </a:ext>
            </a:extLst>
          </p:cNvPr>
          <p:cNvSpPr/>
          <p:nvPr/>
        </p:nvSpPr>
        <p:spPr>
          <a:xfrm>
            <a:off x="1115568" y="1591056"/>
            <a:ext cx="7406640" cy="256032"/>
          </a:xfrm>
          <a:prstGeom prst="rect">
            <a:avLst/>
          </a:prstGeom>
          <a:noFill/>
          <a:ln/>
        </p:spPr>
        <p:txBody>
          <a:bodyPr wrap="square" lIns="0" tIns="0" rIns="0" bIns="0" rtlCol="0" anchor="t"/>
          <a:lstStyle/>
          <a:p>
            <a:pPr>
              <a:lnSpc>
                <a:spcPct val="114000"/>
              </a:lnSpc>
            </a:pPr>
            <a:r>
              <a:rPr lang="en-US" sz="1000">
                <a:solidFill>
                  <a:schemeClr val="tx2"/>
                </a:solidFill>
                <a:latin typeface="Open Sans" pitchFamily="2" charset="0"/>
                <a:ea typeface="Open Sans" pitchFamily="2" charset="0"/>
                <a:cs typeface="Open Sans" pitchFamily="2" charset="0"/>
              </a:rPr>
              <a:t>If you cannot name the business metric that improves, the PoC should not go to production, no matter how well it runs.</a:t>
            </a:r>
          </a:p>
        </p:txBody>
      </p:sp>
      <p:sp>
        <p:nvSpPr>
          <p:cNvPr id="40" name="Shape 11">
            <a:extLst>
              <a:ext uri="{FF2B5EF4-FFF2-40B4-BE49-F238E27FC236}">
                <a16:creationId xmlns:a16="http://schemas.microsoft.com/office/drawing/2014/main" id="{AC6E0CBC-37DA-04D5-213F-CE8048DA3BE4}"/>
              </a:ext>
            </a:extLst>
          </p:cNvPr>
          <p:cNvSpPr/>
          <p:nvPr/>
        </p:nvSpPr>
        <p:spPr>
          <a:xfrm>
            <a:off x="1033272" y="1316736"/>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12">
            <a:extLst>
              <a:ext uri="{FF2B5EF4-FFF2-40B4-BE49-F238E27FC236}">
                <a16:creationId xmlns:a16="http://schemas.microsoft.com/office/drawing/2014/main" id="{049C96B9-9CC4-B7C3-B013-3B55CDD14FE9}"/>
              </a:ext>
            </a:extLst>
          </p:cNvPr>
          <p:cNvSpPr/>
          <p:nvPr/>
        </p:nvSpPr>
        <p:spPr>
          <a:xfrm>
            <a:off x="411480" y="1962852"/>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13">
            <a:extLst>
              <a:ext uri="{FF2B5EF4-FFF2-40B4-BE49-F238E27FC236}">
                <a16:creationId xmlns:a16="http://schemas.microsoft.com/office/drawing/2014/main" id="{DAE19461-0743-40F2-222E-A682C5D20886}"/>
              </a:ext>
            </a:extLst>
          </p:cNvPr>
          <p:cNvSpPr/>
          <p:nvPr/>
        </p:nvSpPr>
        <p:spPr>
          <a:xfrm>
            <a:off x="566928" y="2090868"/>
            <a:ext cx="402336" cy="402336"/>
          </a:xfrm>
          <a:prstGeom prst="ellipse">
            <a:avLst/>
          </a:prstGeom>
          <a:solidFill>
            <a:schemeClr val="accent1"/>
          </a:solidFill>
          <a:ln w="12700">
            <a:noFill/>
            <a:prstDash val="solid"/>
          </a:ln>
        </p:spPr>
        <p:txBody>
          <a:bodyPr/>
          <a:lstStyle/>
          <a:p>
            <a:endParaRPr lang="en-US" sz="1100" b="1">
              <a:latin typeface="Open Sans" pitchFamily="2" charset="0"/>
              <a:ea typeface="Open Sans" pitchFamily="2" charset="0"/>
              <a:cs typeface="Open Sans" pitchFamily="2" charset="0"/>
            </a:endParaRPr>
          </a:p>
        </p:txBody>
      </p:sp>
      <p:sp>
        <p:nvSpPr>
          <p:cNvPr id="43" name="Text 14">
            <a:extLst>
              <a:ext uri="{FF2B5EF4-FFF2-40B4-BE49-F238E27FC236}">
                <a16:creationId xmlns:a16="http://schemas.microsoft.com/office/drawing/2014/main" id="{52D590EA-FF21-55D2-0625-EBA35A963C93}"/>
              </a:ext>
            </a:extLst>
          </p:cNvPr>
          <p:cNvSpPr/>
          <p:nvPr/>
        </p:nvSpPr>
        <p:spPr>
          <a:xfrm>
            <a:off x="566928" y="209086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02</a:t>
            </a:r>
            <a:endParaRPr lang="en-US" sz="1100">
              <a:latin typeface="Open Sans" pitchFamily="2" charset="0"/>
              <a:ea typeface="Open Sans" pitchFamily="2" charset="0"/>
              <a:cs typeface="Open Sans" pitchFamily="2" charset="0"/>
            </a:endParaRPr>
          </a:p>
        </p:txBody>
      </p:sp>
      <p:sp>
        <p:nvSpPr>
          <p:cNvPr id="44" name="Text 15">
            <a:extLst>
              <a:ext uri="{FF2B5EF4-FFF2-40B4-BE49-F238E27FC236}">
                <a16:creationId xmlns:a16="http://schemas.microsoft.com/office/drawing/2014/main" id="{D2FD7AB4-3E07-8320-6752-395E66DE9719}"/>
              </a:ext>
            </a:extLst>
          </p:cNvPr>
          <p:cNvSpPr/>
          <p:nvPr/>
        </p:nvSpPr>
        <p:spPr>
          <a:xfrm>
            <a:off x="1115567" y="2036004"/>
            <a:ext cx="6866893"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Is the production gap closable within a realistic budget and timeline?  </a:t>
            </a:r>
          </a:p>
        </p:txBody>
      </p:sp>
      <p:sp>
        <p:nvSpPr>
          <p:cNvPr id="45" name="Text 16">
            <a:extLst>
              <a:ext uri="{FF2B5EF4-FFF2-40B4-BE49-F238E27FC236}">
                <a16:creationId xmlns:a16="http://schemas.microsoft.com/office/drawing/2014/main" id="{491C1537-4F23-2C19-3BAE-0B55C55CD222}"/>
              </a:ext>
            </a:extLst>
          </p:cNvPr>
          <p:cNvSpPr/>
          <p:nvPr/>
        </p:nvSpPr>
        <p:spPr>
          <a:xfrm>
            <a:off x="1115568" y="2310324"/>
            <a:ext cx="7406640" cy="256032"/>
          </a:xfrm>
          <a:prstGeom prst="rect">
            <a:avLst/>
          </a:prstGeom>
          <a:noFill/>
          <a:ln/>
        </p:spPr>
        <p:txBody>
          <a:bodyPr wrap="square" lIns="0" tIns="0" rIns="0" bIns="0" rtlCol="0" anchor="t"/>
          <a:lstStyle/>
          <a:p>
            <a:pPr>
              <a:lnSpc>
                <a:spcPct val="114000"/>
              </a:lnSpc>
            </a:pPr>
            <a:r>
              <a:rPr lang="en-US" sz="1000">
                <a:solidFill>
                  <a:schemeClr val="tx2"/>
                </a:solidFill>
                <a:latin typeface="Open Sans" pitchFamily="2" charset="0"/>
                <a:ea typeface="Open Sans" pitchFamily="2" charset="0"/>
                <a:cs typeface="Open Sans" pitchFamily="2" charset="0"/>
              </a:rPr>
              <a:t>Apply the 10x rule. If the estimate exceeds what the business will invest, the conversation ends here, not in month four.</a:t>
            </a:r>
          </a:p>
        </p:txBody>
      </p:sp>
      <p:sp>
        <p:nvSpPr>
          <p:cNvPr id="46" name="Shape 17">
            <a:extLst>
              <a:ext uri="{FF2B5EF4-FFF2-40B4-BE49-F238E27FC236}">
                <a16:creationId xmlns:a16="http://schemas.microsoft.com/office/drawing/2014/main" id="{EB24701C-9F47-9185-00BE-F03A5E9AE8AB}"/>
              </a:ext>
            </a:extLst>
          </p:cNvPr>
          <p:cNvSpPr/>
          <p:nvPr/>
        </p:nvSpPr>
        <p:spPr>
          <a:xfrm>
            <a:off x="1033272" y="203600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7" name="Shape 18">
            <a:extLst>
              <a:ext uri="{FF2B5EF4-FFF2-40B4-BE49-F238E27FC236}">
                <a16:creationId xmlns:a16="http://schemas.microsoft.com/office/drawing/2014/main" id="{8941136A-0AC0-D9BD-1DAD-26C81676E8B0}"/>
              </a:ext>
            </a:extLst>
          </p:cNvPr>
          <p:cNvSpPr/>
          <p:nvPr/>
        </p:nvSpPr>
        <p:spPr>
          <a:xfrm>
            <a:off x="411480" y="2671602"/>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8" name="Shape 19">
            <a:extLst>
              <a:ext uri="{FF2B5EF4-FFF2-40B4-BE49-F238E27FC236}">
                <a16:creationId xmlns:a16="http://schemas.microsoft.com/office/drawing/2014/main" id="{1A557038-5CE2-5E9A-82A7-8FA182D4781E}"/>
              </a:ext>
            </a:extLst>
          </p:cNvPr>
          <p:cNvSpPr/>
          <p:nvPr/>
        </p:nvSpPr>
        <p:spPr>
          <a:xfrm>
            <a:off x="566928" y="2799618"/>
            <a:ext cx="402336" cy="402336"/>
          </a:xfrm>
          <a:prstGeom prst="ellipse">
            <a:avLst/>
          </a:prstGeom>
          <a:solidFill>
            <a:schemeClr val="accent1"/>
          </a:solidFill>
          <a:ln w="12700">
            <a:noFill/>
            <a:prstDash val="solid"/>
          </a:ln>
        </p:spPr>
        <p:txBody>
          <a:bodyPr/>
          <a:lstStyle/>
          <a:p>
            <a:endParaRPr lang="en-US" sz="1100">
              <a:latin typeface="Open Sans" pitchFamily="2" charset="0"/>
              <a:ea typeface="Open Sans" pitchFamily="2" charset="0"/>
              <a:cs typeface="Open Sans" pitchFamily="2" charset="0"/>
            </a:endParaRPr>
          </a:p>
        </p:txBody>
      </p:sp>
      <p:sp>
        <p:nvSpPr>
          <p:cNvPr id="49" name="Text 20">
            <a:extLst>
              <a:ext uri="{FF2B5EF4-FFF2-40B4-BE49-F238E27FC236}">
                <a16:creationId xmlns:a16="http://schemas.microsoft.com/office/drawing/2014/main" id="{D38B28AC-BA27-0C53-97C5-4DF64B645F59}"/>
              </a:ext>
            </a:extLst>
          </p:cNvPr>
          <p:cNvSpPr/>
          <p:nvPr/>
        </p:nvSpPr>
        <p:spPr>
          <a:xfrm>
            <a:off x="566928" y="279961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03</a:t>
            </a:r>
            <a:endParaRPr lang="en-US" sz="1100" b="1">
              <a:latin typeface="Open Sans" pitchFamily="2" charset="0"/>
              <a:ea typeface="Open Sans" pitchFamily="2" charset="0"/>
              <a:cs typeface="Open Sans" pitchFamily="2" charset="0"/>
            </a:endParaRPr>
          </a:p>
        </p:txBody>
      </p:sp>
      <p:sp>
        <p:nvSpPr>
          <p:cNvPr id="50" name="Text 21">
            <a:extLst>
              <a:ext uri="{FF2B5EF4-FFF2-40B4-BE49-F238E27FC236}">
                <a16:creationId xmlns:a16="http://schemas.microsoft.com/office/drawing/2014/main" id="{83CB4CA6-375A-D9E7-DCF3-F7B5C7C08E4C}"/>
              </a:ext>
            </a:extLst>
          </p:cNvPr>
          <p:cNvSpPr/>
          <p:nvPr/>
        </p:nvSpPr>
        <p:spPr>
          <a:xfrm>
            <a:off x="1115567" y="2744754"/>
            <a:ext cx="6455000"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Does engineering have what they need to pick it up?  </a:t>
            </a:r>
          </a:p>
        </p:txBody>
      </p:sp>
      <p:sp>
        <p:nvSpPr>
          <p:cNvPr id="51" name="Text 22">
            <a:extLst>
              <a:ext uri="{FF2B5EF4-FFF2-40B4-BE49-F238E27FC236}">
                <a16:creationId xmlns:a16="http://schemas.microsoft.com/office/drawing/2014/main" id="{6FA18F99-D003-E60B-828A-96C9AF11B397}"/>
              </a:ext>
            </a:extLst>
          </p:cNvPr>
          <p:cNvSpPr/>
          <p:nvPr/>
        </p:nvSpPr>
        <p:spPr>
          <a:xfrm>
            <a:off x="1115568" y="3019074"/>
            <a:ext cx="7406640" cy="256032"/>
          </a:xfrm>
          <a:prstGeom prst="rect">
            <a:avLst/>
          </a:prstGeom>
          <a:noFill/>
          <a:ln/>
        </p:spPr>
        <p:txBody>
          <a:bodyPr wrap="square" lIns="0" tIns="0" rIns="0" bIns="0" rtlCol="0" anchor="t"/>
          <a:lstStyle/>
          <a:p>
            <a:pPr>
              <a:lnSpc>
                <a:spcPct val="114000"/>
              </a:lnSpc>
            </a:pPr>
            <a:r>
              <a:rPr lang="en-US" sz="1000" err="1">
                <a:solidFill>
                  <a:schemeClr val="tx2"/>
                </a:solidFill>
                <a:latin typeface="Open Sans" pitchFamily="2" charset="0"/>
                <a:ea typeface="Open Sans" pitchFamily="2" charset="0"/>
                <a:cs typeface="Open Sans" pitchFamily="2" charset="0"/>
              </a:rPr>
              <a:t>CLAUDE.md</a:t>
            </a:r>
            <a:r>
              <a:rPr lang="en-US" sz="1000">
                <a:solidFill>
                  <a:schemeClr val="tx2"/>
                </a:solidFill>
                <a:latin typeface="Open Sans" pitchFamily="2" charset="0"/>
                <a:ea typeface="Open Sans" pitchFamily="2" charset="0"/>
                <a:cs typeface="Open Sans" pitchFamily="2" charset="0"/>
              </a:rPr>
              <a:t>, </a:t>
            </a:r>
            <a:r>
              <a:rPr lang="en-US" sz="1000" err="1">
                <a:solidFill>
                  <a:schemeClr val="tx2"/>
                </a:solidFill>
                <a:latin typeface="Open Sans" pitchFamily="2" charset="0"/>
                <a:ea typeface="Open Sans" pitchFamily="2" charset="0"/>
                <a:cs typeface="Open Sans" pitchFamily="2" charset="0"/>
              </a:rPr>
              <a:t>HANDOFF.md</a:t>
            </a:r>
            <a:r>
              <a:rPr lang="en-US" sz="1000">
                <a:solidFill>
                  <a:schemeClr val="tx2"/>
                </a:solidFill>
                <a:latin typeface="Open Sans" pitchFamily="2" charset="0"/>
                <a:ea typeface="Open Sans" pitchFamily="2" charset="0"/>
                <a:cs typeface="Open Sans" pitchFamily="2" charset="0"/>
              </a:rPr>
              <a:t>, review findings, a clear scope boundary. If any of these are missing, it is not ready to hand over.</a:t>
            </a:r>
          </a:p>
        </p:txBody>
      </p:sp>
      <p:sp>
        <p:nvSpPr>
          <p:cNvPr id="52" name="Shape 23">
            <a:extLst>
              <a:ext uri="{FF2B5EF4-FFF2-40B4-BE49-F238E27FC236}">
                <a16:creationId xmlns:a16="http://schemas.microsoft.com/office/drawing/2014/main" id="{2C933D5D-C0C2-CD0E-4071-DA9A5FF22866}"/>
              </a:ext>
            </a:extLst>
          </p:cNvPr>
          <p:cNvSpPr/>
          <p:nvPr/>
        </p:nvSpPr>
        <p:spPr>
          <a:xfrm>
            <a:off x="1033272" y="274475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3" name="Shape 24">
            <a:extLst>
              <a:ext uri="{FF2B5EF4-FFF2-40B4-BE49-F238E27FC236}">
                <a16:creationId xmlns:a16="http://schemas.microsoft.com/office/drawing/2014/main" id="{B83E0F88-8D1F-7D0E-81B9-572A6755D504}"/>
              </a:ext>
            </a:extLst>
          </p:cNvPr>
          <p:cNvSpPr/>
          <p:nvPr/>
        </p:nvSpPr>
        <p:spPr>
          <a:xfrm>
            <a:off x="411480" y="3403122"/>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25">
            <a:extLst>
              <a:ext uri="{FF2B5EF4-FFF2-40B4-BE49-F238E27FC236}">
                <a16:creationId xmlns:a16="http://schemas.microsoft.com/office/drawing/2014/main" id="{CD2E601E-1106-9901-DC8A-B80C373F417C}"/>
              </a:ext>
            </a:extLst>
          </p:cNvPr>
          <p:cNvSpPr/>
          <p:nvPr/>
        </p:nvSpPr>
        <p:spPr>
          <a:xfrm>
            <a:off x="566928" y="3531138"/>
            <a:ext cx="402336" cy="402336"/>
          </a:xfrm>
          <a:prstGeom prst="ellipse">
            <a:avLst/>
          </a:prstGeom>
          <a:solidFill>
            <a:schemeClr val="accent1"/>
          </a:solidFill>
          <a:ln w="12700">
            <a:noFill/>
            <a:prstDash val="solid"/>
          </a:ln>
        </p:spPr>
        <p:txBody>
          <a:bodyPr/>
          <a:lstStyle/>
          <a:p>
            <a:endParaRPr lang="en-US" sz="1100">
              <a:latin typeface="Open Sans" pitchFamily="2" charset="0"/>
              <a:ea typeface="Open Sans" pitchFamily="2" charset="0"/>
              <a:cs typeface="Open Sans" pitchFamily="2" charset="0"/>
            </a:endParaRPr>
          </a:p>
        </p:txBody>
      </p:sp>
      <p:sp>
        <p:nvSpPr>
          <p:cNvPr id="55" name="Text 26">
            <a:extLst>
              <a:ext uri="{FF2B5EF4-FFF2-40B4-BE49-F238E27FC236}">
                <a16:creationId xmlns:a16="http://schemas.microsoft.com/office/drawing/2014/main" id="{B3E84DA9-8D18-D2CE-E570-D2437C2763EF}"/>
              </a:ext>
            </a:extLst>
          </p:cNvPr>
          <p:cNvSpPr/>
          <p:nvPr/>
        </p:nvSpPr>
        <p:spPr>
          <a:xfrm>
            <a:off x="566928" y="353113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04</a:t>
            </a:r>
            <a:endParaRPr lang="en-US" sz="1100" b="1">
              <a:latin typeface="Open Sans" pitchFamily="2" charset="0"/>
              <a:ea typeface="Open Sans" pitchFamily="2" charset="0"/>
              <a:cs typeface="Open Sans" pitchFamily="2" charset="0"/>
            </a:endParaRPr>
          </a:p>
        </p:txBody>
      </p:sp>
      <p:sp>
        <p:nvSpPr>
          <p:cNvPr id="56" name="Text 27">
            <a:extLst>
              <a:ext uri="{FF2B5EF4-FFF2-40B4-BE49-F238E27FC236}">
                <a16:creationId xmlns:a16="http://schemas.microsoft.com/office/drawing/2014/main" id="{95278686-52E9-1F45-941C-229F6D34F972}"/>
              </a:ext>
            </a:extLst>
          </p:cNvPr>
          <p:cNvSpPr/>
          <p:nvPr/>
        </p:nvSpPr>
        <p:spPr>
          <a:xfrm>
            <a:off x="1115567" y="3476274"/>
            <a:ext cx="4988667"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Is there a named owner on the other side?  </a:t>
            </a:r>
          </a:p>
        </p:txBody>
      </p:sp>
      <p:sp>
        <p:nvSpPr>
          <p:cNvPr id="57" name="Text 28">
            <a:extLst>
              <a:ext uri="{FF2B5EF4-FFF2-40B4-BE49-F238E27FC236}">
                <a16:creationId xmlns:a16="http://schemas.microsoft.com/office/drawing/2014/main" id="{3C44E633-C4C3-1109-E453-D876001235B4}"/>
              </a:ext>
            </a:extLst>
          </p:cNvPr>
          <p:cNvSpPr/>
          <p:nvPr/>
        </p:nvSpPr>
        <p:spPr>
          <a:xfrm>
            <a:off x="1115568" y="3750594"/>
            <a:ext cx="7406640" cy="256032"/>
          </a:xfrm>
          <a:prstGeom prst="rect">
            <a:avLst/>
          </a:prstGeom>
          <a:noFill/>
          <a:ln/>
        </p:spPr>
        <p:txBody>
          <a:bodyPr wrap="square" lIns="0" tIns="0" rIns="0" bIns="0" rtlCol="0" anchor="t"/>
          <a:lstStyle/>
          <a:p>
            <a:pPr>
              <a:lnSpc>
                <a:spcPct val="114000"/>
              </a:lnSpc>
            </a:pPr>
            <a:r>
              <a:rPr lang="en-US" sz="1000">
                <a:solidFill>
                  <a:schemeClr val="tx2"/>
                </a:solidFill>
                <a:latin typeface="Open Sans" pitchFamily="2" charset="0"/>
                <a:ea typeface="Open Sans" pitchFamily="2" charset="0"/>
                <a:cs typeface="Open Sans" pitchFamily="2" charset="0"/>
              </a:rPr>
              <a:t>Production code needs someone to maintain it, monitor it, and fix it. No named owner means no production path.</a:t>
            </a:r>
          </a:p>
        </p:txBody>
      </p:sp>
      <p:sp>
        <p:nvSpPr>
          <p:cNvPr id="58" name="Shape 29">
            <a:extLst>
              <a:ext uri="{FF2B5EF4-FFF2-40B4-BE49-F238E27FC236}">
                <a16:creationId xmlns:a16="http://schemas.microsoft.com/office/drawing/2014/main" id="{3B7304BB-DD76-BF10-95C4-DF27B78153E0}"/>
              </a:ext>
            </a:extLst>
          </p:cNvPr>
          <p:cNvSpPr/>
          <p:nvPr/>
        </p:nvSpPr>
        <p:spPr>
          <a:xfrm>
            <a:off x="1033272" y="347627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24027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EE56097-2859-8210-8816-60672FA0A084}"/>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Greenlight or Kill?</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E39C905-BAFB-33D7-FEAC-DB29150A682D}"/>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Vote before we discuss.</a:t>
            </a:r>
          </a:p>
        </p:txBody>
      </p:sp>
      <p:sp>
        <p:nvSpPr>
          <p:cNvPr id="5" name="Shape 2">
            <a:extLst>
              <a:ext uri="{FF2B5EF4-FFF2-40B4-BE49-F238E27FC236}">
                <a16:creationId xmlns:a16="http://schemas.microsoft.com/office/drawing/2014/main" id="{59B18542-EF4A-9471-C457-170BF679B00C}"/>
              </a:ext>
            </a:extLst>
          </p:cNvPr>
          <p:cNvSpPr/>
          <p:nvPr/>
        </p:nvSpPr>
        <p:spPr>
          <a:xfrm>
            <a:off x="8107070" y="201168"/>
            <a:ext cx="68945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376D88EA-A379-643F-DFFD-C6221391C111}"/>
              </a:ext>
            </a:extLst>
          </p:cNvPr>
          <p:cNvSpPr/>
          <p:nvPr/>
        </p:nvSpPr>
        <p:spPr>
          <a:xfrm>
            <a:off x="8107070" y="201168"/>
            <a:ext cx="68945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7" name="Shape 5">
            <a:extLst>
              <a:ext uri="{FF2B5EF4-FFF2-40B4-BE49-F238E27FC236}">
                <a16:creationId xmlns:a16="http://schemas.microsoft.com/office/drawing/2014/main" id="{0A209132-03D3-FF52-9428-8B71ED2A099A}"/>
              </a:ext>
            </a:extLst>
          </p:cNvPr>
          <p:cNvSpPr/>
          <p:nvPr/>
        </p:nvSpPr>
        <p:spPr>
          <a:xfrm>
            <a:off x="428080" y="1097280"/>
            <a:ext cx="8284121"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6">
            <a:extLst>
              <a:ext uri="{FF2B5EF4-FFF2-40B4-BE49-F238E27FC236}">
                <a16:creationId xmlns:a16="http://schemas.microsoft.com/office/drawing/2014/main" id="{DF1CC457-0040-FBD0-D3A1-E2855101C6A4}"/>
              </a:ext>
            </a:extLst>
          </p:cNvPr>
          <p:cNvSpPr/>
          <p:nvPr/>
        </p:nvSpPr>
        <p:spPr>
          <a:xfrm>
            <a:off x="638392" y="1152144"/>
            <a:ext cx="7876996"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 Sales Manager built a Python script that reads a CSV of client accounts and flags any with no activity in 30 days. It runs correctly on sample data, with a README and HANDOFF.md. The 10x engineering estimate is 8 weeks. Projected business impact: 1 hour saved per week per sales representative.</a:t>
            </a:r>
            <a:endParaRPr lang="en-US" sz="1200">
              <a:solidFill>
                <a:schemeClr val="tx2"/>
              </a:solidFill>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00247416-87C7-AA39-7D69-134977A42463}"/>
              </a:ext>
            </a:extLst>
          </p:cNvPr>
          <p:cNvSpPr/>
          <p:nvPr/>
        </p:nvSpPr>
        <p:spPr>
          <a:xfrm>
            <a:off x="428080" y="2176272"/>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7E5B44B6-DAE0-5F6D-93EF-E99B25BF0CDC}"/>
              </a:ext>
            </a:extLst>
          </p:cNvPr>
          <p:cNvSpPr/>
          <p:nvPr/>
        </p:nvSpPr>
        <p:spPr>
          <a:xfrm>
            <a:off x="638392" y="2176272"/>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Greenlight, it works, it is documented, and it saves time</a:t>
            </a:r>
          </a:p>
        </p:txBody>
      </p:sp>
      <p:sp>
        <p:nvSpPr>
          <p:cNvPr id="11" name="Shape 9">
            <a:extLst>
              <a:ext uri="{FF2B5EF4-FFF2-40B4-BE49-F238E27FC236}">
                <a16:creationId xmlns:a16="http://schemas.microsoft.com/office/drawing/2014/main" id="{B54FC4EF-3DC3-C3F8-CE22-FB8C4512FD0D}"/>
              </a:ext>
            </a:extLst>
          </p:cNvPr>
          <p:cNvSpPr/>
          <p:nvPr/>
        </p:nvSpPr>
        <p:spPr>
          <a:xfrm>
            <a:off x="428080" y="2784348"/>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10">
            <a:extLst>
              <a:ext uri="{FF2B5EF4-FFF2-40B4-BE49-F238E27FC236}">
                <a16:creationId xmlns:a16="http://schemas.microsoft.com/office/drawing/2014/main" id="{933753AD-2C6A-91E6-ED46-8C968722A3A4}"/>
              </a:ext>
            </a:extLst>
          </p:cNvPr>
          <p:cNvSpPr/>
          <p:nvPr/>
        </p:nvSpPr>
        <p:spPr>
          <a:xfrm>
            <a:off x="638392" y="2784348"/>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B.  </a:t>
            </a:r>
            <a:r>
              <a:rPr lang="en-US" sz="1200">
                <a:solidFill>
                  <a:schemeClr val="tx2"/>
                </a:solidFill>
                <a:latin typeface="Open Sans" pitchFamily="2" charset="0"/>
                <a:ea typeface="Open Sans" pitchFamily="2" charset="0"/>
                <a:cs typeface="Open Sans" pitchFamily="2" charset="0"/>
              </a:rPr>
              <a:t>Rework, the scope needs to be tighter before engineering touches it</a:t>
            </a:r>
          </a:p>
        </p:txBody>
      </p:sp>
      <p:sp>
        <p:nvSpPr>
          <p:cNvPr id="15" name="Shape 13">
            <a:extLst>
              <a:ext uri="{FF2B5EF4-FFF2-40B4-BE49-F238E27FC236}">
                <a16:creationId xmlns:a16="http://schemas.microsoft.com/office/drawing/2014/main" id="{B9AB8341-81ED-A49B-371F-6A6748AFA141}"/>
              </a:ext>
            </a:extLst>
          </p:cNvPr>
          <p:cNvSpPr/>
          <p:nvPr/>
        </p:nvSpPr>
        <p:spPr>
          <a:xfrm>
            <a:off x="428080" y="4000500"/>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4">
            <a:extLst>
              <a:ext uri="{FF2B5EF4-FFF2-40B4-BE49-F238E27FC236}">
                <a16:creationId xmlns:a16="http://schemas.microsoft.com/office/drawing/2014/main" id="{441A267B-921A-8E43-2941-BA1DE0A63EC1}"/>
              </a:ext>
            </a:extLst>
          </p:cNvPr>
          <p:cNvSpPr/>
          <p:nvPr/>
        </p:nvSpPr>
        <p:spPr>
          <a:xfrm>
            <a:off x="638392" y="4000500"/>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Greenlight, any time saving is worth engineering investment</a:t>
            </a:r>
          </a:p>
        </p:txBody>
      </p:sp>
      <p:sp>
        <p:nvSpPr>
          <p:cNvPr id="2" name="Shape 9">
            <a:extLst>
              <a:ext uri="{FF2B5EF4-FFF2-40B4-BE49-F238E27FC236}">
                <a16:creationId xmlns:a16="http://schemas.microsoft.com/office/drawing/2014/main" id="{476E7969-92FC-2134-A1DB-E88BEB51F39F}"/>
              </a:ext>
            </a:extLst>
          </p:cNvPr>
          <p:cNvSpPr/>
          <p:nvPr/>
        </p:nvSpPr>
        <p:spPr>
          <a:xfrm>
            <a:off x="428080" y="3392424"/>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0">
            <a:extLst>
              <a:ext uri="{FF2B5EF4-FFF2-40B4-BE49-F238E27FC236}">
                <a16:creationId xmlns:a16="http://schemas.microsoft.com/office/drawing/2014/main" id="{4864B02A-30A8-8397-E1C1-1AA7FF34AA95}"/>
              </a:ext>
            </a:extLst>
          </p:cNvPr>
          <p:cNvSpPr/>
          <p:nvPr/>
        </p:nvSpPr>
        <p:spPr>
          <a:xfrm>
            <a:off x="638392" y="3392424"/>
            <a:ext cx="7876996" cy="512064"/>
          </a:xfrm>
          <a:prstGeom prst="rect">
            <a:avLst/>
          </a:prstGeom>
          <a:noFill/>
          <a:ln/>
        </p:spPr>
        <p:txBody>
          <a:bodyPr wrap="square" lIns="0" tIns="0" rIns="0" bIns="0" rtlCol="0" anchor="ctr"/>
          <a:lstStyle/>
          <a:p>
            <a:pPr marL="0" indent="0">
              <a:buNone/>
            </a:pPr>
            <a:r>
              <a:rPr lang="en-US" sz="1200" b="1" dirty="0">
                <a:solidFill>
                  <a:schemeClr val="tx2"/>
                </a:solidFill>
                <a:latin typeface="Open Sans" pitchFamily="2" charset="0"/>
                <a:ea typeface="Open Sans" pitchFamily="2" charset="0"/>
                <a:cs typeface="Open Sans" pitchFamily="2" charset="0"/>
              </a:rPr>
              <a:t>C.  </a:t>
            </a:r>
            <a:r>
              <a:rPr lang="en-US" sz="1200" dirty="0">
                <a:solidFill>
                  <a:schemeClr val="tx2"/>
                </a:solidFill>
                <a:latin typeface="Open Sans" pitchFamily="2" charset="0"/>
                <a:ea typeface="Open Sans" pitchFamily="2" charset="0"/>
                <a:cs typeface="Open Sans" pitchFamily="2" charset="0"/>
              </a:rPr>
              <a:t>Kill, the 10x estimate does not justify the projected savings</a:t>
            </a:r>
          </a:p>
        </p:txBody>
      </p:sp>
    </p:spTree>
    <p:extLst>
      <p:ext uri="{BB962C8B-B14F-4D97-AF65-F5344CB8AC3E}">
        <p14:creationId xmlns:p14="http://schemas.microsoft.com/office/powerpoint/2010/main" val="2977998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08E0E-467D-17CF-48A8-A1B3CBD1169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6474E77-B91D-132D-F3A5-64436C9AD4B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Greenlight or Kill?</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2A803BF-DD60-FCF6-7CF1-CB7F0EEE7B21}"/>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Vote before we discuss.</a:t>
            </a:r>
          </a:p>
        </p:txBody>
      </p:sp>
      <p:sp>
        <p:nvSpPr>
          <p:cNvPr id="5" name="Shape 2">
            <a:extLst>
              <a:ext uri="{FF2B5EF4-FFF2-40B4-BE49-F238E27FC236}">
                <a16:creationId xmlns:a16="http://schemas.microsoft.com/office/drawing/2014/main" id="{8A854ECB-E698-0749-51BF-9D8D36600D7A}"/>
              </a:ext>
            </a:extLst>
          </p:cNvPr>
          <p:cNvSpPr/>
          <p:nvPr/>
        </p:nvSpPr>
        <p:spPr>
          <a:xfrm>
            <a:off x="8107070" y="201168"/>
            <a:ext cx="68945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99B9C1C4-0A66-786E-FC67-1770C0E4B893}"/>
              </a:ext>
            </a:extLst>
          </p:cNvPr>
          <p:cNvSpPr/>
          <p:nvPr/>
        </p:nvSpPr>
        <p:spPr>
          <a:xfrm>
            <a:off x="8107070" y="201168"/>
            <a:ext cx="68945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7" name="Shape 5">
            <a:extLst>
              <a:ext uri="{FF2B5EF4-FFF2-40B4-BE49-F238E27FC236}">
                <a16:creationId xmlns:a16="http://schemas.microsoft.com/office/drawing/2014/main" id="{7B333D3E-CD62-623A-4F7E-A85E33743EDE}"/>
              </a:ext>
            </a:extLst>
          </p:cNvPr>
          <p:cNvSpPr/>
          <p:nvPr/>
        </p:nvSpPr>
        <p:spPr>
          <a:xfrm>
            <a:off x="428080" y="1097280"/>
            <a:ext cx="8284121"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6">
            <a:extLst>
              <a:ext uri="{FF2B5EF4-FFF2-40B4-BE49-F238E27FC236}">
                <a16:creationId xmlns:a16="http://schemas.microsoft.com/office/drawing/2014/main" id="{5A825CE9-B57B-8605-B557-C8A017470E52}"/>
              </a:ext>
            </a:extLst>
          </p:cNvPr>
          <p:cNvSpPr/>
          <p:nvPr/>
        </p:nvSpPr>
        <p:spPr>
          <a:xfrm>
            <a:off x="638392" y="1152144"/>
            <a:ext cx="7876996"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 Sales Manager built a Python script that reads a CSV of client accounts and flags any with no activity in 30 days. It runs correctly on sample data, with a README and HANDOFF.md. The 10x engineering estimate is 8 weeks. Projected business impact: 1 hour saved per week per sales representative.</a:t>
            </a:r>
            <a:endParaRPr lang="en-US" sz="1200">
              <a:solidFill>
                <a:schemeClr val="tx2"/>
              </a:solidFill>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FD3A2691-D98F-07B9-4675-F2690F11578E}"/>
              </a:ext>
            </a:extLst>
          </p:cNvPr>
          <p:cNvSpPr/>
          <p:nvPr/>
        </p:nvSpPr>
        <p:spPr>
          <a:xfrm>
            <a:off x="428080" y="2176272"/>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B09A5292-5F40-5372-9ED8-C17E42ED2D13}"/>
              </a:ext>
            </a:extLst>
          </p:cNvPr>
          <p:cNvSpPr/>
          <p:nvPr/>
        </p:nvSpPr>
        <p:spPr>
          <a:xfrm>
            <a:off x="638392" y="2176272"/>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Greenlight, it works, it is documented, and it saves time</a:t>
            </a:r>
          </a:p>
        </p:txBody>
      </p:sp>
      <p:sp>
        <p:nvSpPr>
          <p:cNvPr id="11" name="Shape 9">
            <a:extLst>
              <a:ext uri="{FF2B5EF4-FFF2-40B4-BE49-F238E27FC236}">
                <a16:creationId xmlns:a16="http://schemas.microsoft.com/office/drawing/2014/main" id="{EA108D7F-CC8B-5D93-DB16-A13F0D99380E}"/>
              </a:ext>
            </a:extLst>
          </p:cNvPr>
          <p:cNvSpPr/>
          <p:nvPr/>
        </p:nvSpPr>
        <p:spPr>
          <a:xfrm>
            <a:off x="428080" y="2784348"/>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10">
            <a:extLst>
              <a:ext uri="{FF2B5EF4-FFF2-40B4-BE49-F238E27FC236}">
                <a16:creationId xmlns:a16="http://schemas.microsoft.com/office/drawing/2014/main" id="{3804C560-90B7-7243-D746-C64CAD067915}"/>
              </a:ext>
            </a:extLst>
          </p:cNvPr>
          <p:cNvSpPr/>
          <p:nvPr/>
        </p:nvSpPr>
        <p:spPr>
          <a:xfrm>
            <a:off x="638392" y="2784348"/>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B.  </a:t>
            </a:r>
            <a:r>
              <a:rPr lang="en-US" sz="1200">
                <a:solidFill>
                  <a:schemeClr val="tx2"/>
                </a:solidFill>
                <a:latin typeface="Open Sans" pitchFamily="2" charset="0"/>
                <a:ea typeface="Open Sans" pitchFamily="2" charset="0"/>
                <a:cs typeface="Open Sans" pitchFamily="2" charset="0"/>
              </a:rPr>
              <a:t>Rework, the scope needs to be tighter before engineering touches it</a:t>
            </a:r>
          </a:p>
        </p:txBody>
      </p:sp>
      <p:sp>
        <p:nvSpPr>
          <p:cNvPr id="13" name="Shape 11">
            <a:extLst>
              <a:ext uri="{FF2B5EF4-FFF2-40B4-BE49-F238E27FC236}">
                <a16:creationId xmlns:a16="http://schemas.microsoft.com/office/drawing/2014/main" id="{F4B46582-5D67-34EE-E910-0E54AF5D0B01}"/>
              </a:ext>
            </a:extLst>
          </p:cNvPr>
          <p:cNvSpPr/>
          <p:nvPr/>
        </p:nvSpPr>
        <p:spPr>
          <a:xfrm>
            <a:off x="428080" y="3399299"/>
            <a:ext cx="8284121" cy="512064"/>
          </a:xfrm>
          <a:prstGeom prst="roundRect">
            <a:avLst>
              <a:gd name="adj" fmla="val 8929"/>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4" name="Text 12">
            <a:extLst>
              <a:ext uri="{FF2B5EF4-FFF2-40B4-BE49-F238E27FC236}">
                <a16:creationId xmlns:a16="http://schemas.microsoft.com/office/drawing/2014/main" id="{9B5FB2DC-4D0E-F854-E3EB-568734B867C9}"/>
              </a:ext>
            </a:extLst>
          </p:cNvPr>
          <p:cNvSpPr/>
          <p:nvPr/>
        </p:nvSpPr>
        <p:spPr>
          <a:xfrm>
            <a:off x="638392" y="3392424"/>
            <a:ext cx="7876996" cy="512064"/>
          </a:xfrm>
          <a:prstGeom prst="rect">
            <a:avLst/>
          </a:prstGeom>
          <a:noFill/>
          <a:ln/>
        </p:spPr>
        <p:txBody>
          <a:bodyPr wrap="square" lIns="0" tIns="0" rIns="0" bIns="0" rtlCol="0" anchor="ctr"/>
          <a:lstStyle/>
          <a:p>
            <a:pPr marL="0" indent="0">
              <a:buNone/>
            </a:pPr>
            <a:r>
              <a:rPr lang="en-US" sz="1200" b="1" dirty="0">
                <a:latin typeface="Open Sans" pitchFamily="2" charset="0"/>
                <a:ea typeface="Open Sans" pitchFamily="2" charset="0"/>
                <a:cs typeface="Open Sans" pitchFamily="2" charset="0"/>
              </a:rPr>
              <a:t>C.  </a:t>
            </a:r>
            <a:r>
              <a:rPr lang="en-US" sz="1200" dirty="0">
                <a:latin typeface="Open Sans" pitchFamily="2" charset="0"/>
                <a:ea typeface="Open Sans" pitchFamily="2" charset="0"/>
                <a:cs typeface="Open Sans" pitchFamily="2" charset="0"/>
              </a:rPr>
              <a:t>Kill, the 10x estimate does not justify the projected savings</a:t>
            </a:r>
          </a:p>
        </p:txBody>
      </p:sp>
      <p:sp>
        <p:nvSpPr>
          <p:cNvPr id="15" name="Shape 13">
            <a:extLst>
              <a:ext uri="{FF2B5EF4-FFF2-40B4-BE49-F238E27FC236}">
                <a16:creationId xmlns:a16="http://schemas.microsoft.com/office/drawing/2014/main" id="{FE1F6A52-801F-9898-85D7-F2BCB81CC46B}"/>
              </a:ext>
            </a:extLst>
          </p:cNvPr>
          <p:cNvSpPr/>
          <p:nvPr/>
        </p:nvSpPr>
        <p:spPr>
          <a:xfrm>
            <a:off x="428080" y="4000500"/>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4">
            <a:extLst>
              <a:ext uri="{FF2B5EF4-FFF2-40B4-BE49-F238E27FC236}">
                <a16:creationId xmlns:a16="http://schemas.microsoft.com/office/drawing/2014/main" id="{2E8C907C-AC24-E9AC-30F2-ADD835AD4BD7}"/>
              </a:ext>
            </a:extLst>
          </p:cNvPr>
          <p:cNvSpPr/>
          <p:nvPr/>
        </p:nvSpPr>
        <p:spPr>
          <a:xfrm>
            <a:off x="638392" y="4000500"/>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Greenlight, any time saving is worth engineering investment</a:t>
            </a:r>
          </a:p>
        </p:txBody>
      </p:sp>
    </p:spTree>
    <p:extLst>
      <p:ext uri="{BB962C8B-B14F-4D97-AF65-F5344CB8AC3E}">
        <p14:creationId xmlns:p14="http://schemas.microsoft.com/office/powerpoint/2010/main" val="2349769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6">
            <a:extLst>
              <a:ext uri="{FF2B5EF4-FFF2-40B4-BE49-F238E27FC236}">
                <a16:creationId xmlns:a16="http://schemas.microsoft.com/office/drawing/2014/main" id="{166E9C7B-0932-A3B0-1D2A-C6665179675B}"/>
              </a:ext>
            </a:extLst>
          </p:cNvPr>
          <p:cNvSpPr/>
          <p:nvPr/>
        </p:nvSpPr>
        <p:spPr>
          <a:xfrm>
            <a:off x="292608" y="914191"/>
            <a:ext cx="8275320" cy="116219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328E977B-3662-CAC6-E217-CAE99F9D81C8}"/>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Production Gap Audit</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BAB0CA9A-7700-EBB7-6CD4-8B8E85DCBB82}"/>
              </a:ext>
            </a:extLst>
          </p:cNvPr>
          <p:cNvSpPr/>
          <p:nvPr/>
        </p:nvSpPr>
        <p:spPr>
          <a:xfrm>
            <a:off x="394212" y="676656"/>
            <a:ext cx="8595360" cy="365760"/>
          </a:xfrm>
          <a:prstGeom prst="rect">
            <a:avLst/>
          </a:prstGeom>
          <a:noFill/>
          <a:ln/>
        </p:spPr>
        <p:txBody>
          <a:bodyPr wrap="square" lIns="0" tIns="0" rIns="0" bIns="0" rtlCol="0" anchor="t"/>
          <a:lstStyle/>
          <a:p>
            <a:pPr marL="0" indent="0">
              <a:buNone/>
            </a:pPr>
            <a:r>
              <a:rPr lang="en-US" sz="1200">
                <a:solidFill>
                  <a:srgbClr val="757575"/>
                </a:solidFill>
                <a:latin typeface="Open Sans" pitchFamily="2" charset="0"/>
                <a:ea typeface="Open Sans" pitchFamily="2" charset="0"/>
                <a:cs typeface="Open Sans" pitchFamily="2" charset="0"/>
              </a:rPr>
              <a:t>Apply the gap checklist to your own PoC. Name every gap, estimate effort, classify each as blocking or deferrable.</a:t>
            </a:r>
            <a:endParaRPr lang="en-US" sz="1200">
              <a:latin typeface="Open Sans" pitchFamily="2" charset="0"/>
              <a:ea typeface="Open Sans" pitchFamily="2" charset="0"/>
              <a:cs typeface="Open Sans" pitchFamily="2" charset="0"/>
            </a:endParaRPr>
          </a:p>
        </p:txBody>
      </p:sp>
      <p:sp>
        <p:nvSpPr>
          <p:cNvPr id="8" name="Shape 5">
            <a:extLst>
              <a:ext uri="{FF2B5EF4-FFF2-40B4-BE49-F238E27FC236}">
                <a16:creationId xmlns:a16="http://schemas.microsoft.com/office/drawing/2014/main" id="{4C286632-1140-C063-5014-8FA7A591F03F}"/>
              </a:ext>
            </a:extLst>
          </p:cNvPr>
          <p:cNvSpPr/>
          <p:nvPr/>
        </p:nvSpPr>
        <p:spPr>
          <a:xfrm>
            <a:off x="366254" y="1312820"/>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4E404C53-71E4-C2CF-ADC6-F663E798EE04}"/>
              </a:ext>
            </a:extLst>
          </p:cNvPr>
          <p:cNvSpPr/>
          <p:nvPr/>
        </p:nvSpPr>
        <p:spPr>
          <a:xfrm>
            <a:off x="366254" y="1312820"/>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1</a:t>
            </a:r>
            <a:endParaRPr lang="en-US" sz="1500">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B0B5E513-BE51-6FCC-304E-225116876A50}"/>
              </a:ext>
            </a:extLst>
          </p:cNvPr>
          <p:cNvSpPr/>
          <p:nvPr/>
        </p:nvSpPr>
        <p:spPr>
          <a:xfrm>
            <a:off x="914894" y="954886"/>
            <a:ext cx="801014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Run the gap audit prompt</a:t>
            </a:r>
            <a:endParaRPr lang="en-US" sz="1200">
              <a:latin typeface="Open Sans" pitchFamily="2" charset="0"/>
              <a:ea typeface="Open Sans" pitchFamily="2" charset="0"/>
              <a:cs typeface="Open Sans" pitchFamily="2" charset="0"/>
            </a:endParaRPr>
          </a:p>
        </p:txBody>
      </p:sp>
      <p:sp>
        <p:nvSpPr>
          <p:cNvPr id="11" name="Shape 8">
            <a:extLst>
              <a:ext uri="{FF2B5EF4-FFF2-40B4-BE49-F238E27FC236}">
                <a16:creationId xmlns:a16="http://schemas.microsoft.com/office/drawing/2014/main" id="{5154CCA5-B050-0BD9-C475-835C2F236A81}"/>
              </a:ext>
            </a:extLst>
          </p:cNvPr>
          <p:cNvSpPr/>
          <p:nvPr/>
        </p:nvSpPr>
        <p:spPr>
          <a:xfrm>
            <a:off x="914894" y="1256638"/>
            <a:ext cx="4851592" cy="730490"/>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07F09922-230E-12B0-FEB8-D2A95ABEE202}"/>
              </a:ext>
            </a:extLst>
          </p:cNvPr>
          <p:cNvSpPr/>
          <p:nvPr/>
        </p:nvSpPr>
        <p:spPr>
          <a:xfrm>
            <a:off x="1116062" y="1329936"/>
            <a:ext cx="4469192" cy="557784"/>
          </a:xfrm>
          <a:prstGeom prst="rect">
            <a:avLst/>
          </a:prstGeom>
          <a:noFill/>
          <a:ln/>
        </p:spPr>
        <p:txBody>
          <a:bodyPr wrap="square" lIns="0" tIns="0" rIns="0" bIns="0" rtlCol="0" anchor="t"/>
          <a:lstStyle/>
          <a:p>
            <a:pPr marL="0" indent="0">
              <a:lnSpc>
                <a:spcPct val="118000"/>
              </a:lnSpc>
              <a:buNone/>
            </a:pPr>
            <a:r>
              <a:rPr lang="en-US" sz="1100">
                <a:solidFill>
                  <a:srgbClr val="00B050"/>
                </a:solidFill>
                <a:latin typeface="Open Sans" pitchFamily="2" charset="0"/>
                <a:ea typeface="Open Sans" pitchFamily="2" charset="0"/>
                <a:cs typeface="Open Sans" pitchFamily="2" charset="0"/>
              </a:rPr>
              <a:t>claude "Review this PoC against a production checklist: input</a:t>
            </a:r>
          </a:p>
          <a:p>
            <a:pPr marL="0" indent="0">
              <a:lnSpc>
                <a:spcPct val="118000"/>
              </a:lnSpc>
              <a:buNone/>
            </a:pPr>
            <a:r>
              <a:rPr lang="en-US" sz="1100">
                <a:solidFill>
                  <a:srgbClr val="00B050"/>
                </a:solidFill>
                <a:latin typeface="Open Sans" pitchFamily="2" charset="0"/>
                <a:ea typeface="Open Sans" pitchFamily="2" charset="0"/>
                <a:cs typeface="Open Sans" pitchFamily="2" charset="0"/>
              </a:rPr>
              <a:t>validation, secrets management, error handling, retry logic,</a:t>
            </a:r>
          </a:p>
          <a:p>
            <a:pPr marL="0" indent="0">
              <a:lnSpc>
                <a:spcPct val="118000"/>
              </a:lnSpc>
              <a:buNone/>
            </a:pPr>
            <a:r>
              <a:rPr lang="en-US" sz="1100">
                <a:solidFill>
                  <a:srgbClr val="00B050"/>
                </a:solidFill>
                <a:latin typeface="Open Sans" pitchFamily="2" charset="0"/>
                <a:ea typeface="Open Sans" pitchFamily="2" charset="0"/>
                <a:cs typeface="Open Sans" pitchFamily="2" charset="0"/>
              </a:rPr>
              <a:t>logging, tests, auth, docs. Flag each as present, missing, or partial."</a:t>
            </a:r>
          </a:p>
        </p:txBody>
      </p:sp>
      <p:sp>
        <p:nvSpPr>
          <p:cNvPr id="34" name="Shape 6">
            <a:extLst>
              <a:ext uri="{FF2B5EF4-FFF2-40B4-BE49-F238E27FC236}">
                <a16:creationId xmlns:a16="http://schemas.microsoft.com/office/drawing/2014/main" id="{38C3E6B2-4E8E-01A9-200F-672130049360}"/>
              </a:ext>
            </a:extLst>
          </p:cNvPr>
          <p:cNvSpPr/>
          <p:nvPr/>
        </p:nvSpPr>
        <p:spPr>
          <a:xfrm>
            <a:off x="292608" y="2103651"/>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9A00132D-D1F0-CA08-B861-7B7F6A73B141}"/>
              </a:ext>
            </a:extLst>
          </p:cNvPr>
          <p:cNvSpPr/>
          <p:nvPr/>
        </p:nvSpPr>
        <p:spPr>
          <a:xfrm>
            <a:off x="366254" y="2175934"/>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9F9BC673-FAD1-9851-7BE6-F1F723880D59}"/>
              </a:ext>
            </a:extLst>
          </p:cNvPr>
          <p:cNvSpPr/>
          <p:nvPr/>
        </p:nvSpPr>
        <p:spPr>
          <a:xfrm>
            <a:off x="366254" y="2175934"/>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2</a:t>
            </a:r>
            <a:endParaRPr lang="en-US" sz="15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7F606C73-E500-E310-C382-A13C1801E52B}"/>
              </a:ext>
            </a:extLst>
          </p:cNvPr>
          <p:cNvSpPr/>
          <p:nvPr/>
        </p:nvSpPr>
        <p:spPr>
          <a:xfrm>
            <a:off x="914894" y="2115146"/>
            <a:ext cx="801014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Classify each gap</a:t>
            </a:r>
            <a:endParaRPr lang="en-US" sz="12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F20AC5E3-964A-DE15-FFE2-C5F799EEE4FF}"/>
              </a:ext>
            </a:extLst>
          </p:cNvPr>
          <p:cNvSpPr/>
          <p:nvPr/>
        </p:nvSpPr>
        <p:spPr>
          <a:xfrm>
            <a:off x="914894" y="2407754"/>
            <a:ext cx="8010144" cy="237744"/>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Blocking (must close before production) · Deferrable (can ship with a known limitation) · Not applicable</a:t>
            </a:r>
          </a:p>
        </p:txBody>
      </p:sp>
      <p:sp>
        <p:nvSpPr>
          <p:cNvPr id="35" name="Shape 6">
            <a:extLst>
              <a:ext uri="{FF2B5EF4-FFF2-40B4-BE49-F238E27FC236}">
                <a16:creationId xmlns:a16="http://schemas.microsoft.com/office/drawing/2014/main" id="{6553EBAB-7B19-B645-1FE8-51ADBF50F29B}"/>
              </a:ext>
            </a:extLst>
          </p:cNvPr>
          <p:cNvSpPr/>
          <p:nvPr/>
        </p:nvSpPr>
        <p:spPr>
          <a:xfrm>
            <a:off x="292608" y="2701623"/>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FF1E0DD8-A301-46EA-45AE-B4B2426DF25F}"/>
              </a:ext>
            </a:extLst>
          </p:cNvPr>
          <p:cNvSpPr/>
          <p:nvPr/>
        </p:nvSpPr>
        <p:spPr>
          <a:xfrm>
            <a:off x="366254" y="2763410"/>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7C655D02-56CD-2D8B-00F2-0654AC9879DD}"/>
              </a:ext>
            </a:extLst>
          </p:cNvPr>
          <p:cNvSpPr/>
          <p:nvPr/>
        </p:nvSpPr>
        <p:spPr>
          <a:xfrm>
            <a:off x="366254" y="2763410"/>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3</a:t>
            </a:r>
            <a:endParaRPr lang="en-US" sz="15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4D2C013A-3DBC-D3B9-DC43-43CC102937B5}"/>
              </a:ext>
            </a:extLst>
          </p:cNvPr>
          <p:cNvSpPr/>
          <p:nvPr/>
        </p:nvSpPr>
        <p:spPr>
          <a:xfrm>
            <a:off x="914894" y="2745122"/>
            <a:ext cx="765303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Apply the 10x rule</a:t>
            </a:r>
            <a:endParaRPr lang="en-US" sz="12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4179D9E2-7141-CF7F-1A84-12A47CAE3E04}"/>
              </a:ext>
            </a:extLst>
          </p:cNvPr>
          <p:cNvSpPr/>
          <p:nvPr/>
        </p:nvSpPr>
        <p:spPr>
          <a:xfrm>
            <a:off x="914894" y="3037730"/>
            <a:ext cx="7653034" cy="173736"/>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Estimate the engineering effort to close every blocking gap. Name the total honestly.</a:t>
            </a:r>
          </a:p>
        </p:txBody>
      </p:sp>
      <p:sp>
        <p:nvSpPr>
          <p:cNvPr id="32" name="Shape 6">
            <a:extLst>
              <a:ext uri="{FF2B5EF4-FFF2-40B4-BE49-F238E27FC236}">
                <a16:creationId xmlns:a16="http://schemas.microsoft.com/office/drawing/2014/main" id="{C4425C01-BF53-B8DE-CD83-97AEA4DF1DAD}"/>
              </a:ext>
            </a:extLst>
          </p:cNvPr>
          <p:cNvSpPr/>
          <p:nvPr/>
        </p:nvSpPr>
        <p:spPr>
          <a:xfrm>
            <a:off x="292608" y="3299595"/>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E1D6FCF7-A413-570D-D21B-2579997C5E55}"/>
              </a:ext>
            </a:extLst>
          </p:cNvPr>
          <p:cNvSpPr/>
          <p:nvPr/>
        </p:nvSpPr>
        <p:spPr>
          <a:xfrm>
            <a:off x="366254" y="3361382"/>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4660C2B3-78FA-921D-4E72-7906D23AAD69}"/>
              </a:ext>
            </a:extLst>
          </p:cNvPr>
          <p:cNvSpPr/>
          <p:nvPr/>
        </p:nvSpPr>
        <p:spPr>
          <a:xfrm>
            <a:off x="366254" y="3361382"/>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4</a:t>
            </a:r>
            <a:endParaRPr lang="en-US" sz="15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DC1B7333-42A2-C49E-F3A3-CD641907971F}"/>
              </a:ext>
            </a:extLst>
          </p:cNvPr>
          <p:cNvSpPr/>
          <p:nvPr/>
        </p:nvSpPr>
        <p:spPr>
          <a:xfrm>
            <a:off x="914894" y="3343094"/>
            <a:ext cx="765303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Answer the four greenlight questions</a:t>
            </a:r>
            <a:endParaRPr lang="en-US" sz="12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B58CE8E-BBD1-DADC-FE38-37AC857F82CF}"/>
              </a:ext>
            </a:extLst>
          </p:cNvPr>
          <p:cNvSpPr/>
          <p:nvPr/>
        </p:nvSpPr>
        <p:spPr>
          <a:xfrm>
            <a:off x="914894" y="3635702"/>
            <a:ext cx="7653034" cy="173736"/>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One sentence each. Be honest.</a:t>
            </a:r>
          </a:p>
        </p:txBody>
      </p:sp>
      <p:sp>
        <p:nvSpPr>
          <p:cNvPr id="31" name="Shape 6">
            <a:extLst>
              <a:ext uri="{FF2B5EF4-FFF2-40B4-BE49-F238E27FC236}">
                <a16:creationId xmlns:a16="http://schemas.microsoft.com/office/drawing/2014/main" id="{3FDAC2AD-025E-807D-88B6-28813EE8959F}"/>
              </a:ext>
            </a:extLst>
          </p:cNvPr>
          <p:cNvSpPr/>
          <p:nvPr/>
        </p:nvSpPr>
        <p:spPr>
          <a:xfrm>
            <a:off x="292608" y="389756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5" name="Shape 22">
            <a:extLst>
              <a:ext uri="{FF2B5EF4-FFF2-40B4-BE49-F238E27FC236}">
                <a16:creationId xmlns:a16="http://schemas.microsoft.com/office/drawing/2014/main" id="{F4E52748-A506-AE21-5932-E5B8D07BB496}"/>
              </a:ext>
            </a:extLst>
          </p:cNvPr>
          <p:cNvSpPr/>
          <p:nvPr/>
        </p:nvSpPr>
        <p:spPr>
          <a:xfrm>
            <a:off x="366254" y="3959355"/>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54125E6-BE77-AF49-B794-D8186896C262}"/>
              </a:ext>
            </a:extLst>
          </p:cNvPr>
          <p:cNvSpPr/>
          <p:nvPr/>
        </p:nvSpPr>
        <p:spPr>
          <a:xfrm>
            <a:off x="366254" y="3959355"/>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5</a:t>
            </a:r>
            <a:endParaRPr lang="en-US" sz="1500">
              <a:latin typeface="Open Sans" pitchFamily="2" charset="0"/>
              <a:ea typeface="Open Sans" pitchFamily="2" charset="0"/>
              <a:cs typeface="Open Sans" pitchFamily="2" charset="0"/>
            </a:endParaRPr>
          </a:p>
        </p:txBody>
      </p:sp>
      <p:sp>
        <p:nvSpPr>
          <p:cNvPr id="27" name="Text 24">
            <a:extLst>
              <a:ext uri="{FF2B5EF4-FFF2-40B4-BE49-F238E27FC236}">
                <a16:creationId xmlns:a16="http://schemas.microsoft.com/office/drawing/2014/main" id="{8DBAD9AC-8F77-46EF-6B91-C8C114AF1A02}"/>
              </a:ext>
            </a:extLst>
          </p:cNvPr>
          <p:cNvSpPr/>
          <p:nvPr/>
        </p:nvSpPr>
        <p:spPr>
          <a:xfrm>
            <a:off x="914894" y="3941067"/>
            <a:ext cx="765303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Identify your most surprising gap</a:t>
            </a:r>
            <a:endParaRPr lang="en-US" sz="120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E2EF495F-CE02-753B-C0BE-2D2947F0757F}"/>
              </a:ext>
            </a:extLst>
          </p:cNvPr>
          <p:cNvSpPr/>
          <p:nvPr/>
        </p:nvSpPr>
        <p:spPr>
          <a:xfrm>
            <a:off x="914894" y="4233675"/>
            <a:ext cx="7653034" cy="173736"/>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Not the most obvious one. The one you genuinely did not expect.</a:t>
            </a:r>
          </a:p>
        </p:txBody>
      </p:sp>
      <p:sp>
        <p:nvSpPr>
          <p:cNvPr id="29" name="Shape 26">
            <a:extLst>
              <a:ext uri="{FF2B5EF4-FFF2-40B4-BE49-F238E27FC236}">
                <a16:creationId xmlns:a16="http://schemas.microsoft.com/office/drawing/2014/main" id="{E7096C12-7C78-A51D-8A6B-3A96FCB4D40A}"/>
              </a:ext>
            </a:extLst>
          </p:cNvPr>
          <p:cNvSpPr/>
          <p:nvPr/>
        </p:nvSpPr>
        <p:spPr>
          <a:xfrm>
            <a:off x="292608" y="4512698"/>
            <a:ext cx="8275320" cy="329184"/>
          </a:xfrm>
          <a:prstGeom prst="roundRect">
            <a:avLst>
              <a:gd name="adj" fmla="val 22222"/>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7">
            <a:extLst>
              <a:ext uri="{FF2B5EF4-FFF2-40B4-BE49-F238E27FC236}">
                <a16:creationId xmlns:a16="http://schemas.microsoft.com/office/drawing/2014/main" id="{9A7EFD96-07BA-1A5B-86E0-9391DD422041}"/>
              </a:ext>
            </a:extLst>
          </p:cNvPr>
          <p:cNvSpPr/>
          <p:nvPr/>
        </p:nvSpPr>
        <p:spPr>
          <a:xfrm>
            <a:off x="457200" y="4512698"/>
            <a:ext cx="8229600" cy="329184"/>
          </a:xfrm>
          <a:prstGeom prst="rect">
            <a:avLst/>
          </a:prstGeom>
          <a:noFill/>
          <a:ln/>
        </p:spPr>
        <p:txBody>
          <a:bodyPr wrap="square" lIns="0" tIns="0" rIns="0" bIns="0" rtlCol="0" anchor="ctr"/>
          <a:lstStyle/>
          <a:p>
            <a:pPr marL="0" indent="0" algn="l">
              <a:buNone/>
            </a:pPr>
            <a:r>
              <a:rPr lang="en-US" sz="1000" b="1">
                <a:solidFill>
                  <a:srgbClr val="00B050"/>
                </a:solidFill>
                <a:latin typeface="Open Sans" pitchFamily="2" charset="0"/>
                <a:ea typeface="Open Sans" pitchFamily="2" charset="0"/>
                <a:cs typeface="Open Sans" pitchFamily="2" charset="0"/>
              </a:rPr>
              <a:t>✓  Gap audit complete · Each gap classified · 10x estimate named · Greenlight questions answered · Surprising gap identified</a:t>
            </a:r>
            <a:endParaRPr lang="en-US" sz="1000">
              <a:solidFill>
                <a:srgbClr val="00B050"/>
              </a:solidFill>
              <a:latin typeface="Open Sans" pitchFamily="2" charset="0"/>
              <a:ea typeface="Open Sans" pitchFamily="2" charset="0"/>
              <a:cs typeface="Open Sans" pitchFamily="2" charset="0"/>
            </a:endParaRPr>
          </a:p>
        </p:txBody>
      </p:sp>
      <p:sp>
        <p:nvSpPr>
          <p:cNvPr id="47" name="Text 3">
            <a:extLst>
              <a:ext uri="{FF2B5EF4-FFF2-40B4-BE49-F238E27FC236}">
                <a16:creationId xmlns:a16="http://schemas.microsoft.com/office/drawing/2014/main" id="{DE02F81E-BB02-0D5C-28F7-397B40AF5A91}"/>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HANDS-ON LAB</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478018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1B66CB6E-35B7-5165-3CF8-9DEE7D237C5D}"/>
              </a:ext>
            </a:extLst>
          </p:cNvPr>
          <p:cNvSpPr txBox="1">
            <a:spLocks/>
          </p:cNvSpPr>
          <p:nvPr/>
        </p:nvSpPr>
        <p:spPr>
          <a:xfrm>
            <a:off x="1797049" y="1848883"/>
            <a:ext cx="7621233" cy="138247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500" b="1">
                <a:latin typeface="Open Sans" pitchFamily="2" charset="0"/>
                <a:ea typeface="Open Sans" pitchFamily="2" charset="0"/>
                <a:cs typeface="Open Sans" pitchFamily="2" charset="0"/>
              </a:rPr>
              <a:t>ONTOLOGY &amp;</a:t>
            </a:r>
          </a:p>
          <a:p>
            <a:r>
              <a:rPr lang="en-US" sz="4500" b="1">
                <a:latin typeface="Open Sans" pitchFamily="2" charset="0"/>
                <a:ea typeface="Open Sans" pitchFamily="2" charset="0"/>
                <a:cs typeface="Open Sans" pitchFamily="2" charset="0"/>
              </a:rPr>
              <a:t>STRUCTURAL THINKING</a:t>
            </a:r>
            <a:endParaRPr lang="en-US" sz="4500">
              <a:latin typeface="Open Sans" pitchFamily="2" charset="0"/>
              <a:ea typeface="Open Sans" pitchFamily="2" charset="0"/>
              <a:cs typeface="Open Sans" pitchFamily="2" charset="0"/>
            </a:endParaRPr>
          </a:p>
        </p:txBody>
      </p:sp>
      <p:sp>
        <p:nvSpPr>
          <p:cNvPr id="7" name="Text Placeholder 1">
            <a:extLst>
              <a:ext uri="{FF2B5EF4-FFF2-40B4-BE49-F238E27FC236}">
                <a16:creationId xmlns:a16="http://schemas.microsoft.com/office/drawing/2014/main" id="{6DDF314C-55E7-D3F9-8AE1-1EDE8A20C220}"/>
              </a:ext>
            </a:extLst>
          </p:cNvPr>
          <p:cNvSpPr txBox="1">
            <a:spLocks/>
          </p:cNvSpPr>
          <p:nvPr/>
        </p:nvSpPr>
        <p:spPr>
          <a:xfrm>
            <a:off x="362360" y="1878403"/>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02</a:t>
            </a:r>
          </a:p>
        </p:txBody>
      </p:sp>
    </p:spTree>
    <p:extLst>
      <p:ext uri="{BB962C8B-B14F-4D97-AF65-F5344CB8AC3E}">
        <p14:creationId xmlns:p14="http://schemas.microsoft.com/office/powerpoint/2010/main" val="4292799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127BF19-2864-35ED-8C3D-6FE266421F8E}"/>
              </a:ext>
            </a:extLst>
          </p:cNvPr>
          <p:cNvSpPr/>
          <p:nvPr/>
        </p:nvSpPr>
        <p:spPr>
          <a:xfrm>
            <a:off x="457200" y="1218088"/>
            <a:ext cx="8229600" cy="640080"/>
          </a:xfrm>
          <a:prstGeom prst="rect">
            <a:avLst/>
          </a:prstGeom>
          <a:noFill/>
          <a:ln/>
        </p:spPr>
        <p:txBody>
          <a:bodyPr wrap="square" lIns="0" tIns="0" rIns="0" bIns="0" rtlCol="0" anchor="ctr"/>
          <a:lstStyle/>
          <a:p>
            <a:pPr marL="0" indent="0" algn="ctr">
              <a:buNone/>
            </a:pPr>
            <a:r>
              <a:rPr lang="en-US" sz="3200" b="1">
                <a:latin typeface="Open Sans" pitchFamily="2" charset="0"/>
                <a:ea typeface="Open Sans" pitchFamily="2" charset="0"/>
                <a:cs typeface="Open Sans" pitchFamily="2" charset="0"/>
              </a:rPr>
              <a:t>The decisions you made</a:t>
            </a:r>
            <a:endParaRPr lang="en-US" sz="32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51A61AA-35DC-5D17-099E-0D680AA52B39}"/>
              </a:ext>
            </a:extLst>
          </p:cNvPr>
          <p:cNvSpPr/>
          <p:nvPr/>
        </p:nvSpPr>
        <p:spPr>
          <a:xfrm>
            <a:off x="457200" y="1894919"/>
            <a:ext cx="8229600" cy="640080"/>
          </a:xfrm>
          <a:prstGeom prst="rect">
            <a:avLst/>
          </a:prstGeom>
          <a:noFill/>
          <a:ln/>
        </p:spPr>
        <p:txBody>
          <a:bodyPr wrap="square" lIns="0" tIns="0" rIns="0" bIns="0" rtlCol="0" anchor="ctr"/>
          <a:lstStyle/>
          <a:p>
            <a:pPr marL="0" indent="0" algn="ctr">
              <a:buNone/>
            </a:pPr>
            <a:r>
              <a:rPr lang="en-US" sz="3200" b="1">
                <a:latin typeface="Open Sans" pitchFamily="2" charset="0"/>
                <a:ea typeface="Open Sans" pitchFamily="2" charset="0"/>
                <a:cs typeface="Open Sans" pitchFamily="2" charset="0"/>
              </a:rPr>
              <a:t>without knowing it.</a:t>
            </a:r>
            <a:endParaRPr lang="en-US" sz="320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6F5E1B28-E247-9E68-D483-8EB37C6BF4F0}"/>
              </a:ext>
            </a:extLst>
          </p:cNvPr>
          <p:cNvSpPr/>
          <p:nvPr/>
        </p:nvSpPr>
        <p:spPr>
          <a:xfrm>
            <a:off x="1480186" y="2571750"/>
            <a:ext cx="6183629" cy="1240168"/>
          </a:xfrm>
          <a:prstGeom prst="rect">
            <a:avLst/>
          </a:prstGeom>
          <a:noFill/>
          <a:ln/>
        </p:spPr>
        <p:txBody>
          <a:bodyPr wrap="square" lIns="0" tIns="0" rIns="0" bIns="0" rtlCol="0" anchor="ctr"/>
          <a:lstStyle/>
          <a:p>
            <a:pPr marL="0" indent="0" algn="ctr">
              <a:lnSpc>
                <a:spcPct val="120000"/>
              </a:lnSpc>
              <a:buNone/>
            </a:pPr>
            <a:r>
              <a:rPr lang="en-US" sz="2200" b="1">
                <a:solidFill>
                  <a:schemeClr val="accent2"/>
                </a:solidFill>
                <a:latin typeface="Open Sans" pitchFamily="2" charset="0"/>
                <a:ea typeface="Open Sans" pitchFamily="2" charset="0"/>
                <a:cs typeface="Open Sans" pitchFamily="2" charset="0"/>
              </a:rPr>
              <a:t>Every PoC contains a data model. </a:t>
            </a:r>
          </a:p>
          <a:p>
            <a:pPr marL="0" indent="0" algn="ctr">
              <a:lnSpc>
                <a:spcPct val="120000"/>
              </a:lnSpc>
              <a:buNone/>
            </a:pPr>
            <a:r>
              <a:rPr lang="en-US" sz="2200" b="1">
                <a:solidFill>
                  <a:schemeClr val="accent2"/>
                </a:solidFill>
                <a:latin typeface="Open Sans" pitchFamily="2" charset="0"/>
                <a:ea typeface="Open Sans" pitchFamily="2" charset="0"/>
                <a:cs typeface="Open Sans" pitchFamily="2" charset="0"/>
              </a:rPr>
              <a:t>Claude built one. You approved it. Neither of you named it.</a:t>
            </a:r>
            <a:endParaRPr lang="en-US" sz="2200">
              <a:solidFill>
                <a:schemeClr val="accent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748493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C1454EA-BC0F-8F12-8D6C-DCDA63220BBB}"/>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What Ontology Means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FD23D965-4713-4BCB-56EA-9D248649D35B}"/>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vocabulary, entities, and relationships that define how a system understands its domain.</a:t>
            </a:r>
          </a:p>
        </p:txBody>
      </p:sp>
      <p:sp>
        <p:nvSpPr>
          <p:cNvPr id="5" name="Shape 2">
            <a:extLst>
              <a:ext uri="{FF2B5EF4-FFF2-40B4-BE49-F238E27FC236}">
                <a16:creationId xmlns:a16="http://schemas.microsoft.com/office/drawing/2014/main" id="{4E2DA5C0-7A1A-00DC-853A-DC1E814A1A1F}"/>
              </a:ext>
            </a:extLst>
          </p:cNvPr>
          <p:cNvSpPr/>
          <p:nvPr/>
        </p:nvSpPr>
        <p:spPr>
          <a:xfrm>
            <a:off x="482078" y="1223484"/>
            <a:ext cx="5758743" cy="2434116"/>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7B30AC59-6DCF-271B-E536-F5758FA27F58}"/>
              </a:ext>
            </a:extLst>
          </p:cNvPr>
          <p:cNvSpPr/>
          <p:nvPr/>
        </p:nvSpPr>
        <p:spPr>
          <a:xfrm>
            <a:off x="722705" y="1362675"/>
            <a:ext cx="5758743"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THE PLAIN ENGLISH VERSION</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5397F950-028A-8A8B-F594-8597FF3B36A5}"/>
              </a:ext>
            </a:extLst>
          </p:cNvPr>
          <p:cNvSpPr/>
          <p:nvPr/>
        </p:nvSpPr>
        <p:spPr>
          <a:xfrm>
            <a:off x="722706" y="1735548"/>
            <a:ext cx="5127762" cy="2185416"/>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Ontology answers three questions about your system:</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a:buChar char="•"/>
            </a:pPr>
            <a:r>
              <a:rPr lang="en-US" sz="1200">
                <a:solidFill>
                  <a:schemeClr val="tx2"/>
                </a:solidFill>
                <a:latin typeface="Open Sans" pitchFamily="2" charset="0"/>
                <a:ea typeface="Open Sans" pitchFamily="2" charset="0"/>
                <a:cs typeface="Open Sans" pitchFamily="2" charset="0"/>
              </a:rPr>
              <a:t>What things exist? Entities, like accounts, deals, contacts, reports.</a:t>
            </a:r>
          </a:p>
          <a:p>
            <a:pPr marL="171450" indent="-171450">
              <a:lnSpc>
                <a:spcPct val="116000"/>
              </a:lnSpc>
              <a:buFont typeface="Arial"/>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a:buChar char="•"/>
            </a:pPr>
            <a:r>
              <a:rPr lang="en-US" sz="1200">
                <a:solidFill>
                  <a:schemeClr val="tx2"/>
                </a:solidFill>
                <a:latin typeface="Open Sans" pitchFamily="2" charset="0"/>
                <a:ea typeface="Open Sans" pitchFamily="2" charset="0"/>
                <a:cs typeface="Open Sans" pitchFamily="2" charset="0"/>
              </a:rPr>
              <a:t>How do they relate? Relationships, like an account has many contacts.</a:t>
            </a:r>
          </a:p>
          <a:p>
            <a:pPr marL="171450" indent="-171450">
              <a:lnSpc>
                <a:spcPct val="116000"/>
              </a:lnSpc>
              <a:buFont typeface="Arial"/>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a:buChar char="•"/>
            </a:pPr>
            <a:r>
              <a:rPr lang="en-US" sz="1200">
                <a:solidFill>
                  <a:schemeClr val="tx2"/>
                </a:solidFill>
                <a:latin typeface="Open Sans" pitchFamily="2" charset="0"/>
                <a:ea typeface="Open Sans" pitchFamily="2" charset="0"/>
                <a:cs typeface="Open Sans" pitchFamily="2" charset="0"/>
              </a:rPr>
              <a:t>What do we call them? Vocabulary: is it a “deal” or an “opportunity”? The name matters more than it looks.</a:t>
            </a:r>
          </a:p>
        </p:txBody>
      </p:sp>
    </p:spTree>
    <p:extLst>
      <p:ext uri="{BB962C8B-B14F-4D97-AF65-F5344CB8AC3E}">
        <p14:creationId xmlns:p14="http://schemas.microsoft.com/office/powerpoint/2010/main" val="221413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46E2352-9499-E29C-3C8B-72B0EFF33FFE}"/>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Why You Should Care About Ontology?</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27C09F2D-7D94-5E18-E63E-BBC6927B33A4}"/>
              </a:ext>
            </a:extLst>
          </p:cNvPr>
          <p:cNvSpPr/>
          <p:nvPr/>
        </p:nvSpPr>
        <p:spPr>
          <a:xfrm>
            <a:off x="394212" y="736290"/>
            <a:ext cx="7632188" cy="420624"/>
          </a:xfrm>
          <a:prstGeom prst="rect">
            <a:avLst/>
          </a:prstGeom>
          <a:noFill/>
          <a:ln/>
        </p:spPr>
        <p:txBody>
          <a:bodyPr wrap="square" lIns="0" tIns="0" rIns="0" bIns="0" rtlCol="0" anchor="t"/>
          <a:lstStyle/>
          <a:p>
            <a:pPr marL="0" indent="0">
              <a:buNone/>
            </a:pPr>
            <a:r>
              <a:rPr lang="en-US" sz="1350" dirty="0">
                <a:solidFill>
                  <a:schemeClr val="tx2"/>
                </a:solidFill>
                <a:latin typeface="Open Sans" pitchFamily="2" charset="0"/>
                <a:ea typeface="Open Sans" pitchFamily="2" charset="0"/>
                <a:cs typeface="Open Sans" pitchFamily="2" charset="0"/>
              </a:rPr>
              <a:t>The upstream decisions that constrain everything downstream, made at the PoC stage whether you are paying attention or not.</a:t>
            </a:r>
          </a:p>
        </p:txBody>
      </p:sp>
      <p:sp>
        <p:nvSpPr>
          <p:cNvPr id="5" name="Shape 2">
            <a:extLst>
              <a:ext uri="{FF2B5EF4-FFF2-40B4-BE49-F238E27FC236}">
                <a16:creationId xmlns:a16="http://schemas.microsoft.com/office/drawing/2014/main" id="{543B5DB2-2466-FF2D-9CF1-CC4B29E9E2C4}"/>
              </a:ext>
            </a:extLst>
          </p:cNvPr>
          <p:cNvSpPr/>
          <p:nvPr/>
        </p:nvSpPr>
        <p:spPr>
          <a:xfrm>
            <a:off x="292608" y="1544934"/>
            <a:ext cx="2697480" cy="2417641"/>
          </a:xfrm>
          <a:prstGeom prst="roundRect">
            <a:avLst>
              <a:gd name="adj" fmla="val 203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0794A4C4-95CC-8376-1860-11C2C127272B}"/>
              </a:ext>
            </a:extLst>
          </p:cNvPr>
          <p:cNvSpPr/>
          <p:nvPr/>
        </p:nvSpPr>
        <p:spPr>
          <a:xfrm>
            <a:off x="475488" y="1709526"/>
            <a:ext cx="2331720" cy="502920"/>
          </a:xfrm>
          <a:prstGeom prst="rect">
            <a:avLst/>
          </a:prstGeom>
          <a:noFill/>
          <a:ln/>
        </p:spPr>
        <p:txBody>
          <a:bodyPr wrap="square" lIns="0" tIns="0" rIns="0" bIns="0" rtlCol="0" anchor="t"/>
          <a:lstStyle/>
          <a:p>
            <a:pPr marL="0" indent="0" algn="ctr">
              <a:buNone/>
            </a:pPr>
            <a:r>
              <a:rPr lang="en-US" sz="1200" b="1">
                <a:solidFill>
                  <a:schemeClr val="accent2"/>
                </a:solidFill>
                <a:latin typeface="Open Sans" pitchFamily="2" charset="0"/>
                <a:ea typeface="Open Sans" pitchFamily="2" charset="0"/>
                <a:cs typeface="Open Sans" pitchFamily="2" charset="0"/>
              </a:rPr>
              <a:t>SCHEMA DESIGN SHAPES EVERYTHING</a:t>
            </a:r>
            <a:endParaRPr lang="en-US" sz="12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C2178376-6925-8E67-E3B6-E716AA5F3CEB}"/>
              </a:ext>
            </a:extLst>
          </p:cNvPr>
          <p:cNvSpPr/>
          <p:nvPr/>
        </p:nvSpPr>
        <p:spPr>
          <a:xfrm>
            <a:off x="475488" y="2204208"/>
            <a:ext cx="2331720" cy="198424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Determines what questions you can ask the data</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How fast you can query it, how hard it is to change</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These decisions get made in the first few prompts</a:t>
            </a:r>
          </a:p>
        </p:txBody>
      </p:sp>
      <p:sp>
        <p:nvSpPr>
          <p:cNvPr id="8" name="Shape 5">
            <a:extLst>
              <a:ext uri="{FF2B5EF4-FFF2-40B4-BE49-F238E27FC236}">
                <a16:creationId xmlns:a16="http://schemas.microsoft.com/office/drawing/2014/main" id="{7CCA9F46-8CF1-231A-70B9-59ADB00A24BC}"/>
              </a:ext>
            </a:extLst>
          </p:cNvPr>
          <p:cNvSpPr/>
          <p:nvPr/>
        </p:nvSpPr>
        <p:spPr>
          <a:xfrm>
            <a:off x="3246120" y="1544934"/>
            <a:ext cx="2697480" cy="2417641"/>
          </a:xfrm>
          <a:prstGeom prst="roundRect">
            <a:avLst>
              <a:gd name="adj" fmla="val 203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F3F1988A-94E0-E671-5FD3-A1A1299C26CD}"/>
              </a:ext>
            </a:extLst>
          </p:cNvPr>
          <p:cNvSpPr/>
          <p:nvPr/>
        </p:nvSpPr>
        <p:spPr>
          <a:xfrm>
            <a:off x="3429000" y="1709526"/>
            <a:ext cx="2331720" cy="502920"/>
          </a:xfrm>
          <a:prstGeom prst="rect">
            <a:avLst/>
          </a:prstGeom>
          <a:noFill/>
          <a:ln/>
        </p:spPr>
        <p:txBody>
          <a:bodyPr wrap="square" lIns="0" tIns="0" rIns="0" bIns="0" rtlCol="0" anchor="t"/>
          <a:lstStyle/>
          <a:p>
            <a:pPr marL="0" indent="0" algn="ctr">
              <a:buNone/>
            </a:pPr>
            <a:r>
              <a:rPr lang="en-US" sz="1200" b="1">
                <a:solidFill>
                  <a:schemeClr val="accent1"/>
                </a:solidFill>
                <a:latin typeface="Open Sans" pitchFamily="2" charset="0"/>
                <a:ea typeface="Open Sans" pitchFamily="2" charset="0"/>
                <a:cs typeface="Open Sans" pitchFamily="2" charset="0"/>
              </a:rPr>
              <a:t>NAMING CONVENTIONS TRAVEL</a:t>
            </a:r>
            <a:endParaRPr lang="en-US" sz="1200">
              <a:solidFill>
                <a:schemeClr val="accent1"/>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C73B676B-8A55-2B79-F033-4E3B14BD439A}"/>
              </a:ext>
            </a:extLst>
          </p:cNvPr>
          <p:cNvSpPr/>
          <p:nvPr/>
        </p:nvSpPr>
        <p:spPr>
          <a:xfrm>
            <a:off x="3429000" y="2212446"/>
            <a:ext cx="2331720" cy="198424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Whatever Claude named your entities appears everywhere</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Database, API, frontend, docs</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Changing them after production is a migration, not a rename</a:t>
            </a:r>
          </a:p>
        </p:txBody>
      </p:sp>
      <p:sp>
        <p:nvSpPr>
          <p:cNvPr id="11" name="Shape 8">
            <a:extLst>
              <a:ext uri="{FF2B5EF4-FFF2-40B4-BE49-F238E27FC236}">
                <a16:creationId xmlns:a16="http://schemas.microsoft.com/office/drawing/2014/main" id="{FC2722AB-4A95-CB63-FFF3-98B7987A8858}"/>
              </a:ext>
            </a:extLst>
          </p:cNvPr>
          <p:cNvSpPr/>
          <p:nvPr/>
        </p:nvSpPr>
        <p:spPr>
          <a:xfrm>
            <a:off x="6199632" y="1544934"/>
            <a:ext cx="2697480" cy="2417641"/>
          </a:xfrm>
          <a:prstGeom prst="roundRect">
            <a:avLst>
              <a:gd name="adj" fmla="val 203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428B4D92-DBEC-921D-7833-E1642C7844F3}"/>
              </a:ext>
            </a:extLst>
          </p:cNvPr>
          <p:cNvSpPr/>
          <p:nvPr/>
        </p:nvSpPr>
        <p:spPr>
          <a:xfrm>
            <a:off x="6382512" y="1709526"/>
            <a:ext cx="2331720" cy="502920"/>
          </a:xfrm>
          <a:prstGeom prst="rect">
            <a:avLst/>
          </a:prstGeom>
          <a:noFill/>
          <a:ln/>
        </p:spPr>
        <p:txBody>
          <a:bodyPr wrap="square" lIns="0" tIns="0" rIns="0" bIns="0" rtlCol="0" anchor="t"/>
          <a:lstStyle/>
          <a:p>
            <a:pPr marL="0" indent="0" algn="ctr">
              <a:buNone/>
            </a:pPr>
            <a:r>
              <a:rPr lang="en-US" sz="1200" b="1">
                <a:solidFill>
                  <a:schemeClr val="accent3"/>
                </a:solidFill>
                <a:latin typeface="Open Sans" pitchFamily="2" charset="0"/>
                <a:ea typeface="Open Sans" pitchFamily="2" charset="0"/>
                <a:cs typeface="Open Sans" pitchFamily="2" charset="0"/>
              </a:rPr>
              <a:t>MISSING RELATIONSHIPS CREATE DEBT</a:t>
            </a:r>
            <a:endParaRPr lang="en-US" sz="1200">
              <a:solidFill>
                <a:schemeClr val="accent3"/>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66E168DE-D2F6-A949-CF83-A0FDAAA74788}"/>
              </a:ext>
            </a:extLst>
          </p:cNvPr>
          <p:cNvSpPr/>
          <p:nvPr/>
        </p:nvSpPr>
        <p:spPr>
          <a:xfrm>
            <a:off x="6382512" y="2212446"/>
            <a:ext cx="2331720" cy="198424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100" err="1">
                <a:solidFill>
                  <a:schemeClr val="tx2"/>
                </a:solidFill>
                <a:latin typeface="Open Sans" pitchFamily="2" charset="0"/>
                <a:ea typeface="Open Sans" pitchFamily="2" charset="0"/>
                <a:cs typeface="Open Sans" pitchFamily="2" charset="0"/>
              </a:rPr>
              <a:t>PoCs</a:t>
            </a:r>
            <a:r>
              <a:rPr lang="en-US" sz="1100">
                <a:solidFill>
                  <a:schemeClr val="tx2"/>
                </a:solidFill>
                <a:latin typeface="Open Sans" pitchFamily="2" charset="0"/>
                <a:ea typeface="Open Sans" pitchFamily="2" charset="0"/>
                <a:cs typeface="Open Sans" pitchFamily="2" charset="0"/>
              </a:rPr>
              <a:t> model one entity cleanly, leave relationships implicit</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When engineering adds a second entity, that implicit relationship becomes an expensive migration</a:t>
            </a:r>
          </a:p>
        </p:txBody>
      </p:sp>
      <p:sp>
        <p:nvSpPr>
          <p:cNvPr id="14" name="Shape 11">
            <a:extLst>
              <a:ext uri="{FF2B5EF4-FFF2-40B4-BE49-F238E27FC236}">
                <a16:creationId xmlns:a16="http://schemas.microsoft.com/office/drawing/2014/main" id="{C7A0EFB4-B950-B3C6-3F90-37F8FEA055A2}"/>
              </a:ext>
            </a:extLst>
          </p:cNvPr>
          <p:cNvSpPr/>
          <p:nvPr/>
        </p:nvSpPr>
        <p:spPr>
          <a:xfrm>
            <a:off x="292608" y="4273471"/>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604237D9-E4D6-C4BB-A928-6CCBDFD03BB2}"/>
              </a:ext>
            </a:extLst>
          </p:cNvPr>
          <p:cNvSpPr/>
          <p:nvPr/>
        </p:nvSpPr>
        <p:spPr>
          <a:xfrm>
            <a:off x="493776" y="4273471"/>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You do not need to design the data model. You need to review it before engineering inherits it.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867816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435C385-8A72-8F12-363B-689E11C7D699}"/>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700" b="1">
                <a:solidFill>
                  <a:srgbClr val="2D2D2D"/>
                </a:solidFill>
                <a:latin typeface="Open Sans" pitchFamily="2" charset="0"/>
                <a:ea typeface="Open Sans" pitchFamily="2" charset="0"/>
                <a:cs typeface="Open Sans" pitchFamily="2" charset="0"/>
              </a:rPr>
              <a:t>Spot the Assumption</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AF97A3CB-EAE5-FEC9-861C-9170C7957DDE}"/>
              </a:ext>
            </a:extLst>
          </p:cNvPr>
          <p:cNvSpPr/>
          <p:nvPr/>
        </p:nvSpPr>
        <p:spPr>
          <a:xfrm>
            <a:off x="385745"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Read the data model. Vote on the hidden assumption before we discuss.</a:t>
            </a:r>
            <a:endParaRPr lang="en-US" sz="1400">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2EEFE980-39EF-9BCD-EE3A-EB91F1A923E6}"/>
              </a:ext>
            </a:extLst>
          </p:cNvPr>
          <p:cNvSpPr/>
          <p:nvPr/>
        </p:nvSpPr>
        <p:spPr>
          <a:xfrm>
            <a:off x="7924800" y="201168"/>
            <a:ext cx="87172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8B41E731-664A-A5EA-7C52-7AC17AF4265C}"/>
              </a:ext>
            </a:extLst>
          </p:cNvPr>
          <p:cNvSpPr/>
          <p:nvPr/>
        </p:nvSpPr>
        <p:spPr>
          <a:xfrm>
            <a:off x="7924800" y="201168"/>
            <a:ext cx="87172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8" name="Shape 5">
            <a:extLst>
              <a:ext uri="{FF2B5EF4-FFF2-40B4-BE49-F238E27FC236}">
                <a16:creationId xmlns:a16="http://schemas.microsoft.com/office/drawing/2014/main" id="{45F80562-F6FE-8CC5-81F4-7ACF695A557C}"/>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AD7C5E8A-399C-2EE0-A50F-2D5DC12C700B}"/>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Claude built a data model for a customer support PoC with two entities: Ticket and Agent. Each Ticket has a single field called status. The PoC works perfectly for every ticket tested so far.</a:t>
            </a:r>
            <a:endParaRPr lang="en-US" sz="1200">
              <a:solidFill>
                <a:schemeClr val="tx2"/>
              </a:solidFill>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5805303B-F7CD-A60D-783C-1305E8E16673}"/>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C4062593-4170-4E35-6AF1-B06A554DB9DB}"/>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The status field needs a default value</a:t>
            </a:r>
          </a:p>
        </p:txBody>
      </p:sp>
      <p:sp>
        <p:nvSpPr>
          <p:cNvPr id="14" name="Shape 11">
            <a:extLst>
              <a:ext uri="{FF2B5EF4-FFF2-40B4-BE49-F238E27FC236}">
                <a16:creationId xmlns:a16="http://schemas.microsoft.com/office/drawing/2014/main" id="{F6DFC861-35FE-FFDD-A335-CBEB1F291A00}"/>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81A806DB-A28B-53CD-CACF-FC1DE3E788B6}"/>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a:t>
            </a:r>
            <a:r>
              <a:rPr lang="en-US" sz="1200">
                <a:solidFill>
                  <a:schemeClr val="tx2"/>
                </a:solidFill>
                <a:latin typeface="Open Sans" pitchFamily="2" charset="0"/>
                <a:ea typeface="Open Sans" pitchFamily="2" charset="0"/>
                <a:cs typeface="Open Sans" pitchFamily="2" charset="0"/>
              </a:rPr>
              <a:t>The Ticket entity needs a timestamp field</a:t>
            </a:r>
          </a:p>
        </p:txBody>
      </p:sp>
      <p:sp>
        <p:nvSpPr>
          <p:cNvPr id="16" name="Shape 13">
            <a:extLst>
              <a:ext uri="{FF2B5EF4-FFF2-40B4-BE49-F238E27FC236}">
                <a16:creationId xmlns:a16="http://schemas.microsoft.com/office/drawing/2014/main" id="{FC06C6B1-2387-51BF-7395-43E695943DE3}"/>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20C23EFA-D47D-3796-F431-B148110C35FD}"/>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Agent should be renamed to User</a:t>
            </a:r>
          </a:p>
        </p:txBody>
      </p:sp>
      <p:sp>
        <p:nvSpPr>
          <p:cNvPr id="2" name="Shape 7">
            <a:extLst>
              <a:ext uri="{FF2B5EF4-FFF2-40B4-BE49-F238E27FC236}">
                <a16:creationId xmlns:a16="http://schemas.microsoft.com/office/drawing/2014/main" id="{8A7708AD-60F7-C6D8-0A10-EF25C130D574}"/>
              </a:ext>
            </a:extLst>
          </p:cNvPr>
          <p:cNvSpPr/>
          <p:nvPr/>
        </p:nvSpPr>
        <p:spPr>
          <a:xfrm>
            <a:off x="292608" y="2784348"/>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7" name="Text 8">
            <a:extLst>
              <a:ext uri="{FF2B5EF4-FFF2-40B4-BE49-F238E27FC236}">
                <a16:creationId xmlns:a16="http://schemas.microsoft.com/office/drawing/2014/main" id="{879005DD-EB9D-1196-190C-8269AD12AB2D}"/>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solidFill>
                  <a:schemeClr val="tx2"/>
                </a:solidFill>
                <a:latin typeface="Open Sans" pitchFamily="2" charset="0"/>
                <a:ea typeface="Open Sans" pitchFamily="2" charset="0"/>
                <a:cs typeface="Open Sans" pitchFamily="2" charset="0"/>
              </a:rPr>
              <a:t>B.  </a:t>
            </a:r>
            <a:r>
              <a:rPr lang="en-US" sz="1200" dirty="0">
                <a:solidFill>
                  <a:schemeClr val="tx2"/>
                </a:solidFill>
                <a:latin typeface="Open Sans" pitchFamily="2" charset="0"/>
                <a:ea typeface="Open Sans" pitchFamily="2" charset="0"/>
                <a:cs typeface="Open Sans" pitchFamily="2" charset="0"/>
              </a:rPr>
              <a:t>Status is probably tracking two different things at once: pipeline stage and agent workload</a:t>
            </a:r>
          </a:p>
        </p:txBody>
      </p:sp>
    </p:spTree>
    <p:extLst>
      <p:ext uri="{BB962C8B-B14F-4D97-AF65-F5344CB8AC3E}">
        <p14:creationId xmlns:p14="http://schemas.microsoft.com/office/powerpoint/2010/main" val="3875266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61A2A-C582-1F99-FFD7-28E03758046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CA35D9E-0749-5A81-A562-C5E24BEDE342}"/>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700" b="1">
                <a:solidFill>
                  <a:srgbClr val="2D2D2D"/>
                </a:solidFill>
                <a:latin typeface="Open Sans" pitchFamily="2" charset="0"/>
                <a:ea typeface="Open Sans" pitchFamily="2" charset="0"/>
                <a:cs typeface="Open Sans" pitchFamily="2" charset="0"/>
              </a:rPr>
              <a:t>Spot the Assumption</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F835059B-B0D9-5BF7-B83A-53079F3D6C87}"/>
              </a:ext>
            </a:extLst>
          </p:cNvPr>
          <p:cNvSpPr/>
          <p:nvPr/>
        </p:nvSpPr>
        <p:spPr>
          <a:xfrm>
            <a:off x="385745"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Read the data model. Vote on the hidden assumption before we discuss.</a:t>
            </a:r>
            <a:endParaRPr lang="en-US" sz="1400">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712455B5-65A4-1827-C8F4-8562AE7D0827}"/>
              </a:ext>
            </a:extLst>
          </p:cNvPr>
          <p:cNvSpPr/>
          <p:nvPr/>
        </p:nvSpPr>
        <p:spPr>
          <a:xfrm>
            <a:off x="7924800" y="201168"/>
            <a:ext cx="87172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6AB8E6F3-70D5-0874-BBF2-52B93D0024CF}"/>
              </a:ext>
            </a:extLst>
          </p:cNvPr>
          <p:cNvSpPr/>
          <p:nvPr/>
        </p:nvSpPr>
        <p:spPr>
          <a:xfrm>
            <a:off x="7924800" y="201168"/>
            <a:ext cx="87172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8" name="Shape 5">
            <a:extLst>
              <a:ext uri="{FF2B5EF4-FFF2-40B4-BE49-F238E27FC236}">
                <a16:creationId xmlns:a16="http://schemas.microsoft.com/office/drawing/2014/main" id="{F492DC50-B014-C185-DAA3-93CB47B61D94}"/>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760D0CCB-879C-46DB-5CE6-691FF66D2D37}"/>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Claude built a data model for a customer support PoC with two entities: Ticket and Agent. Each Ticket has a single field called status. The PoC works perfectly for every ticket tested so far.</a:t>
            </a:r>
            <a:endParaRPr lang="en-US" sz="1200">
              <a:solidFill>
                <a:schemeClr val="tx2"/>
              </a:solidFill>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29075BB6-7AB6-B27D-B96F-63932E73A604}"/>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BF7C2A2B-E2DF-CEF7-2661-158D62FF70DC}"/>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The status field needs a default value</a:t>
            </a:r>
          </a:p>
        </p:txBody>
      </p:sp>
      <p:sp>
        <p:nvSpPr>
          <p:cNvPr id="12" name="Shape 9">
            <a:extLst>
              <a:ext uri="{FF2B5EF4-FFF2-40B4-BE49-F238E27FC236}">
                <a16:creationId xmlns:a16="http://schemas.microsoft.com/office/drawing/2014/main" id="{F39FA045-DAF3-EE27-87AD-F3FAB433552B}"/>
              </a:ext>
            </a:extLst>
          </p:cNvPr>
          <p:cNvSpPr/>
          <p:nvPr/>
        </p:nvSpPr>
        <p:spPr>
          <a:xfrm>
            <a:off x="292608" y="2784348"/>
            <a:ext cx="8558784" cy="512064"/>
          </a:xfrm>
          <a:prstGeom prst="roundRect">
            <a:avLst>
              <a:gd name="adj" fmla="val 8929"/>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AF5D5413-C3C2-93ED-E964-D066EE5B0B01}"/>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latin typeface="Open Sans" pitchFamily="2" charset="0"/>
                <a:ea typeface="Open Sans" pitchFamily="2" charset="0"/>
                <a:cs typeface="Open Sans" pitchFamily="2" charset="0"/>
              </a:rPr>
              <a:t>B.  </a:t>
            </a:r>
            <a:r>
              <a:rPr lang="en-US" sz="1200" dirty="0">
                <a:latin typeface="Open Sans" pitchFamily="2" charset="0"/>
                <a:ea typeface="Open Sans" pitchFamily="2" charset="0"/>
                <a:cs typeface="Open Sans" pitchFamily="2" charset="0"/>
              </a:rPr>
              <a:t>Status is probably tracking two different things at once: pipeline stage and agent workload</a:t>
            </a:r>
          </a:p>
        </p:txBody>
      </p:sp>
      <p:sp>
        <p:nvSpPr>
          <p:cNvPr id="14" name="Shape 11">
            <a:extLst>
              <a:ext uri="{FF2B5EF4-FFF2-40B4-BE49-F238E27FC236}">
                <a16:creationId xmlns:a16="http://schemas.microsoft.com/office/drawing/2014/main" id="{3A02B6E1-3BB3-0D6C-736A-C29E5BEEE162}"/>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E5129697-BDF4-7DEC-8DAD-F61D6876ED49}"/>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a:t>
            </a:r>
            <a:r>
              <a:rPr lang="en-US" sz="1200">
                <a:solidFill>
                  <a:schemeClr val="tx2"/>
                </a:solidFill>
                <a:latin typeface="Open Sans" pitchFamily="2" charset="0"/>
                <a:ea typeface="Open Sans" pitchFamily="2" charset="0"/>
                <a:cs typeface="Open Sans" pitchFamily="2" charset="0"/>
              </a:rPr>
              <a:t>The Ticket entity needs a timestamp field</a:t>
            </a:r>
          </a:p>
        </p:txBody>
      </p:sp>
      <p:sp>
        <p:nvSpPr>
          <p:cNvPr id="16" name="Shape 13">
            <a:extLst>
              <a:ext uri="{FF2B5EF4-FFF2-40B4-BE49-F238E27FC236}">
                <a16:creationId xmlns:a16="http://schemas.microsoft.com/office/drawing/2014/main" id="{F75B7364-4120-4AA6-3E10-F7556B9171CF}"/>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E42117D6-7F13-A839-B4B0-4DC8F6DD9730}"/>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Agent should be renamed to User</a:t>
            </a:r>
          </a:p>
        </p:txBody>
      </p:sp>
    </p:spTree>
    <p:extLst>
      <p:ext uri="{BB962C8B-B14F-4D97-AF65-F5344CB8AC3E}">
        <p14:creationId xmlns:p14="http://schemas.microsoft.com/office/powerpoint/2010/main" val="3589030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BADF48D-7ABE-BE78-DCC2-E8FCE39A57F9}"/>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Common Ontology Mistakes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8BE839F-00E3-40D9-0583-153C9382E227}"/>
              </a:ext>
            </a:extLst>
          </p:cNvPr>
          <p:cNvSpPr/>
          <p:nvPr/>
        </p:nvSpPr>
        <p:spPr>
          <a:xfrm>
            <a:off x="411146" y="676656"/>
            <a:ext cx="8595360" cy="420624"/>
          </a:xfrm>
          <a:prstGeom prst="rect">
            <a:avLst/>
          </a:prstGeom>
          <a:noFill/>
          <a:ln/>
        </p:spPr>
        <p:txBody>
          <a:bodyPr wrap="square" lIns="0" tIns="0" rIns="0" bIns="0" rtlCol="0" anchor="t"/>
          <a:lstStyle/>
          <a:p>
            <a:pPr marL="0" indent="0">
              <a:buNone/>
            </a:pPr>
            <a:r>
              <a:rPr lang="en-US" sz="1200">
                <a:solidFill>
                  <a:schemeClr val="tx2"/>
                </a:solidFill>
                <a:latin typeface="Open Sans" pitchFamily="2" charset="0"/>
                <a:ea typeface="Open Sans" pitchFamily="2" charset="0"/>
                <a:cs typeface="Open Sans" pitchFamily="2" charset="0"/>
              </a:rPr>
              <a:t>Claude models what you described. These are the structural assumptions it makes that you may not have intended.</a:t>
            </a:r>
          </a:p>
        </p:txBody>
      </p:sp>
      <p:sp>
        <p:nvSpPr>
          <p:cNvPr id="39" name="Shape 1">
            <a:extLst>
              <a:ext uri="{FF2B5EF4-FFF2-40B4-BE49-F238E27FC236}">
                <a16:creationId xmlns:a16="http://schemas.microsoft.com/office/drawing/2014/main" id="{98CE782B-B682-5F11-2E5A-A42ADAE6E077}"/>
              </a:ext>
            </a:extLst>
          </p:cNvPr>
          <p:cNvSpPr/>
          <p:nvPr/>
        </p:nvSpPr>
        <p:spPr>
          <a:xfrm>
            <a:off x="365760" y="98854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2">
            <a:extLst>
              <a:ext uri="{FF2B5EF4-FFF2-40B4-BE49-F238E27FC236}">
                <a16:creationId xmlns:a16="http://schemas.microsoft.com/office/drawing/2014/main" id="{AC26B8C9-E2D8-59E9-C59F-E9BBBD6D7924}"/>
              </a:ext>
            </a:extLst>
          </p:cNvPr>
          <p:cNvSpPr/>
          <p:nvPr/>
        </p:nvSpPr>
        <p:spPr>
          <a:xfrm>
            <a:off x="502920" y="124457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
            <a:extLst>
              <a:ext uri="{FF2B5EF4-FFF2-40B4-BE49-F238E27FC236}">
                <a16:creationId xmlns:a16="http://schemas.microsoft.com/office/drawing/2014/main" id="{B66A4DDC-984E-0FEC-4551-B2C352C4D0BF}"/>
              </a:ext>
            </a:extLst>
          </p:cNvPr>
          <p:cNvSpPr/>
          <p:nvPr/>
        </p:nvSpPr>
        <p:spPr>
          <a:xfrm>
            <a:off x="868680" y="109369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Implicit assumptions in variable names</a:t>
            </a:r>
          </a:p>
        </p:txBody>
      </p:sp>
      <p:sp>
        <p:nvSpPr>
          <p:cNvPr id="42" name="Text 4">
            <a:extLst>
              <a:ext uri="{FF2B5EF4-FFF2-40B4-BE49-F238E27FC236}">
                <a16:creationId xmlns:a16="http://schemas.microsoft.com/office/drawing/2014/main" id="{B952412C-950C-4299-5A20-4EB15CD83488}"/>
              </a:ext>
            </a:extLst>
          </p:cNvPr>
          <p:cNvSpPr/>
          <p:nvPr/>
        </p:nvSpPr>
        <p:spPr>
          <a:xfrm>
            <a:off x="4407408" y="124457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5">
            <a:extLst>
              <a:ext uri="{FF2B5EF4-FFF2-40B4-BE49-F238E27FC236}">
                <a16:creationId xmlns:a16="http://schemas.microsoft.com/office/drawing/2014/main" id="{C3501DB7-7165-8A26-6FC4-69420FFC490A}"/>
              </a:ext>
            </a:extLst>
          </p:cNvPr>
          <p:cNvSpPr/>
          <p:nvPr/>
        </p:nvSpPr>
        <p:spPr>
          <a:xfrm>
            <a:off x="4800600" y="98854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6">
            <a:extLst>
              <a:ext uri="{FF2B5EF4-FFF2-40B4-BE49-F238E27FC236}">
                <a16:creationId xmlns:a16="http://schemas.microsoft.com/office/drawing/2014/main" id="{E93DD529-5463-C6AD-51F2-8388EDCF7371}"/>
              </a:ext>
            </a:extLst>
          </p:cNvPr>
          <p:cNvSpPr/>
          <p:nvPr/>
        </p:nvSpPr>
        <p:spPr>
          <a:xfrm>
            <a:off x="4937760" y="124457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7">
            <a:extLst>
              <a:ext uri="{FF2B5EF4-FFF2-40B4-BE49-F238E27FC236}">
                <a16:creationId xmlns:a16="http://schemas.microsoft.com/office/drawing/2014/main" id="{8A576F82-0754-0B7F-2730-809B923493EA}"/>
              </a:ext>
            </a:extLst>
          </p:cNvPr>
          <p:cNvSpPr/>
          <p:nvPr/>
        </p:nvSpPr>
        <p:spPr>
          <a:xfrm>
            <a:off x="5303520" y="109369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Ask: “What assumptions did you make in naming the fields of this data model?”</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8">
            <a:extLst>
              <a:ext uri="{FF2B5EF4-FFF2-40B4-BE49-F238E27FC236}">
                <a16:creationId xmlns:a16="http://schemas.microsoft.com/office/drawing/2014/main" id="{2BFFBC7D-1E10-A390-FB2A-09B4C8C10AD0}"/>
              </a:ext>
            </a:extLst>
          </p:cNvPr>
          <p:cNvSpPr/>
          <p:nvPr/>
        </p:nvSpPr>
        <p:spPr>
          <a:xfrm>
            <a:off x="365760" y="194866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9">
            <a:extLst>
              <a:ext uri="{FF2B5EF4-FFF2-40B4-BE49-F238E27FC236}">
                <a16:creationId xmlns:a16="http://schemas.microsoft.com/office/drawing/2014/main" id="{E5039BB5-72AE-1EE0-5CCB-B75352FEBE65}"/>
              </a:ext>
            </a:extLst>
          </p:cNvPr>
          <p:cNvSpPr/>
          <p:nvPr/>
        </p:nvSpPr>
        <p:spPr>
          <a:xfrm>
            <a:off x="502920" y="220469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10">
            <a:extLst>
              <a:ext uri="{FF2B5EF4-FFF2-40B4-BE49-F238E27FC236}">
                <a16:creationId xmlns:a16="http://schemas.microsoft.com/office/drawing/2014/main" id="{E8CD6FC9-49AA-8854-753E-1E360A22C044}"/>
              </a:ext>
            </a:extLst>
          </p:cNvPr>
          <p:cNvSpPr/>
          <p:nvPr/>
        </p:nvSpPr>
        <p:spPr>
          <a:xfrm>
            <a:off x="868680" y="205381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Fields that conflate two concepts</a:t>
            </a:r>
          </a:p>
        </p:txBody>
      </p:sp>
      <p:sp>
        <p:nvSpPr>
          <p:cNvPr id="49" name="Text 11">
            <a:extLst>
              <a:ext uri="{FF2B5EF4-FFF2-40B4-BE49-F238E27FC236}">
                <a16:creationId xmlns:a16="http://schemas.microsoft.com/office/drawing/2014/main" id="{29DD3817-4AE6-2E5D-6702-008D34CA3BBB}"/>
              </a:ext>
            </a:extLst>
          </p:cNvPr>
          <p:cNvSpPr/>
          <p:nvPr/>
        </p:nvSpPr>
        <p:spPr>
          <a:xfrm>
            <a:off x="4407408" y="220469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12">
            <a:extLst>
              <a:ext uri="{FF2B5EF4-FFF2-40B4-BE49-F238E27FC236}">
                <a16:creationId xmlns:a16="http://schemas.microsoft.com/office/drawing/2014/main" id="{8DBA7788-3089-F5A9-7ACE-757AEF4886B5}"/>
              </a:ext>
            </a:extLst>
          </p:cNvPr>
          <p:cNvSpPr/>
          <p:nvPr/>
        </p:nvSpPr>
        <p:spPr>
          <a:xfrm>
            <a:off x="4800600" y="194866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13">
            <a:extLst>
              <a:ext uri="{FF2B5EF4-FFF2-40B4-BE49-F238E27FC236}">
                <a16:creationId xmlns:a16="http://schemas.microsoft.com/office/drawing/2014/main" id="{A9589E7C-46D2-1C90-5803-08F9A249414A}"/>
              </a:ext>
            </a:extLst>
          </p:cNvPr>
          <p:cNvSpPr/>
          <p:nvPr/>
        </p:nvSpPr>
        <p:spPr>
          <a:xfrm>
            <a:off x="4937760" y="220469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14">
            <a:extLst>
              <a:ext uri="{FF2B5EF4-FFF2-40B4-BE49-F238E27FC236}">
                <a16:creationId xmlns:a16="http://schemas.microsoft.com/office/drawing/2014/main" id="{5D866ADA-A2B7-EC26-99F2-6C7BFE52C53A}"/>
              </a:ext>
            </a:extLst>
          </p:cNvPr>
          <p:cNvSpPr/>
          <p:nvPr/>
        </p:nvSpPr>
        <p:spPr>
          <a:xfrm>
            <a:off x="5303520" y="205381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Ask: “Are there any fields that carry more than one meaning? Name them.”</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53" name="Shape 15">
            <a:extLst>
              <a:ext uri="{FF2B5EF4-FFF2-40B4-BE49-F238E27FC236}">
                <a16:creationId xmlns:a16="http://schemas.microsoft.com/office/drawing/2014/main" id="{9261011B-4835-47F1-7322-9DC05786BB55}"/>
              </a:ext>
            </a:extLst>
          </p:cNvPr>
          <p:cNvSpPr/>
          <p:nvPr/>
        </p:nvSpPr>
        <p:spPr>
          <a:xfrm>
            <a:off x="365760" y="290878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4" name="Text 16">
            <a:extLst>
              <a:ext uri="{FF2B5EF4-FFF2-40B4-BE49-F238E27FC236}">
                <a16:creationId xmlns:a16="http://schemas.microsoft.com/office/drawing/2014/main" id="{B3664205-2988-C98A-4C8B-D765A5601259}"/>
              </a:ext>
            </a:extLst>
          </p:cNvPr>
          <p:cNvSpPr/>
          <p:nvPr/>
        </p:nvSpPr>
        <p:spPr>
          <a:xfrm>
            <a:off x="502920" y="316481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Text 17">
            <a:extLst>
              <a:ext uri="{FF2B5EF4-FFF2-40B4-BE49-F238E27FC236}">
                <a16:creationId xmlns:a16="http://schemas.microsoft.com/office/drawing/2014/main" id="{D50C5224-9EDF-0586-5772-FE30F9B56BF4}"/>
              </a:ext>
            </a:extLst>
          </p:cNvPr>
          <p:cNvSpPr/>
          <p:nvPr/>
        </p:nvSpPr>
        <p:spPr>
          <a:xfrm>
            <a:off x="868680" y="301393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Missing relationships between entities</a:t>
            </a:r>
          </a:p>
        </p:txBody>
      </p:sp>
      <p:sp>
        <p:nvSpPr>
          <p:cNvPr id="56" name="Text 18">
            <a:extLst>
              <a:ext uri="{FF2B5EF4-FFF2-40B4-BE49-F238E27FC236}">
                <a16:creationId xmlns:a16="http://schemas.microsoft.com/office/drawing/2014/main" id="{9D7788F0-EE57-1288-BD6B-C1E575C0341D}"/>
              </a:ext>
            </a:extLst>
          </p:cNvPr>
          <p:cNvSpPr/>
          <p:nvPr/>
        </p:nvSpPr>
        <p:spPr>
          <a:xfrm>
            <a:off x="4407408" y="316481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57" name="Shape 19">
            <a:extLst>
              <a:ext uri="{FF2B5EF4-FFF2-40B4-BE49-F238E27FC236}">
                <a16:creationId xmlns:a16="http://schemas.microsoft.com/office/drawing/2014/main" id="{C5BBDC26-4F02-413D-5684-ED94C5CBD195}"/>
              </a:ext>
            </a:extLst>
          </p:cNvPr>
          <p:cNvSpPr/>
          <p:nvPr/>
        </p:nvSpPr>
        <p:spPr>
          <a:xfrm>
            <a:off x="4800600" y="290878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8" name="Text 20">
            <a:extLst>
              <a:ext uri="{FF2B5EF4-FFF2-40B4-BE49-F238E27FC236}">
                <a16:creationId xmlns:a16="http://schemas.microsoft.com/office/drawing/2014/main" id="{32545838-3E7A-C916-C107-E1425A3F5A7D}"/>
              </a:ext>
            </a:extLst>
          </p:cNvPr>
          <p:cNvSpPr/>
          <p:nvPr/>
        </p:nvSpPr>
        <p:spPr>
          <a:xfrm>
            <a:off x="4937760" y="316481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Text 21">
            <a:extLst>
              <a:ext uri="{FF2B5EF4-FFF2-40B4-BE49-F238E27FC236}">
                <a16:creationId xmlns:a16="http://schemas.microsoft.com/office/drawing/2014/main" id="{A38432B6-065D-3127-8580-20D4AE9C1E7B}"/>
              </a:ext>
            </a:extLst>
          </p:cNvPr>
          <p:cNvSpPr/>
          <p:nvPr/>
        </p:nvSpPr>
        <p:spPr>
          <a:xfrm>
            <a:off x="5303520" y="3013937"/>
            <a:ext cx="3337560" cy="594360"/>
          </a:xfrm>
          <a:prstGeom prst="rect">
            <a:avLst/>
          </a:prstGeom>
          <a:noFill/>
          <a:ln/>
        </p:spPr>
        <p:txBody>
          <a:bodyPr wrap="square" lIns="0" tIns="0" rIns="0" bIns="0" rtlCol="0" anchor="ctr"/>
          <a:lstStyle/>
          <a:p>
            <a:r>
              <a:rPr lang="en-US" sz="1200" b="1">
                <a:latin typeface="Open Sans" pitchFamily="2" charset="0"/>
                <a:ea typeface="Open Sans" pitchFamily="2" charset="0"/>
                <a:cs typeface="Open Sans" pitchFamily="2" charset="0"/>
              </a:rPr>
              <a:t> </a:t>
            </a:r>
            <a:r>
              <a:rPr lang="en-US" sz="1200">
                <a:latin typeface="Open Sans" pitchFamily="2" charset="0"/>
                <a:ea typeface="Open Sans" pitchFamily="2" charset="0"/>
                <a:cs typeface="Open Sans" pitchFamily="2" charset="0"/>
              </a:rPr>
              <a:t>Ask: “What relationships are implied but not modelled explicitly?”</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60" name="Shape 22">
            <a:extLst>
              <a:ext uri="{FF2B5EF4-FFF2-40B4-BE49-F238E27FC236}">
                <a16:creationId xmlns:a16="http://schemas.microsoft.com/office/drawing/2014/main" id="{750D1BAF-A38D-DE9F-71D7-A9908232D9AD}"/>
              </a:ext>
            </a:extLst>
          </p:cNvPr>
          <p:cNvSpPr/>
          <p:nvPr/>
        </p:nvSpPr>
        <p:spPr>
          <a:xfrm>
            <a:off x="365760" y="386890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1" name="Text 23">
            <a:extLst>
              <a:ext uri="{FF2B5EF4-FFF2-40B4-BE49-F238E27FC236}">
                <a16:creationId xmlns:a16="http://schemas.microsoft.com/office/drawing/2014/main" id="{19FAB483-3980-117E-7208-F5E74CB11093}"/>
              </a:ext>
            </a:extLst>
          </p:cNvPr>
          <p:cNvSpPr/>
          <p:nvPr/>
        </p:nvSpPr>
        <p:spPr>
          <a:xfrm>
            <a:off x="502920" y="412493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Text 24">
            <a:extLst>
              <a:ext uri="{FF2B5EF4-FFF2-40B4-BE49-F238E27FC236}">
                <a16:creationId xmlns:a16="http://schemas.microsoft.com/office/drawing/2014/main" id="{7CA93465-ED19-D2D6-CB3A-E6EBCFF51AC9}"/>
              </a:ext>
            </a:extLst>
          </p:cNvPr>
          <p:cNvSpPr/>
          <p:nvPr/>
        </p:nvSpPr>
        <p:spPr>
          <a:xfrm>
            <a:off x="868680" y="397405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IDs that will not survive at scale</a:t>
            </a:r>
          </a:p>
        </p:txBody>
      </p:sp>
      <p:sp>
        <p:nvSpPr>
          <p:cNvPr id="63" name="Text 25">
            <a:extLst>
              <a:ext uri="{FF2B5EF4-FFF2-40B4-BE49-F238E27FC236}">
                <a16:creationId xmlns:a16="http://schemas.microsoft.com/office/drawing/2014/main" id="{D438B77B-3D2C-C10B-C2B5-A98FBC5BE339}"/>
              </a:ext>
            </a:extLst>
          </p:cNvPr>
          <p:cNvSpPr/>
          <p:nvPr/>
        </p:nvSpPr>
        <p:spPr>
          <a:xfrm>
            <a:off x="4407408" y="412493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64" name="Shape 26">
            <a:extLst>
              <a:ext uri="{FF2B5EF4-FFF2-40B4-BE49-F238E27FC236}">
                <a16:creationId xmlns:a16="http://schemas.microsoft.com/office/drawing/2014/main" id="{E60ED8A8-40B1-B6CD-177F-12DDD1326655}"/>
              </a:ext>
            </a:extLst>
          </p:cNvPr>
          <p:cNvSpPr/>
          <p:nvPr/>
        </p:nvSpPr>
        <p:spPr>
          <a:xfrm>
            <a:off x="4800600" y="386890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27">
            <a:extLst>
              <a:ext uri="{FF2B5EF4-FFF2-40B4-BE49-F238E27FC236}">
                <a16:creationId xmlns:a16="http://schemas.microsoft.com/office/drawing/2014/main" id="{740D2177-8722-F51A-ABBF-0D5421A5C42F}"/>
              </a:ext>
            </a:extLst>
          </p:cNvPr>
          <p:cNvSpPr/>
          <p:nvPr/>
        </p:nvSpPr>
        <p:spPr>
          <a:xfrm>
            <a:off x="4937760" y="412493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6" name="Text 28">
            <a:extLst>
              <a:ext uri="{FF2B5EF4-FFF2-40B4-BE49-F238E27FC236}">
                <a16:creationId xmlns:a16="http://schemas.microsoft.com/office/drawing/2014/main" id="{7252123A-F7BF-2938-164D-58D60E768C30}"/>
              </a:ext>
            </a:extLst>
          </p:cNvPr>
          <p:cNvSpPr/>
          <p:nvPr/>
        </p:nvSpPr>
        <p:spPr>
          <a:xfrm>
            <a:off x="5303520" y="397405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Ask: “What would need to change to support multiple users or </a:t>
            </a:r>
            <a:r>
              <a:rPr lang="en-US" sz="1200" err="1">
                <a:latin typeface="Open Sans" pitchFamily="2" charset="0"/>
                <a:ea typeface="Open Sans" pitchFamily="2" charset="0"/>
                <a:cs typeface="Open Sans" pitchFamily="2" charset="0"/>
              </a:rPr>
              <a:t>organisations</a:t>
            </a:r>
            <a:r>
              <a:rPr lang="en-US" sz="1200">
                <a:latin typeface="Open Sans" pitchFamily="2" charset="0"/>
                <a:ea typeface="Open Sans" pitchFamily="2" charset="0"/>
                <a:cs typeface="Open Sans" pitchFamily="2" charset="0"/>
              </a:rPr>
              <a:t>?”</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27870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5F4BBF9-D475-4FAF-B4F2-227A896D61E0}"/>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Generate &amp; Review a Data Model</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CD5238C-A28E-A788-1C7E-71F08AF9C0BC}"/>
              </a:ext>
            </a:extLst>
          </p:cNvPr>
          <p:cNvSpPr/>
          <p:nvPr/>
        </p:nvSpPr>
        <p:spPr>
          <a:xfrm>
            <a:off x="419613"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Two prompts. One to make the model visible. One to find what it got wrong.</a:t>
            </a:r>
          </a:p>
        </p:txBody>
      </p:sp>
      <p:sp>
        <p:nvSpPr>
          <p:cNvPr id="5" name="Shape 2">
            <a:extLst>
              <a:ext uri="{FF2B5EF4-FFF2-40B4-BE49-F238E27FC236}">
                <a16:creationId xmlns:a16="http://schemas.microsoft.com/office/drawing/2014/main" id="{9BC3E4C1-199A-2BEF-98D9-F1C5EABEE710}"/>
              </a:ext>
            </a:extLst>
          </p:cNvPr>
          <p:cNvSpPr/>
          <p:nvPr/>
        </p:nvSpPr>
        <p:spPr>
          <a:xfrm>
            <a:off x="292608" y="1129284"/>
            <a:ext cx="4133088" cy="1819656"/>
          </a:xfrm>
          <a:prstGeom prst="roundRect">
            <a:avLst>
              <a:gd name="adj" fmla="val 2353"/>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8DCB186F-60F4-B2A8-76A3-B9F1A94783CA}"/>
              </a:ext>
            </a:extLst>
          </p:cNvPr>
          <p:cNvSpPr/>
          <p:nvPr/>
        </p:nvSpPr>
        <p:spPr>
          <a:xfrm>
            <a:off x="493776" y="1344168"/>
            <a:ext cx="3730752" cy="219456"/>
          </a:xfrm>
          <a:prstGeom prst="rect">
            <a:avLst/>
          </a:prstGeom>
          <a:noFill/>
          <a:ln/>
        </p:spPr>
        <p:txBody>
          <a:bodyPr wrap="square" lIns="0" tIns="0" rIns="0" bIns="0" rtlCol="0" anchor="ctr"/>
          <a:lstStyle/>
          <a:p>
            <a:pPr marL="0" indent="0">
              <a:buNone/>
            </a:pPr>
            <a:r>
              <a:rPr lang="en-US" sz="1200" b="1" kern="0" spc="100">
                <a:solidFill>
                  <a:schemeClr val="bg1"/>
                </a:solidFill>
                <a:latin typeface="Open Sans" pitchFamily="2" charset="0"/>
                <a:ea typeface="Open Sans" pitchFamily="2" charset="0"/>
                <a:cs typeface="Open Sans" pitchFamily="2" charset="0"/>
              </a:rPr>
              <a:t>GENERATE</a:t>
            </a:r>
            <a:endParaRPr lang="en-US" sz="1200">
              <a:solidFill>
                <a:schemeClr val="bg1"/>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2AF63E-4FBA-F5C3-D4DA-023E32A7D152}"/>
              </a:ext>
            </a:extLst>
          </p:cNvPr>
          <p:cNvSpPr/>
          <p:nvPr/>
        </p:nvSpPr>
        <p:spPr>
          <a:xfrm>
            <a:off x="493776" y="1618488"/>
            <a:ext cx="3730752" cy="1180606"/>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"Generate an entity-</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relationship diagram for this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project in plain text. List</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every entity, every field, and</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every relationship."</a:t>
            </a:r>
          </a:p>
        </p:txBody>
      </p:sp>
      <p:sp>
        <p:nvSpPr>
          <p:cNvPr id="8" name="Text 5">
            <a:extLst>
              <a:ext uri="{FF2B5EF4-FFF2-40B4-BE49-F238E27FC236}">
                <a16:creationId xmlns:a16="http://schemas.microsoft.com/office/drawing/2014/main" id="{1E9B2698-3618-4B63-7335-F0995D135371}"/>
              </a:ext>
            </a:extLst>
          </p:cNvPr>
          <p:cNvSpPr/>
          <p:nvPr/>
        </p:nvSpPr>
        <p:spPr>
          <a:xfrm>
            <a:off x="301075" y="3127248"/>
            <a:ext cx="4133088" cy="777240"/>
          </a:xfrm>
          <a:prstGeom prst="rect">
            <a:avLst/>
          </a:prstGeom>
          <a:noFill/>
          <a:ln/>
        </p:spPr>
        <p:txBody>
          <a:bodyPr wrap="square" lIns="0" tIns="0" rIns="0" bIns="0" rtlCol="0" anchor="t"/>
          <a:lstStyle/>
          <a:p>
            <a:pPr marL="0" indent="0">
              <a:lnSpc>
                <a:spcPct val="115000"/>
              </a:lnSpc>
              <a:buNone/>
            </a:pPr>
            <a:r>
              <a:rPr lang="en-US" sz="1200">
                <a:solidFill>
                  <a:srgbClr val="757575"/>
                </a:solidFill>
                <a:latin typeface="Open Sans" pitchFamily="2" charset="0"/>
                <a:ea typeface="Open Sans" pitchFamily="2" charset="0"/>
                <a:cs typeface="Open Sans" pitchFamily="2" charset="0"/>
              </a:rPr>
              <a:t>What you get: a structured map of the data model Claude built, often with assumptions you did not know had been made.</a:t>
            </a:r>
            <a:endParaRPr lang="en-US" sz="12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675E87F4-5675-56CA-B8EA-8DCAB6E7C641}"/>
              </a:ext>
            </a:extLst>
          </p:cNvPr>
          <p:cNvSpPr/>
          <p:nvPr/>
        </p:nvSpPr>
        <p:spPr>
          <a:xfrm>
            <a:off x="4718304" y="1129284"/>
            <a:ext cx="4133088" cy="1819656"/>
          </a:xfrm>
          <a:prstGeom prst="roundRect">
            <a:avLst>
              <a:gd name="adj" fmla="val 2353"/>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F23E6ACD-BB76-5707-E79C-60A38A46F0BA}"/>
              </a:ext>
            </a:extLst>
          </p:cNvPr>
          <p:cNvSpPr/>
          <p:nvPr/>
        </p:nvSpPr>
        <p:spPr>
          <a:xfrm>
            <a:off x="4919472" y="1344168"/>
            <a:ext cx="3730752" cy="219456"/>
          </a:xfrm>
          <a:prstGeom prst="rect">
            <a:avLst/>
          </a:prstGeom>
          <a:noFill/>
          <a:ln/>
        </p:spPr>
        <p:txBody>
          <a:bodyPr wrap="square" lIns="0" tIns="0" rIns="0" bIns="0" rtlCol="0" anchor="ctr"/>
          <a:lstStyle/>
          <a:p>
            <a:pPr marL="0" indent="0">
              <a:buNone/>
            </a:pPr>
            <a:r>
              <a:rPr lang="en-US" sz="1200" b="1" kern="0" spc="100">
                <a:solidFill>
                  <a:schemeClr val="bg1"/>
                </a:solidFill>
                <a:latin typeface="Open Sans" pitchFamily="2" charset="0"/>
                <a:ea typeface="Open Sans" pitchFamily="2" charset="0"/>
                <a:cs typeface="Open Sans" pitchFamily="2" charset="0"/>
              </a:rPr>
              <a:t>REVIEW</a:t>
            </a:r>
            <a:endParaRPr lang="en-US" sz="1200">
              <a:solidFill>
                <a:schemeClr val="bg1"/>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1E823884-7B58-FC9B-7DF3-0F7B688AA7A0}"/>
              </a:ext>
            </a:extLst>
          </p:cNvPr>
          <p:cNvSpPr/>
          <p:nvPr/>
        </p:nvSpPr>
        <p:spPr>
          <a:xfrm>
            <a:off x="4919472" y="1618488"/>
            <a:ext cx="3730752" cy="1180606"/>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"Review this data model</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critically. What assumptions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did you make? What breaks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with more than one user?</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What is missing?"</a:t>
            </a:r>
          </a:p>
        </p:txBody>
      </p:sp>
      <p:sp>
        <p:nvSpPr>
          <p:cNvPr id="12" name="Text 9">
            <a:extLst>
              <a:ext uri="{FF2B5EF4-FFF2-40B4-BE49-F238E27FC236}">
                <a16:creationId xmlns:a16="http://schemas.microsoft.com/office/drawing/2014/main" id="{2B0F8340-A82C-52D0-A7BC-C113AF130A2B}"/>
              </a:ext>
            </a:extLst>
          </p:cNvPr>
          <p:cNvSpPr/>
          <p:nvPr/>
        </p:nvSpPr>
        <p:spPr>
          <a:xfrm>
            <a:off x="4718304" y="3127248"/>
            <a:ext cx="4133088" cy="777240"/>
          </a:xfrm>
          <a:prstGeom prst="rect">
            <a:avLst/>
          </a:prstGeom>
          <a:noFill/>
          <a:ln/>
        </p:spPr>
        <p:txBody>
          <a:bodyPr wrap="square" lIns="0" tIns="0" rIns="0" bIns="0" rtlCol="0" anchor="t"/>
          <a:lstStyle/>
          <a:p>
            <a:pPr marL="0" indent="0">
              <a:lnSpc>
                <a:spcPct val="115000"/>
              </a:lnSpc>
              <a:buNone/>
            </a:pPr>
            <a:r>
              <a:rPr lang="en-US" sz="1200">
                <a:solidFill>
                  <a:srgbClr val="757575"/>
                </a:solidFill>
                <a:latin typeface="Open Sans" pitchFamily="2" charset="0"/>
                <a:ea typeface="Open Sans" pitchFamily="2" charset="0"/>
                <a:cs typeface="Open Sans" pitchFamily="2" charset="0"/>
              </a:rPr>
              <a:t>What you get: a list of structural risks, named specifically, before engineering inherits them.</a:t>
            </a:r>
            <a:endParaRPr lang="en-US" sz="1200">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F8C43156-B954-F1D0-DDA8-B4DFDDB8871D}"/>
              </a:ext>
            </a:extLst>
          </p:cNvPr>
          <p:cNvSpPr/>
          <p:nvPr/>
        </p:nvSpPr>
        <p:spPr>
          <a:xfrm>
            <a:off x="292608" y="4082796"/>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796FE882-32ED-5974-58B4-AC97A84209E3}"/>
              </a:ext>
            </a:extLst>
          </p:cNvPr>
          <p:cNvSpPr/>
          <p:nvPr/>
        </p:nvSpPr>
        <p:spPr>
          <a:xfrm>
            <a:off x="493776" y="4082796"/>
            <a:ext cx="8263046"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generate prompt makes the implicit explicit. The review prompt makes the risky visible. Run both before you hand over.</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918038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D717887-D1D3-2C37-9D4F-378D725C1082}"/>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When the Words Don't Match</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2031A271-9287-0978-AB88-04B253D55620}"/>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review prompt will likely flag naming assumption. Here is the framework that explains why it matters.</a:t>
            </a:r>
          </a:p>
        </p:txBody>
      </p:sp>
      <p:sp>
        <p:nvSpPr>
          <p:cNvPr id="5" name="Shape 2">
            <a:extLst>
              <a:ext uri="{FF2B5EF4-FFF2-40B4-BE49-F238E27FC236}">
                <a16:creationId xmlns:a16="http://schemas.microsoft.com/office/drawing/2014/main" id="{EF62602B-404A-2348-433E-427B13DEE9E3}"/>
              </a:ext>
            </a:extLst>
          </p:cNvPr>
          <p:cNvSpPr/>
          <p:nvPr/>
        </p:nvSpPr>
        <p:spPr>
          <a:xfrm>
            <a:off x="292608" y="1382081"/>
            <a:ext cx="4133088" cy="1783080"/>
          </a:xfrm>
          <a:prstGeom prst="roundRect">
            <a:avLst>
              <a:gd name="adj" fmla="val 3077"/>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599B6CBC-DDD6-59CD-4978-FACE1BBFD0F6}"/>
              </a:ext>
            </a:extLst>
          </p:cNvPr>
          <p:cNvSpPr/>
          <p:nvPr/>
        </p:nvSpPr>
        <p:spPr>
          <a:xfrm>
            <a:off x="493776" y="1564961"/>
            <a:ext cx="3730752" cy="292608"/>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SAME WORD, DIFFERENT MEANING</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AC2B2ED6-B74D-E4E3-A3A7-B9B3F29E1F4C}"/>
              </a:ext>
            </a:extLst>
          </p:cNvPr>
          <p:cNvSpPr/>
          <p:nvPr/>
        </p:nvSpPr>
        <p:spPr>
          <a:xfrm>
            <a:off x="493776" y="1875857"/>
            <a:ext cx="3730752" cy="237744"/>
          </a:xfrm>
          <a:prstGeom prst="rect">
            <a:avLst/>
          </a:prstGeom>
          <a:noFill/>
          <a:ln/>
        </p:spPr>
        <p:txBody>
          <a:bodyPr wrap="square" lIns="0" tIns="0" rIns="0" bIns="0" rtlCol="0" anchor="ctr"/>
          <a:lstStyle/>
          <a:p>
            <a:pPr marL="0" indent="0">
              <a:buNone/>
            </a:pPr>
            <a:r>
              <a:rPr lang="en-US" sz="1200" i="1">
                <a:solidFill>
                  <a:schemeClr val="tx2"/>
                </a:solidFill>
                <a:latin typeface="Open Sans" pitchFamily="2" charset="0"/>
                <a:ea typeface="Open Sans" pitchFamily="2" charset="0"/>
                <a:cs typeface="Open Sans" pitchFamily="2" charset="0"/>
              </a:rPr>
              <a:t>(what engineers call a “bounded context”)</a:t>
            </a:r>
            <a:endParaRPr lang="en-US" sz="1200">
              <a:solidFill>
                <a:schemeClr val="tx2"/>
              </a:solidFill>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3886BA19-1337-DC74-4023-E062EB4B089B}"/>
              </a:ext>
            </a:extLst>
          </p:cNvPr>
          <p:cNvSpPr/>
          <p:nvPr/>
        </p:nvSpPr>
        <p:spPr>
          <a:xfrm>
            <a:off x="493776" y="2150177"/>
            <a:ext cx="3730752" cy="822960"/>
          </a:xfrm>
          <a:prstGeom prst="rect">
            <a:avLst/>
          </a:prstGeom>
          <a:noFill/>
          <a:ln/>
        </p:spPr>
        <p:txBody>
          <a:bodyPr wrap="square" lIns="0" tIns="0" rIns="0" bIns="0" rtlCol="0" anchor="t"/>
          <a:lstStyle/>
          <a:p>
            <a:pPr marL="0" indent="0">
              <a:lnSpc>
                <a:spcPct val="116000"/>
              </a:lnSpc>
              <a:buNone/>
            </a:pPr>
            <a:r>
              <a:rPr lang="en-US" sz="1200">
                <a:latin typeface="Open Sans" pitchFamily="2" charset="0"/>
                <a:ea typeface="Open Sans" pitchFamily="2" charset="0"/>
                <a:cs typeface="Open Sans" pitchFamily="2" charset="0"/>
              </a:rPr>
              <a:t>The same word can mean different things in different parts of the system. Keep each meaning separate.</a:t>
            </a:r>
          </a:p>
        </p:txBody>
      </p:sp>
      <p:sp>
        <p:nvSpPr>
          <p:cNvPr id="9" name="Shape 6">
            <a:extLst>
              <a:ext uri="{FF2B5EF4-FFF2-40B4-BE49-F238E27FC236}">
                <a16:creationId xmlns:a16="http://schemas.microsoft.com/office/drawing/2014/main" id="{F426172C-0B7A-4A5F-AA3C-7B6F25B7F9BB}"/>
              </a:ext>
            </a:extLst>
          </p:cNvPr>
          <p:cNvSpPr/>
          <p:nvPr/>
        </p:nvSpPr>
        <p:spPr>
          <a:xfrm>
            <a:off x="4718304" y="1382081"/>
            <a:ext cx="4133088" cy="1783080"/>
          </a:xfrm>
          <a:prstGeom prst="roundRect">
            <a:avLst>
              <a:gd name="adj" fmla="val 3077"/>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DD35AA60-1127-9ADE-CBB5-48CDC0DFE1D1}"/>
              </a:ext>
            </a:extLst>
          </p:cNvPr>
          <p:cNvSpPr/>
          <p:nvPr/>
        </p:nvSpPr>
        <p:spPr>
          <a:xfrm>
            <a:off x="4919472" y="1564961"/>
            <a:ext cx="3730752" cy="292608"/>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ONE LANGUAGE, NOT TWO</a:t>
            </a:r>
            <a:endParaRPr lang="en-US" sz="1400">
              <a:solidFill>
                <a:schemeClr val="accent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A7FDE300-585A-F5C2-6BD6-45C09C51D753}"/>
              </a:ext>
            </a:extLst>
          </p:cNvPr>
          <p:cNvSpPr/>
          <p:nvPr/>
        </p:nvSpPr>
        <p:spPr>
          <a:xfrm>
            <a:off x="4919472" y="1875857"/>
            <a:ext cx="3730752" cy="237744"/>
          </a:xfrm>
          <a:prstGeom prst="rect">
            <a:avLst/>
          </a:prstGeom>
          <a:noFill/>
          <a:ln/>
        </p:spPr>
        <p:txBody>
          <a:bodyPr wrap="square" lIns="0" tIns="0" rIns="0" bIns="0" rtlCol="0" anchor="ctr"/>
          <a:lstStyle/>
          <a:p>
            <a:pPr marL="0" indent="0">
              <a:buNone/>
            </a:pPr>
            <a:r>
              <a:rPr lang="en-US" sz="1200" i="1">
                <a:solidFill>
                  <a:schemeClr val="tx2"/>
                </a:solidFill>
                <a:latin typeface="Open Sans" pitchFamily="2" charset="0"/>
                <a:ea typeface="Open Sans" pitchFamily="2" charset="0"/>
                <a:cs typeface="Open Sans" pitchFamily="2" charset="0"/>
              </a:rPr>
              <a:t>(what engineers call “ubiquitous language”)</a:t>
            </a:r>
            <a:endParaRPr lang="en-US" sz="1200">
              <a:solidFill>
                <a:schemeClr val="tx2"/>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C57D1989-1765-17EE-50F4-3C80BF53F3E4}"/>
              </a:ext>
            </a:extLst>
          </p:cNvPr>
          <p:cNvSpPr/>
          <p:nvPr/>
        </p:nvSpPr>
        <p:spPr>
          <a:xfrm>
            <a:off x="4919472" y="2150177"/>
            <a:ext cx="3730752" cy="822960"/>
          </a:xfrm>
          <a:prstGeom prst="rect">
            <a:avLst/>
          </a:prstGeom>
          <a:noFill/>
          <a:ln/>
        </p:spPr>
        <p:txBody>
          <a:bodyPr wrap="square" lIns="0" tIns="0" rIns="0" bIns="0" rtlCol="0" anchor="t"/>
          <a:lstStyle/>
          <a:p>
            <a:pPr marL="0" indent="0">
              <a:lnSpc>
                <a:spcPct val="116000"/>
              </a:lnSpc>
              <a:buNone/>
            </a:pPr>
            <a:r>
              <a:rPr lang="en-US" sz="1200">
                <a:latin typeface="Open Sans" pitchFamily="2" charset="0"/>
                <a:ea typeface="Open Sans" pitchFamily="2" charset="0"/>
                <a:cs typeface="Open Sans" pitchFamily="2" charset="0"/>
              </a:rPr>
              <a:t>Use the exact words your business uses, in the code and in conversation. No translation layer.</a:t>
            </a:r>
          </a:p>
        </p:txBody>
      </p:sp>
      <p:sp>
        <p:nvSpPr>
          <p:cNvPr id="13" name="Shape 10">
            <a:extLst>
              <a:ext uri="{FF2B5EF4-FFF2-40B4-BE49-F238E27FC236}">
                <a16:creationId xmlns:a16="http://schemas.microsoft.com/office/drawing/2014/main" id="{C4D2A725-DE66-09E0-E33A-66E9C62E8D55}"/>
              </a:ext>
            </a:extLst>
          </p:cNvPr>
          <p:cNvSpPr/>
          <p:nvPr/>
        </p:nvSpPr>
        <p:spPr>
          <a:xfrm>
            <a:off x="292608" y="3630951"/>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DA0AC623-76FF-CAFC-1D3B-C06ED9C4BD57}"/>
              </a:ext>
            </a:extLst>
          </p:cNvPr>
          <p:cNvSpPr/>
          <p:nvPr/>
        </p:nvSpPr>
        <p:spPr>
          <a:xfrm>
            <a:off x="292607" y="3630951"/>
            <a:ext cx="8558783"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Ask Claude: “What word does this code use for [your business term]? Does it match what we actually call it?”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18562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088084E-4C8C-A1A4-AEF7-8D7471A8F0B1}"/>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Arial" pitchFamily="34" charset="0"/>
                <a:ea typeface="Arial" pitchFamily="34" charset="-122"/>
                <a:cs typeface="Arial" pitchFamily="34" charset="-120"/>
              </a:rPr>
              <a:t>Ontology Sprint</a:t>
            </a:r>
            <a:endParaRPr lang="en-US" sz="2700"/>
          </a:p>
        </p:txBody>
      </p:sp>
      <p:sp>
        <p:nvSpPr>
          <p:cNvPr id="4" name="Text 1">
            <a:extLst>
              <a:ext uri="{FF2B5EF4-FFF2-40B4-BE49-F238E27FC236}">
                <a16:creationId xmlns:a16="http://schemas.microsoft.com/office/drawing/2014/main" id="{4B47FC9B-7F14-1BF0-3E99-C29BDDFC0ECF}"/>
              </a:ext>
            </a:extLst>
          </p:cNvPr>
          <p:cNvSpPr/>
          <p:nvPr/>
        </p:nvSpPr>
        <p:spPr>
          <a:xfrm>
            <a:off x="394212" y="676656"/>
            <a:ext cx="8595360" cy="365760"/>
          </a:xfrm>
          <a:prstGeom prst="rect">
            <a:avLst/>
          </a:prstGeom>
          <a:noFill/>
          <a:ln/>
        </p:spPr>
        <p:txBody>
          <a:bodyPr wrap="square" lIns="0" tIns="0" rIns="0" bIns="0" rtlCol="0" anchor="t"/>
          <a:lstStyle/>
          <a:p>
            <a:pPr marL="0" indent="0">
              <a:buNone/>
            </a:pPr>
            <a:r>
              <a:rPr lang="en-US" sz="1250">
                <a:solidFill>
                  <a:schemeClr val="tx2"/>
                </a:solidFill>
                <a:latin typeface="Calibri" pitchFamily="34" charset="0"/>
                <a:ea typeface="Calibri" pitchFamily="34" charset="-122"/>
                <a:cs typeface="Calibri" pitchFamily="34" charset="-120"/>
              </a:rPr>
              <a:t>Generate the data model Claude built for your PoC. Critique it. Find the assumption you did not know was there.</a:t>
            </a:r>
            <a:endParaRPr lang="en-US" sz="1250">
              <a:solidFill>
                <a:schemeClr val="tx2"/>
              </a:solidFill>
            </a:endParaRPr>
          </a:p>
        </p:txBody>
      </p:sp>
      <p:sp>
        <p:nvSpPr>
          <p:cNvPr id="54" name="Shape 6">
            <a:extLst>
              <a:ext uri="{FF2B5EF4-FFF2-40B4-BE49-F238E27FC236}">
                <a16:creationId xmlns:a16="http://schemas.microsoft.com/office/drawing/2014/main" id="{069FAED9-F644-6AE3-09F9-6F030E5A9A78}"/>
              </a:ext>
            </a:extLst>
          </p:cNvPr>
          <p:cNvSpPr/>
          <p:nvPr/>
        </p:nvSpPr>
        <p:spPr>
          <a:xfrm>
            <a:off x="292608" y="922429"/>
            <a:ext cx="8275320" cy="974760"/>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55" name="Shape 5">
            <a:extLst>
              <a:ext uri="{FF2B5EF4-FFF2-40B4-BE49-F238E27FC236}">
                <a16:creationId xmlns:a16="http://schemas.microsoft.com/office/drawing/2014/main" id="{E7CE8CE6-77D6-0E30-0A93-318E3FC81A4A}"/>
              </a:ext>
            </a:extLst>
          </p:cNvPr>
          <p:cNvSpPr/>
          <p:nvPr/>
        </p:nvSpPr>
        <p:spPr>
          <a:xfrm>
            <a:off x="366254" y="1229206"/>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6" name="Text 6">
            <a:extLst>
              <a:ext uri="{FF2B5EF4-FFF2-40B4-BE49-F238E27FC236}">
                <a16:creationId xmlns:a16="http://schemas.microsoft.com/office/drawing/2014/main" id="{357A5E78-480B-5D91-3A7B-62B1E334EDF7}"/>
              </a:ext>
            </a:extLst>
          </p:cNvPr>
          <p:cNvSpPr/>
          <p:nvPr/>
        </p:nvSpPr>
        <p:spPr>
          <a:xfrm>
            <a:off x="366254" y="1229206"/>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1</a:t>
            </a:r>
            <a:endParaRPr lang="en-US" sz="1500">
              <a:latin typeface="Open Sans" pitchFamily="2" charset="0"/>
              <a:ea typeface="Open Sans" pitchFamily="2" charset="0"/>
              <a:cs typeface="Open Sans" pitchFamily="2" charset="0"/>
            </a:endParaRPr>
          </a:p>
        </p:txBody>
      </p:sp>
      <p:sp>
        <p:nvSpPr>
          <p:cNvPr id="57" name="Text 7">
            <a:extLst>
              <a:ext uri="{FF2B5EF4-FFF2-40B4-BE49-F238E27FC236}">
                <a16:creationId xmlns:a16="http://schemas.microsoft.com/office/drawing/2014/main" id="{8E34BB1F-7E9A-9427-9D17-20156B379158}"/>
              </a:ext>
            </a:extLst>
          </p:cNvPr>
          <p:cNvSpPr/>
          <p:nvPr/>
        </p:nvSpPr>
        <p:spPr>
          <a:xfrm>
            <a:off x="914894" y="954886"/>
            <a:ext cx="7405322"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Generate the entity-relationship model</a:t>
            </a:r>
            <a:endParaRPr lang="en-US" sz="1300"/>
          </a:p>
        </p:txBody>
      </p:sp>
      <p:sp>
        <p:nvSpPr>
          <p:cNvPr id="58" name="Shape 8">
            <a:extLst>
              <a:ext uri="{FF2B5EF4-FFF2-40B4-BE49-F238E27FC236}">
                <a16:creationId xmlns:a16="http://schemas.microsoft.com/office/drawing/2014/main" id="{CF9E45AD-4880-AFA5-0E85-CD7901FD387F}"/>
              </a:ext>
            </a:extLst>
          </p:cNvPr>
          <p:cNvSpPr/>
          <p:nvPr/>
        </p:nvSpPr>
        <p:spPr>
          <a:xfrm>
            <a:off x="914894" y="1256638"/>
            <a:ext cx="7594792" cy="534856"/>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59" name="Text 9">
            <a:extLst>
              <a:ext uri="{FF2B5EF4-FFF2-40B4-BE49-F238E27FC236}">
                <a16:creationId xmlns:a16="http://schemas.microsoft.com/office/drawing/2014/main" id="{CCAF5DC2-C9DE-D3A8-175C-2CCFB6E5C00A}"/>
              </a:ext>
            </a:extLst>
          </p:cNvPr>
          <p:cNvSpPr/>
          <p:nvPr/>
        </p:nvSpPr>
        <p:spPr>
          <a:xfrm>
            <a:off x="1055926" y="1331167"/>
            <a:ext cx="4996414" cy="557784"/>
          </a:xfrm>
          <a:prstGeom prst="rect">
            <a:avLst/>
          </a:prstGeom>
          <a:noFill/>
          <a:ln/>
        </p:spPr>
        <p:txBody>
          <a:bodyPr wrap="square" lIns="0" tIns="0" rIns="0" bIns="0" rtlCol="0" anchor="t"/>
          <a:lstStyle/>
          <a:p>
            <a:pPr>
              <a:lnSpc>
                <a:spcPct val="118000"/>
              </a:lnSpc>
            </a:pPr>
            <a:r>
              <a:rPr lang="en-US" sz="1100" err="1">
                <a:solidFill>
                  <a:srgbClr val="00B050"/>
                </a:solidFill>
                <a:latin typeface="Consolas" pitchFamily="34" charset="0"/>
                <a:ea typeface="Consolas" pitchFamily="34" charset="-122"/>
                <a:cs typeface="Consolas" pitchFamily="34" charset="-120"/>
              </a:rPr>
              <a:t>claude</a:t>
            </a:r>
            <a:r>
              <a:rPr lang="en-US" sz="1100">
                <a:solidFill>
                  <a:srgbClr val="00B050"/>
                </a:solidFill>
                <a:latin typeface="Consolas" pitchFamily="34" charset="0"/>
                <a:ea typeface="Consolas" pitchFamily="34" charset="-122"/>
                <a:cs typeface="Consolas" pitchFamily="34" charset="-120"/>
              </a:rPr>
              <a:t> "Generate an entity-relationship diagram for this project</a:t>
            </a:r>
            <a:endParaRPr lang="en-US" sz="1100">
              <a:solidFill>
                <a:srgbClr val="00B050"/>
              </a:solidFill>
            </a:endParaRPr>
          </a:p>
          <a:p>
            <a:pPr>
              <a:lnSpc>
                <a:spcPct val="118000"/>
              </a:lnSpc>
            </a:pPr>
            <a:r>
              <a:rPr lang="en-US" sz="1100">
                <a:solidFill>
                  <a:srgbClr val="00B050"/>
                </a:solidFill>
                <a:latin typeface="Consolas" pitchFamily="34" charset="0"/>
                <a:ea typeface="Consolas" pitchFamily="34" charset="-122"/>
                <a:cs typeface="Consolas" pitchFamily="34" charset="-120"/>
              </a:rPr>
              <a:t>in plain text. List every entity, field, and relationship."</a:t>
            </a:r>
            <a:endParaRPr lang="en-US" sz="1100">
              <a:solidFill>
                <a:srgbClr val="00B050"/>
              </a:solidFill>
            </a:endParaRPr>
          </a:p>
        </p:txBody>
      </p:sp>
      <p:sp>
        <p:nvSpPr>
          <p:cNvPr id="60" name="Shape 6">
            <a:extLst>
              <a:ext uri="{FF2B5EF4-FFF2-40B4-BE49-F238E27FC236}">
                <a16:creationId xmlns:a16="http://schemas.microsoft.com/office/drawing/2014/main" id="{EA99CB6C-47CA-CDC6-8E8A-B4A92159A473}"/>
              </a:ext>
            </a:extLst>
          </p:cNvPr>
          <p:cNvSpPr/>
          <p:nvPr/>
        </p:nvSpPr>
        <p:spPr>
          <a:xfrm>
            <a:off x="292608" y="195534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61" name="Shape 10">
            <a:extLst>
              <a:ext uri="{FF2B5EF4-FFF2-40B4-BE49-F238E27FC236}">
                <a16:creationId xmlns:a16="http://schemas.microsoft.com/office/drawing/2014/main" id="{56C955F4-E5EC-D074-D601-3AA01ECCDABE}"/>
              </a:ext>
            </a:extLst>
          </p:cNvPr>
          <p:cNvSpPr/>
          <p:nvPr/>
        </p:nvSpPr>
        <p:spPr>
          <a:xfrm>
            <a:off x="366254" y="2027631"/>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2" name="Text 11">
            <a:extLst>
              <a:ext uri="{FF2B5EF4-FFF2-40B4-BE49-F238E27FC236}">
                <a16:creationId xmlns:a16="http://schemas.microsoft.com/office/drawing/2014/main" id="{C2380464-3C04-F387-B3AF-D6C89FC8200F}"/>
              </a:ext>
            </a:extLst>
          </p:cNvPr>
          <p:cNvSpPr/>
          <p:nvPr/>
        </p:nvSpPr>
        <p:spPr>
          <a:xfrm>
            <a:off x="366254" y="2027631"/>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2</a:t>
            </a:r>
            <a:endParaRPr lang="en-US" sz="1500">
              <a:latin typeface="Open Sans" pitchFamily="2" charset="0"/>
              <a:ea typeface="Open Sans" pitchFamily="2" charset="0"/>
              <a:cs typeface="Open Sans" pitchFamily="2" charset="0"/>
            </a:endParaRPr>
          </a:p>
        </p:txBody>
      </p:sp>
      <p:sp>
        <p:nvSpPr>
          <p:cNvPr id="63" name="Text 12">
            <a:extLst>
              <a:ext uri="{FF2B5EF4-FFF2-40B4-BE49-F238E27FC236}">
                <a16:creationId xmlns:a16="http://schemas.microsoft.com/office/drawing/2014/main" id="{8A51C6D3-5798-0F50-CCA9-4DC8560BB6EC}"/>
              </a:ext>
            </a:extLst>
          </p:cNvPr>
          <p:cNvSpPr/>
          <p:nvPr/>
        </p:nvSpPr>
        <p:spPr>
          <a:xfrm>
            <a:off x="914894" y="1974251"/>
            <a:ext cx="801014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Read the model before critiquing it</a:t>
            </a:r>
            <a:endParaRPr lang="en-US" sz="1300"/>
          </a:p>
        </p:txBody>
      </p:sp>
      <p:sp>
        <p:nvSpPr>
          <p:cNvPr id="64" name="Text 13">
            <a:extLst>
              <a:ext uri="{FF2B5EF4-FFF2-40B4-BE49-F238E27FC236}">
                <a16:creationId xmlns:a16="http://schemas.microsoft.com/office/drawing/2014/main" id="{9B106449-5EFD-665B-D81B-1F69204FE769}"/>
              </a:ext>
            </a:extLst>
          </p:cNvPr>
          <p:cNvSpPr/>
          <p:nvPr/>
        </p:nvSpPr>
        <p:spPr>
          <a:xfrm>
            <a:off x="914894" y="2242975"/>
            <a:ext cx="7520652" cy="237744"/>
          </a:xfrm>
          <a:prstGeom prst="rect">
            <a:avLst/>
          </a:prstGeom>
          <a:noFill/>
          <a:ln/>
        </p:spPr>
        <p:txBody>
          <a:bodyPr wrap="square" lIns="0" tIns="0" rIns="0" bIns="0" rtlCol="0" anchor="t"/>
          <a:lstStyle/>
          <a:p>
            <a:pPr>
              <a:lnSpc>
                <a:spcPct val="112000"/>
              </a:lnSpc>
            </a:pPr>
            <a:r>
              <a:rPr lang="en-US" sz="1100">
                <a:solidFill>
                  <a:schemeClr val="tx2"/>
                </a:solidFill>
                <a:latin typeface="Calibri" pitchFamily="34" charset="0"/>
                <a:ea typeface="Calibri" pitchFamily="34" charset="-122"/>
                <a:cs typeface="Calibri" pitchFamily="34" charset="-120"/>
              </a:rPr>
              <a:t>Does it match what you intended? Are the names right? Are the relationships complete?</a:t>
            </a:r>
            <a:endParaRPr lang="en-US" sz="1100">
              <a:solidFill>
                <a:schemeClr val="tx2"/>
              </a:solidFill>
            </a:endParaRPr>
          </a:p>
        </p:txBody>
      </p:sp>
      <p:sp>
        <p:nvSpPr>
          <p:cNvPr id="65" name="Shape 6">
            <a:extLst>
              <a:ext uri="{FF2B5EF4-FFF2-40B4-BE49-F238E27FC236}">
                <a16:creationId xmlns:a16="http://schemas.microsoft.com/office/drawing/2014/main" id="{8A12DC6C-BA38-5CF5-D3AB-9A3EF9A408D9}"/>
              </a:ext>
            </a:extLst>
          </p:cNvPr>
          <p:cNvSpPr/>
          <p:nvPr/>
        </p:nvSpPr>
        <p:spPr>
          <a:xfrm>
            <a:off x="292608" y="2564499"/>
            <a:ext cx="8275320" cy="673992"/>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66" name="Shape 14">
            <a:extLst>
              <a:ext uri="{FF2B5EF4-FFF2-40B4-BE49-F238E27FC236}">
                <a16:creationId xmlns:a16="http://schemas.microsoft.com/office/drawing/2014/main" id="{E035B0C6-0C59-B53D-67DD-593F2E5FCB44}"/>
              </a:ext>
            </a:extLst>
          </p:cNvPr>
          <p:cNvSpPr/>
          <p:nvPr/>
        </p:nvSpPr>
        <p:spPr>
          <a:xfrm>
            <a:off x="366254" y="2706388"/>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7" name="Text 15">
            <a:extLst>
              <a:ext uri="{FF2B5EF4-FFF2-40B4-BE49-F238E27FC236}">
                <a16:creationId xmlns:a16="http://schemas.microsoft.com/office/drawing/2014/main" id="{1F4D2B90-F412-8AF6-588A-F9284994CABF}"/>
              </a:ext>
            </a:extLst>
          </p:cNvPr>
          <p:cNvSpPr/>
          <p:nvPr/>
        </p:nvSpPr>
        <p:spPr>
          <a:xfrm>
            <a:off x="366254" y="270638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3</a:t>
            </a:r>
            <a:endParaRPr lang="en-US" sz="1500">
              <a:latin typeface="Open Sans" pitchFamily="2" charset="0"/>
              <a:ea typeface="Open Sans" pitchFamily="2" charset="0"/>
              <a:cs typeface="Open Sans" pitchFamily="2" charset="0"/>
            </a:endParaRPr>
          </a:p>
        </p:txBody>
      </p:sp>
      <p:sp>
        <p:nvSpPr>
          <p:cNvPr id="68" name="Text 16">
            <a:extLst>
              <a:ext uri="{FF2B5EF4-FFF2-40B4-BE49-F238E27FC236}">
                <a16:creationId xmlns:a16="http://schemas.microsoft.com/office/drawing/2014/main" id="{E95DD909-0168-256E-CB76-F77FD4282F53}"/>
              </a:ext>
            </a:extLst>
          </p:cNvPr>
          <p:cNvSpPr/>
          <p:nvPr/>
        </p:nvSpPr>
        <p:spPr>
          <a:xfrm>
            <a:off x="914894" y="2620840"/>
            <a:ext cx="765303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Critique the model</a:t>
            </a:r>
            <a:endParaRPr lang="en-US" sz="1300"/>
          </a:p>
        </p:txBody>
      </p:sp>
      <p:sp>
        <p:nvSpPr>
          <p:cNvPr id="70" name="Shape 6">
            <a:extLst>
              <a:ext uri="{FF2B5EF4-FFF2-40B4-BE49-F238E27FC236}">
                <a16:creationId xmlns:a16="http://schemas.microsoft.com/office/drawing/2014/main" id="{C7655758-5E08-46DC-5F25-69A4106CDB6B}"/>
              </a:ext>
            </a:extLst>
          </p:cNvPr>
          <p:cNvSpPr/>
          <p:nvPr/>
        </p:nvSpPr>
        <p:spPr>
          <a:xfrm>
            <a:off x="292608" y="3299595"/>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71" name="Shape 18">
            <a:extLst>
              <a:ext uri="{FF2B5EF4-FFF2-40B4-BE49-F238E27FC236}">
                <a16:creationId xmlns:a16="http://schemas.microsoft.com/office/drawing/2014/main" id="{2B19082A-C0DF-097D-67F7-0F11B70EF2F9}"/>
              </a:ext>
            </a:extLst>
          </p:cNvPr>
          <p:cNvSpPr/>
          <p:nvPr/>
        </p:nvSpPr>
        <p:spPr>
          <a:xfrm>
            <a:off x="366254" y="3377858"/>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2" name="Text 19">
            <a:extLst>
              <a:ext uri="{FF2B5EF4-FFF2-40B4-BE49-F238E27FC236}">
                <a16:creationId xmlns:a16="http://schemas.microsoft.com/office/drawing/2014/main" id="{2D86EEFF-75B9-9BC7-0A74-9CAAC8A8996A}"/>
              </a:ext>
            </a:extLst>
          </p:cNvPr>
          <p:cNvSpPr/>
          <p:nvPr/>
        </p:nvSpPr>
        <p:spPr>
          <a:xfrm>
            <a:off x="366254" y="337785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4</a:t>
            </a:r>
            <a:endParaRPr lang="en-US" sz="1500">
              <a:latin typeface="Open Sans" pitchFamily="2" charset="0"/>
              <a:ea typeface="Open Sans" pitchFamily="2" charset="0"/>
              <a:cs typeface="Open Sans" pitchFamily="2" charset="0"/>
            </a:endParaRPr>
          </a:p>
        </p:txBody>
      </p:sp>
      <p:sp>
        <p:nvSpPr>
          <p:cNvPr id="73" name="Text 20">
            <a:extLst>
              <a:ext uri="{FF2B5EF4-FFF2-40B4-BE49-F238E27FC236}">
                <a16:creationId xmlns:a16="http://schemas.microsoft.com/office/drawing/2014/main" id="{113E779D-2304-CF5C-C031-84EDCBFB86B7}"/>
              </a:ext>
            </a:extLst>
          </p:cNvPr>
          <p:cNvSpPr/>
          <p:nvPr/>
        </p:nvSpPr>
        <p:spPr>
          <a:xfrm>
            <a:off x="914894" y="3343094"/>
            <a:ext cx="765303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Name your one structural insight</a:t>
            </a:r>
            <a:endParaRPr lang="en-US" sz="1300"/>
          </a:p>
        </p:txBody>
      </p:sp>
      <p:sp>
        <p:nvSpPr>
          <p:cNvPr id="74" name="Text 21">
            <a:extLst>
              <a:ext uri="{FF2B5EF4-FFF2-40B4-BE49-F238E27FC236}">
                <a16:creationId xmlns:a16="http://schemas.microsoft.com/office/drawing/2014/main" id="{67BBDC5E-9187-F885-966E-7A866C587187}"/>
              </a:ext>
            </a:extLst>
          </p:cNvPr>
          <p:cNvSpPr/>
          <p:nvPr/>
        </p:nvSpPr>
        <p:spPr>
          <a:xfrm>
            <a:off x="914894" y="3602750"/>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Calibri" pitchFamily="34" charset="0"/>
                <a:ea typeface="Calibri" pitchFamily="34" charset="-122"/>
                <a:cs typeface="Calibri" pitchFamily="34" charset="-120"/>
              </a:rPr>
              <a:t>The assumption you made that you did not know you were making. One sentence.</a:t>
            </a:r>
            <a:endParaRPr lang="en-US" sz="1100">
              <a:solidFill>
                <a:schemeClr val="tx2"/>
              </a:solidFill>
            </a:endParaRPr>
          </a:p>
        </p:txBody>
      </p:sp>
      <p:sp>
        <p:nvSpPr>
          <p:cNvPr id="75" name="Shape 6">
            <a:extLst>
              <a:ext uri="{FF2B5EF4-FFF2-40B4-BE49-F238E27FC236}">
                <a16:creationId xmlns:a16="http://schemas.microsoft.com/office/drawing/2014/main" id="{90494247-0B93-C706-38BC-0A5F4199AA44}"/>
              </a:ext>
            </a:extLst>
          </p:cNvPr>
          <p:cNvSpPr/>
          <p:nvPr/>
        </p:nvSpPr>
        <p:spPr>
          <a:xfrm>
            <a:off x="292608" y="389756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76" name="Shape 22">
            <a:extLst>
              <a:ext uri="{FF2B5EF4-FFF2-40B4-BE49-F238E27FC236}">
                <a16:creationId xmlns:a16="http://schemas.microsoft.com/office/drawing/2014/main" id="{1F1F7403-F5C0-B817-0B4B-72FB8A0E205B}"/>
              </a:ext>
            </a:extLst>
          </p:cNvPr>
          <p:cNvSpPr/>
          <p:nvPr/>
        </p:nvSpPr>
        <p:spPr>
          <a:xfrm>
            <a:off x="366254" y="4009528"/>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7" name="Text 23">
            <a:extLst>
              <a:ext uri="{FF2B5EF4-FFF2-40B4-BE49-F238E27FC236}">
                <a16:creationId xmlns:a16="http://schemas.microsoft.com/office/drawing/2014/main" id="{0E96AA20-53A5-4314-EB83-B3531EDA2CA9}"/>
              </a:ext>
            </a:extLst>
          </p:cNvPr>
          <p:cNvSpPr/>
          <p:nvPr/>
        </p:nvSpPr>
        <p:spPr>
          <a:xfrm>
            <a:off x="366254" y="400952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5</a:t>
            </a:r>
            <a:endParaRPr lang="en-US" sz="1500">
              <a:latin typeface="Open Sans" pitchFamily="2" charset="0"/>
              <a:ea typeface="Open Sans" pitchFamily="2" charset="0"/>
              <a:cs typeface="Open Sans" pitchFamily="2" charset="0"/>
            </a:endParaRPr>
          </a:p>
        </p:txBody>
      </p:sp>
      <p:sp>
        <p:nvSpPr>
          <p:cNvPr id="78" name="Text 24">
            <a:extLst>
              <a:ext uri="{FF2B5EF4-FFF2-40B4-BE49-F238E27FC236}">
                <a16:creationId xmlns:a16="http://schemas.microsoft.com/office/drawing/2014/main" id="{8EB75324-22AB-BD18-E604-D9C6D79F9102}"/>
              </a:ext>
            </a:extLst>
          </p:cNvPr>
          <p:cNvSpPr/>
          <p:nvPr/>
        </p:nvSpPr>
        <p:spPr>
          <a:xfrm>
            <a:off x="914894" y="3941067"/>
            <a:ext cx="765303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Make one targeted fix</a:t>
            </a:r>
            <a:endParaRPr lang="en-US" sz="1300"/>
          </a:p>
        </p:txBody>
      </p:sp>
      <p:sp>
        <p:nvSpPr>
          <p:cNvPr id="79" name="Text 25">
            <a:extLst>
              <a:ext uri="{FF2B5EF4-FFF2-40B4-BE49-F238E27FC236}">
                <a16:creationId xmlns:a16="http://schemas.microsoft.com/office/drawing/2014/main" id="{247876CD-D801-4FA4-18C9-51BF4986DCC3}"/>
              </a:ext>
            </a:extLst>
          </p:cNvPr>
          <p:cNvSpPr/>
          <p:nvPr/>
        </p:nvSpPr>
        <p:spPr>
          <a:xfrm>
            <a:off x="914894" y="4208961"/>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Calibri" pitchFamily="34" charset="0"/>
                <a:ea typeface="Calibri" pitchFamily="34" charset="-122"/>
                <a:cs typeface="Calibri" pitchFamily="34" charset="-120"/>
              </a:rPr>
              <a:t>Pick the most significant issue. Ask Claude to show the corrected model.</a:t>
            </a:r>
            <a:endParaRPr lang="en-US" sz="1100">
              <a:solidFill>
                <a:schemeClr val="tx2"/>
              </a:solidFill>
            </a:endParaRPr>
          </a:p>
        </p:txBody>
      </p:sp>
      <p:sp>
        <p:nvSpPr>
          <p:cNvPr id="80" name="Shape 26">
            <a:extLst>
              <a:ext uri="{FF2B5EF4-FFF2-40B4-BE49-F238E27FC236}">
                <a16:creationId xmlns:a16="http://schemas.microsoft.com/office/drawing/2014/main" id="{0A92B507-84E7-A629-483E-F9F88BC6FD2E}"/>
              </a:ext>
            </a:extLst>
          </p:cNvPr>
          <p:cNvSpPr/>
          <p:nvPr/>
        </p:nvSpPr>
        <p:spPr>
          <a:xfrm>
            <a:off x="292608" y="4512698"/>
            <a:ext cx="8275320" cy="329184"/>
          </a:xfrm>
          <a:prstGeom prst="roundRect">
            <a:avLst>
              <a:gd name="adj" fmla="val 22222"/>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81" name="Text 27">
            <a:extLst>
              <a:ext uri="{FF2B5EF4-FFF2-40B4-BE49-F238E27FC236}">
                <a16:creationId xmlns:a16="http://schemas.microsoft.com/office/drawing/2014/main" id="{5346BA88-A862-C0CF-38B5-FBDADACC701B}"/>
              </a:ext>
            </a:extLst>
          </p:cNvPr>
          <p:cNvSpPr/>
          <p:nvPr/>
        </p:nvSpPr>
        <p:spPr>
          <a:xfrm>
            <a:off x="457200" y="4512698"/>
            <a:ext cx="8229600" cy="329184"/>
          </a:xfrm>
          <a:prstGeom prst="rect">
            <a:avLst/>
          </a:prstGeom>
          <a:noFill/>
          <a:ln/>
        </p:spPr>
        <p:txBody>
          <a:bodyPr wrap="square" lIns="0" tIns="0" rIns="0" bIns="0" rtlCol="0" anchor="ctr"/>
          <a:lstStyle/>
          <a:p>
            <a:r>
              <a:rPr lang="en-US" sz="1200" b="1">
                <a:solidFill>
                  <a:srgbClr val="00B050"/>
                </a:solidFill>
                <a:latin typeface="Calibri" pitchFamily="34" charset="0"/>
                <a:ea typeface="Calibri" pitchFamily="34" charset="-122"/>
                <a:cs typeface="Calibri" pitchFamily="34" charset="-120"/>
              </a:rPr>
              <a:t>✓  Model generated · Model read and understood · Critique run · Structural insight named · Targeted fix applied</a:t>
            </a:r>
            <a:endParaRPr lang="en-US" sz="1200">
              <a:solidFill>
                <a:srgbClr val="00B050"/>
              </a:solidFill>
            </a:endParaRPr>
          </a:p>
        </p:txBody>
      </p:sp>
      <p:sp>
        <p:nvSpPr>
          <p:cNvPr id="82" name="Shape 8">
            <a:extLst>
              <a:ext uri="{FF2B5EF4-FFF2-40B4-BE49-F238E27FC236}">
                <a16:creationId xmlns:a16="http://schemas.microsoft.com/office/drawing/2014/main" id="{139145C8-A323-7C78-25BD-DA209C61C0D8}"/>
              </a:ext>
            </a:extLst>
          </p:cNvPr>
          <p:cNvSpPr/>
          <p:nvPr/>
        </p:nvSpPr>
        <p:spPr>
          <a:xfrm>
            <a:off x="914894" y="2895967"/>
            <a:ext cx="7594792" cy="288012"/>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83" name="Text 9">
            <a:extLst>
              <a:ext uri="{FF2B5EF4-FFF2-40B4-BE49-F238E27FC236}">
                <a16:creationId xmlns:a16="http://schemas.microsoft.com/office/drawing/2014/main" id="{692B483A-1C90-D476-B601-43A2D6D9D7E9}"/>
              </a:ext>
            </a:extLst>
          </p:cNvPr>
          <p:cNvSpPr/>
          <p:nvPr/>
        </p:nvSpPr>
        <p:spPr>
          <a:xfrm>
            <a:off x="955342" y="2954020"/>
            <a:ext cx="7584660" cy="181479"/>
          </a:xfrm>
          <a:prstGeom prst="rect">
            <a:avLst/>
          </a:prstGeom>
          <a:noFill/>
          <a:ln/>
        </p:spPr>
        <p:txBody>
          <a:bodyPr wrap="square" lIns="0" tIns="0" rIns="0" bIns="0" rtlCol="0" anchor="t"/>
          <a:lstStyle/>
          <a:p>
            <a:pPr>
              <a:lnSpc>
                <a:spcPct val="118000"/>
              </a:lnSpc>
            </a:pPr>
            <a:r>
              <a:rPr lang="en-US" sz="950" err="1">
                <a:solidFill>
                  <a:srgbClr val="00B050"/>
                </a:solidFill>
                <a:latin typeface="Consolas" pitchFamily="34" charset="0"/>
                <a:ea typeface="Consolas" pitchFamily="34" charset="-122"/>
                <a:cs typeface="Consolas" pitchFamily="34" charset="-120"/>
              </a:rPr>
              <a:t>claude</a:t>
            </a:r>
            <a:r>
              <a:rPr lang="en-US" sz="950">
                <a:solidFill>
                  <a:srgbClr val="00B050"/>
                </a:solidFill>
                <a:latin typeface="Consolas" pitchFamily="34" charset="0"/>
                <a:ea typeface="Consolas" pitchFamily="34" charset="-122"/>
                <a:cs typeface="Consolas" pitchFamily="34" charset="-120"/>
              </a:rPr>
              <a:t> "Review this data model critically. What assumptions </a:t>
            </a:r>
            <a:r>
              <a:rPr lang="en-US" sz="950" err="1">
                <a:solidFill>
                  <a:srgbClr val="00B050"/>
                </a:solidFill>
                <a:latin typeface="Consolas" pitchFamily="34" charset="0"/>
                <a:ea typeface="Consolas" pitchFamily="34" charset="-122"/>
                <a:cs typeface="Consolas" pitchFamily="34" charset="-120"/>
              </a:rPr>
              <a:t>didyou</a:t>
            </a:r>
            <a:r>
              <a:rPr lang="en-US" sz="950">
                <a:solidFill>
                  <a:srgbClr val="00B050"/>
                </a:solidFill>
                <a:latin typeface="Consolas" pitchFamily="34" charset="0"/>
                <a:ea typeface="Consolas" pitchFamily="34" charset="-122"/>
                <a:cs typeface="Consolas" pitchFamily="34" charset="-120"/>
              </a:rPr>
              <a:t> make? What breaks at scale? What is missing?"</a:t>
            </a:r>
            <a:endParaRPr lang="en-US" sz="950">
              <a:solidFill>
                <a:srgbClr val="00B050"/>
              </a:solidFill>
            </a:endParaRPr>
          </a:p>
        </p:txBody>
      </p:sp>
      <p:sp>
        <p:nvSpPr>
          <p:cNvPr id="84" name="Text 3">
            <a:extLst>
              <a:ext uri="{FF2B5EF4-FFF2-40B4-BE49-F238E27FC236}">
                <a16:creationId xmlns:a16="http://schemas.microsoft.com/office/drawing/2014/main" id="{74A99190-D966-3879-2D35-794CC29587C3}"/>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HANDS-ON LAB</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78796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A2CB6F1-774C-D365-5CBA-188A344FCE42}"/>
              </a:ext>
            </a:extLst>
          </p:cNvPr>
          <p:cNvSpPr/>
          <p:nvPr/>
        </p:nvSpPr>
        <p:spPr>
          <a:xfrm>
            <a:off x="457200" y="1417320"/>
            <a:ext cx="8229600" cy="640080"/>
          </a:xfrm>
          <a:prstGeom prst="rect">
            <a:avLst/>
          </a:prstGeom>
          <a:noFill/>
          <a:ln/>
        </p:spPr>
        <p:txBody>
          <a:bodyPr wrap="square" lIns="0" tIns="0" rIns="0" bIns="0" rtlCol="0" anchor="ctr"/>
          <a:lstStyle/>
          <a:p>
            <a:pPr marL="0" indent="0" algn="ctr">
              <a:buNone/>
            </a:pPr>
            <a:r>
              <a:rPr lang="en-US" sz="3200" b="1">
                <a:solidFill>
                  <a:schemeClr val="tx2"/>
                </a:solidFill>
                <a:latin typeface="Open Sans" pitchFamily="2" charset="0"/>
                <a:ea typeface="Open Sans" pitchFamily="2" charset="0"/>
                <a:cs typeface="Open Sans" pitchFamily="2" charset="0"/>
              </a:rPr>
              <a:t>You reviewed the code.</a:t>
            </a:r>
            <a:endParaRPr lang="en-US" sz="3200">
              <a:solidFill>
                <a:schemeClr val="tx2"/>
              </a:solidFill>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EF84848-461D-B9DF-7C53-663A1FC4A9DD}"/>
              </a:ext>
            </a:extLst>
          </p:cNvPr>
          <p:cNvSpPr/>
          <p:nvPr/>
        </p:nvSpPr>
        <p:spPr>
          <a:xfrm>
            <a:off x="457200" y="2132324"/>
            <a:ext cx="8229600" cy="640080"/>
          </a:xfrm>
          <a:prstGeom prst="rect">
            <a:avLst/>
          </a:prstGeom>
          <a:noFill/>
          <a:ln/>
        </p:spPr>
        <p:txBody>
          <a:bodyPr wrap="square" lIns="0" tIns="0" rIns="0" bIns="0" rtlCol="0" anchor="ctr"/>
          <a:lstStyle/>
          <a:p>
            <a:pPr marL="0" indent="0" algn="ctr">
              <a:buNone/>
            </a:pPr>
            <a:r>
              <a:rPr lang="en-US" sz="3200" b="1">
                <a:solidFill>
                  <a:schemeClr val="tx2"/>
                </a:solidFill>
                <a:latin typeface="Open Sans" pitchFamily="2" charset="0"/>
                <a:ea typeface="Open Sans" pitchFamily="2" charset="0"/>
                <a:cs typeface="Open Sans" pitchFamily="2" charset="0"/>
              </a:rPr>
              <a:t>You reviewed the data model.</a:t>
            </a:r>
            <a:endParaRPr lang="en-US" sz="3200">
              <a:solidFill>
                <a:schemeClr val="tx2"/>
              </a:solidFill>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2ACBFFE4-79E5-19C1-BB28-A0A7655D5C17}"/>
              </a:ext>
            </a:extLst>
          </p:cNvPr>
          <p:cNvSpPr/>
          <p:nvPr/>
        </p:nvSpPr>
        <p:spPr>
          <a:xfrm>
            <a:off x="914400" y="2847327"/>
            <a:ext cx="7315200" cy="502920"/>
          </a:xfrm>
          <a:prstGeom prst="rect">
            <a:avLst/>
          </a:prstGeom>
          <a:noFill/>
          <a:ln/>
        </p:spPr>
        <p:txBody>
          <a:bodyPr wrap="square" lIns="0" tIns="0" rIns="0" bIns="0" rtlCol="0" anchor="ctr"/>
          <a:lstStyle/>
          <a:p>
            <a:pPr marL="0" indent="0" algn="ctr">
              <a:lnSpc>
                <a:spcPct val="120000"/>
              </a:lnSpc>
              <a:buNone/>
            </a:pPr>
            <a:r>
              <a:rPr lang="en-US" b="1">
                <a:solidFill>
                  <a:schemeClr val="accent2"/>
                </a:solidFill>
                <a:latin typeface="Open Sans" pitchFamily="2" charset="0"/>
                <a:ea typeface="Open Sans" pitchFamily="2" charset="0"/>
                <a:cs typeface="Open Sans" pitchFamily="2" charset="0"/>
              </a:rPr>
              <a:t>You haven't reviewed what you typed into the prompt.</a:t>
            </a:r>
            <a:endParaRPr lang="en-US">
              <a:solidFill>
                <a:schemeClr val="accent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144642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45EAA42D-A87F-FC34-BC91-0318812E5E40}"/>
              </a:ext>
            </a:extLst>
          </p:cNvPr>
          <p:cNvSpPr txBox="1">
            <a:spLocks/>
          </p:cNvSpPr>
          <p:nvPr/>
        </p:nvSpPr>
        <p:spPr>
          <a:xfrm>
            <a:off x="362360" y="1910031"/>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03</a:t>
            </a:r>
          </a:p>
        </p:txBody>
      </p:sp>
      <p:sp>
        <p:nvSpPr>
          <p:cNvPr id="7" name="Title 2">
            <a:extLst>
              <a:ext uri="{FF2B5EF4-FFF2-40B4-BE49-F238E27FC236}">
                <a16:creationId xmlns:a16="http://schemas.microsoft.com/office/drawing/2014/main" id="{216A47A5-0A93-4544-8670-81E668AB75F3}"/>
              </a:ext>
            </a:extLst>
          </p:cNvPr>
          <p:cNvSpPr txBox="1">
            <a:spLocks/>
          </p:cNvSpPr>
          <p:nvPr/>
        </p:nvSpPr>
        <p:spPr>
          <a:xfrm>
            <a:off x="1799302" y="1879252"/>
            <a:ext cx="7221115" cy="1477328"/>
          </a:xfrm>
          <a:prstGeom prst="rect">
            <a:avLst/>
          </a:prstGeom>
        </p:spPr>
        <p:txBody>
          <a:bodyPr wrap="square" anchor="b">
            <a:spAutoFit/>
          </a:bodyPr>
          <a:lstStyle>
            <a:lvl1pPr algn="l" defTabSz="685800" rtl="0" eaLnBrk="1" latinLnBrk="0" hangingPunct="1">
              <a:lnSpc>
                <a:spcPct val="100000"/>
              </a:lnSpc>
              <a:spcBef>
                <a:spcPct val="0"/>
              </a:spcBef>
              <a:buNone/>
              <a:defRPr lang="en-IN" sz="3150" b="1" i="0" kern="1200">
                <a:solidFill>
                  <a:schemeClr val="tx1"/>
                </a:solidFill>
                <a:latin typeface="+mn-lt"/>
                <a:ea typeface="Open Sans" panose="020B0606030504020204" pitchFamily="34" charset="0"/>
                <a:cs typeface="Open Sans" panose="020B0606030504020204" pitchFamily="34" charset="0"/>
              </a:defRPr>
            </a:lvl1pPr>
          </a:lstStyle>
          <a:p>
            <a:r>
              <a:rPr lang="en-US" sz="4500">
                <a:latin typeface="Arial" pitchFamily="34" charset="0"/>
                <a:ea typeface="Arial" pitchFamily="34" charset="-122"/>
                <a:cs typeface="Arial" pitchFamily="34" charset="-120"/>
              </a:rPr>
              <a:t>RISKS &amp; RESPONSIBLE</a:t>
            </a:r>
          </a:p>
          <a:p>
            <a:r>
              <a:rPr lang="en-US" sz="4500">
                <a:latin typeface="Arial" pitchFamily="34" charset="0"/>
                <a:ea typeface="Arial" pitchFamily="34" charset="-122"/>
                <a:cs typeface="Arial" pitchFamily="34" charset="-120"/>
              </a:rPr>
              <a:t>AI CODING</a:t>
            </a:r>
            <a:endParaRPr lang="en-US" sz="4500"/>
          </a:p>
        </p:txBody>
      </p:sp>
    </p:spTree>
    <p:extLst>
      <p:ext uri="{BB962C8B-B14F-4D97-AF65-F5344CB8AC3E}">
        <p14:creationId xmlns:p14="http://schemas.microsoft.com/office/powerpoint/2010/main" val="870382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55C366A2-8842-941D-10CC-F1D1C408AEC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Data Privacy</a:t>
            </a:r>
            <a:endParaRPr lang="en-US" sz="2800">
              <a:latin typeface="Open Sans" pitchFamily="2" charset="0"/>
              <a:ea typeface="Open Sans" pitchFamily="2" charset="0"/>
              <a:cs typeface="Open Sans" pitchFamily="2" charset="0"/>
            </a:endParaRPr>
          </a:p>
        </p:txBody>
      </p:sp>
      <p:sp>
        <p:nvSpPr>
          <p:cNvPr id="10" name="Text 1">
            <a:extLst>
              <a:ext uri="{FF2B5EF4-FFF2-40B4-BE49-F238E27FC236}">
                <a16:creationId xmlns:a16="http://schemas.microsoft.com/office/drawing/2014/main" id="{64115B44-2874-3AA4-07AC-F43A1E45B2B0}"/>
              </a:ext>
            </a:extLst>
          </p:cNvPr>
          <p:cNvSpPr/>
          <p:nvPr/>
        </p:nvSpPr>
        <p:spPr>
          <a:xfrm>
            <a:off x="402679" y="676656"/>
            <a:ext cx="8595360" cy="420624"/>
          </a:xfrm>
          <a:prstGeom prst="rect">
            <a:avLst/>
          </a:prstGeom>
          <a:noFill/>
          <a:ln/>
        </p:spPr>
        <p:txBody>
          <a:bodyPr wrap="square" lIns="0" tIns="0" rIns="0" bIns="0" rtlCol="0" anchor="t"/>
          <a:lstStyle/>
          <a:p>
            <a:pPr marL="0" indent="0">
              <a:buNone/>
            </a:pPr>
            <a:r>
              <a:rPr lang="en-US" sz="1300">
                <a:solidFill>
                  <a:schemeClr val="tx2"/>
                </a:solidFill>
                <a:latin typeface="Open Sans" pitchFamily="2" charset="0"/>
                <a:ea typeface="Open Sans" pitchFamily="2" charset="0"/>
                <a:cs typeface="Open Sans" pitchFamily="2" charset="0"/>
              </a:rPr>
              <a:t>Every prompt you send to Claude Code is a data decision. Most people do not know they are making one.</a:t>
            </a:r>
          </a:p>
        </p:txBody>
      </p:sp>
      <p:sp>
        <p:nvSpPr>
          <p:cNvPr id="11" name="Shape 2">
            <a:extLst>
              <a:ext uri="{FF2B5EF4-FFF2-40B4-BE49-F238E27FC236}">
                <a16:creationId xmlns:a16="http://schemas.microsoft.com/office/drawing/2014/main" id="{C4B2CCA7-1A80-8552-5FB6-9A9BFF3E4FF7}"/>
              </a:ext>
            </a:extLst>
          </p:cNvPr>
          <p:cNvSpPr/>
          <p:nvPr/>
        </p:nvSpPr>
        <p:spPr>
          <a:xfrm>
            <a:off x="292608" y="1060027"/>
            <a:ext cx="4133088" cy="2990088"/>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A5F804C6-1DE9-1BEC-596E-4A96EA2ADEBA}"/>
              </a:ext>
            </a:extLst>
          </p:cNvPr>
          <p:cNvSpPr/>
          <p:nvPr/>
        </p:nvSpPr>
        <p:spPr>
          <a:xfrm>
            <a:off x="493776" y="1224619"/>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WHAT GETS SENT</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F788C0EC-0697-55AC-9683-20762770D36F}"/>
              </a:ext>
            </a:extLst>
          </p:cNvPr>
          <p:cNvSpPr/>
          <p:nvPr/>
        </p:nvSpPr>
        <p:spPr>
          <a:xfrm>
            <a:off x="493776" y="1572091"/>
            <a:ext cx="3730752" cy="2478024"/>
          </a:xfrm>
          <a:prstGeom prst="rect">
            <a:avLst/>
          </a:prstGeom>
          <a:noFill/>
          <a:ln/>
        </p:spPr>
        <p:txBody>
          <a:bodyPr wrap="square" lIns="0" tIns="0" rIns="0" bIns="0" rtlCol="0" anchor="t"/>
          <a:lstStyle/>
          <a:p>
            <a:pPr marL="0" indent="0">
              <a:lnSpc>
                <a:spcPct val="116000"/>
              </a:lnSpc>
              <a:buNone/>
            </a:pPr>
            <a:r>
              <a:rPr lang="en-US" sz="1150">
                <a:solidFill>
                  <a:schemeClr val="tx2"/>
                </a:solidFill>
                <a:latin typeface="Open Sans" pitchFamily="2" charset="0"/>
                <a:ea typeface="Open Sans" pitchFamily="2" charset="0"/>
                <a:cs typeface="Open Sans" pitchFamily="2" charset="0"/>
              </a:rPr>
              <a:t>When you paste code, logs, error messages, or file contents into Claude Code, that content leaves your machine. This is not a flaw, it is how the tool works. The risk is in what you paste.</a:t>
            </a:r>
          </a:p>
          <a:p>
            <a:pPr marL="0" indent="0">
              <a:lnSpc>
                <a:spcPct val="116000"/>
              </a:lnSpc>
              <a:buNone/>
            </a:pPr>
            <a:endParaRPr lang="en-US" sz="1150">
              <a:latin typeface="Open Sans" pitchFamily="2" charset="0"/>
              <a:ea typeface="Open Sans" pitchFamily="2" charset="0"/>
              <a:cs typeface="Open Sans" pitchFamily="2" charset="0"/>
            </a:endParaRPr>
          </a:p>
          <a:p>
            <a:pPr marL="0" indent="0">
              <a:lnSpc>
                <a:spcPct val="116000"/>
              </a:lnSpc>
              <a:buNone/>
            </a:pPr>
            <a:r>
              <a:rPr lang="en-US" sz="1150" b="1">
                <a:solidFill>
                  <a:schemeClr val="accent3"/>
                </a:solidFill>
                <a:latin typeface="Open Sans" pitchFamily="2" charset="0"/>
                <a:ea typeface="Open Sans" pitchFamily="2" charset="0"/>
                <a:cs typeface="Open Sans" pitchFamily="2" charset="0"/>
              </a:rPr>
              <a:t>Never paste:</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Real customer data, names, emails, financial or health records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Production credentials or connection strings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Personally identifiable information of any kind</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Data covered by your classification policy</a:t>
            </a:r>
          </a:p>
        </p:txBody>
      </p:sp>
      <p:sp>
        <p:nvSpPr>
          <p:cNvPr id="14" name="Shape 5">
            <a:extLst>
              <a:ext uri="{FF2B5EF4-FFF2-40B4-BE49-F238E27FC236}">
                <a16:creationId xmlns:a16="http://schemas.microsoft.com/office/drawing/2014/main" id="{B18FDC9F-0B7C-85F8-635C-C81FB17D9C8F}"/>
              </a:ext>
            </a:extLst>
          </p:cNvPr>
          <p:cNvSpPr/>
          <p:nvPr/>
        </p:nvSpPr>
        <p:spPr>
          <a:xfrm>
            <a:off x="4718304" y="1060027"/>
            <a:ext cx="4133088" cy="2990088"/>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58B75281-9962-DF07-C479-46A1D4A068B6}"/>
              </a:ext>
            </a:extLst>
          </p:cNvPr>
          <p:cNvSpPr/>
          <p:nvPr/>
        </p:nvSpPr>
        <p:spPr>
          <a:xfrm>
            <a:off x="4919472" y="1224619"/>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WHAT YOUR ORGANISATION NEEDS</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01AB5C5-FD5C-5B8C-CED5-67A8FE8DEA48}"/>
              </a:ext>
            </a:extLst>
          </p:cNvPr>
          <p:cNvSpPr/>
          <p:nvPr/>
        </p:nvSpPr>
        <p:spPr>
          <a:xfrm>
            <a:off x="4919472" y="1572091"/>
            <a:ext cx="3730752" cy="2478024"/>
          </a:xfrm>
          <a:prstGeom prst="rect">
            <a:avLst/>
          </a:prstGeom>
          <a:noFill/>
          <a:ln/>
        </p:spPr>
        <p:txBody>
          <a:bodyPr wrap="square" lIns="0" tIns="0" rIns="0" bIns="0" rtlCol="0" anchor="t"/>
          <a:lstStyle/>
          <a:p>
            <a:pPr marL="0" indent="0">
              <a:lnSpc>
                <a:spcPct val="116000"/>
              </a:lnSpc>
              <a:buNone/>
            </a:pPr>
            <a:r>
              <a:rPr lang="en-US" sz="1150">
                <a:solidFill>
                  <a:schemeClr val="tx2"/>
                </a:solidFill>
                <a:latin typeface="Open Sans" pitchFamily="2" charset="0"/>
                <a:ea typeface="Open Sans" pitchFamily="2" charset="0"/>
                <a:cs typeface="Open Sans" pitchFamily="2" charset="0"/>
              </a:rPr>
              <a:t>A data handling policy for AI coding tools should specify:</a:t>
            </a:r>
          </a:p>
          <a:p>
            <a:pPr marL="0" indent="0">
              <a:lnSpc>
                <a:spcPct val="116000"/>
              </a:lnSpc>
              <a:buNone/>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What data classifications are permitted in prompts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Whether production data may be used for testing or demos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Whether Claude Code is approved for regulated workloads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Who is responsible for reviewing AI-generated code that touches sensitive data</a:t>
            </a:r>
          </a:p>
        </p:txBody>
      </p:sp>
      <p:sp>
        <p:nvSpPr>
          <p:cNvPr id="17" name="Shape 8">
            <a:extLst>
              <a:ext uri="{FF2B5EF4-FFF2-40B4-BE49-F238E27FC236}">
                <a16:creationId xmlns:a16="http://schemas.microsoft.com/office/drawing/2014/main" id="{CD6D2E56-2D97-4E64-9CA0-047633107836}"/>
              </a:ext>
            </a:extLst>
          </p:cNvPr>
          <p:cNvSpPr/>
          <p:nvPr/>
        </p:nvSpPr>
        <p:spPr>
          <a:xfrm>
            <a:off x="292608" y="4215384"/>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90EE4F8A-4AA2-E47A-902D-3A7BC2424EC6}"/>
              </a:ext>
            </a:extLst>
          </p:cNvPr>
          <p:cNvSpPr/>
          <p:nvPr/>
        </p:nvSpPr>
        <p:spPr>
          <a:xfrm>
            <a:off x="493776" y="4215384"/>
            <a:ext cx="8156448" cy="384048"/>
          </a:xfrm>
          <a:prstGeom prst="rect">
            <a:avLst/>
          </a:prstGeom>
          <a:noFill/>
          <a:ln/>
        </p:spPr>
        <p:txBody>
          <a:bodyPr wrap="square" lIns="0" tIns="0" rIns="0" bIns="0" rtlCol="0" anchor="ctr"/>
          <a:lstStyle/>
          <a:p>
            <a:pPr marL="0" indent="0" algn="ctr">
              <a:buNone/>
            </a:pPr>
            <a:r>
              <a:rPr lang="en-US" sz="1150" i="1">
                <a:solidFill>
                  <a:schemeClr val="tx2"/>
                </a:solidFill>
                <a:latin typeface="Open Sans" pitchFamily="2" charset="0"/>
                <a:ea typeface="Open Sans" pitchFamily="2" charset="0"/>
                <a:cs typeface="Open Sans" pitchFamily="2" charset="0"/>
              </a:rPr>
              <a:t>The prompt that saves 30 minutes of debugging may </a:t>
            </a:r>
            <a:r>
              <a:rPr lang="en-US" sz="1200" i="1">
                <a:solidFill>
                  <a:schemeClr val="tx2"/>
                </a:solidFill>
                <a:latin typeface="Open Sans" pitchFamily="2" charset="0"/>
                <a:ea typeface="Open Sans" pitchFamily="2" charset="0"/>
                <a:cs typeface="Open Sans" pitchFamily="2" charset="0"/>
              </a:rPr>
              <a:t>contain</a:t>
            </a:r>
            <a:r>
              <a:rPr lang="en-US" sz="1150" i="1">
                <a:solidFill>
                  <a:schemeClr val="tx2"/>
                </a:solidFill>
                <a:latin typeface="Open Sans" pitchFamily="2" charset="0"/>
                <a:ea typeface="Open Sans" pitchFamily="2" charset="0"/>
                <a:cs typeface="Open Sans" pitchFamily="2" charset="0"/>
              </a:rPr>
              <a:t> something that should never have left your network.</a:t>
            </a:r>
            <a:endParaRPr lang="en-US" sz="1150">
              <a:solidFill>
                <a:schemeClr val="tx2"/>
              </a:solidFill>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3B9A41C-862C-1E4D-B429-22B3033C65FF}"/>
              </a:ext>
            </a:extLst>
          </p:cNvPr>
          <p:cNvSpPr txBox="1"/>
          <p:nvPr/>
        </p:nvSpPr>
        <p:spPr bwMode="auto">
          <a:xfrm>
            <a:off x="4140200" y="-364067"/>
            <a:ext cx="184731" cy="369332"/>
          </a:xfrm>
          <a:prstGeom prst="rect">
            <a:avLst/>
          </a:prstGeom>
        </p:spPr>
        <p:txBody>
          <a:bodyPr wrap="none" rtlCol="0">
            <a:spAutoFit/>
          </a:bodyPr>
          <a:lstStyle/>
          <a:p>
            <a:pPr algn="l"/>
            <a:endParaRPr lang="en-US"/>
          </a:p>
        </p:txBody>
      </p:sp>
    </p:spTree>
    <p:extLst>
      <p:ext uri="{BB962C8B-B14F-4D97-AF65-F5344CB8AC3E}">
        <p14:creationId xmlns:p14="http://schemas.microsoft.com/office/powerpoint/2010/main" val="3257774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ED5116-14B6-E733-6A99-715F09594F2B}"/>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Security Vulnerabilities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6605568-719B-BF2D-643C-1B841B5CEA65}"/>
              </a:ext>
            </a:extLst>
          </p:cNvPr>
          <p:cNvSpPr/>
          <p:nvPr/>
        </p:nvSpPr>
        <p:spPr>
          <a:xfrm>
            <a:off x="394212" y="676656"/>
            <a:ext cx="8595360" cy="274329"/>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AI-generated code introduces security gaps in predictable patterns.</a:t>
            </a:r>
          </a:p>
        </p:txBody>
      </p:sp>
      <p:sp>
        <p:nvSpPr>
          <p:cNvPr id="5" name="Shape 2">
            <a:extLst>
              <a:ext uri="{FF2B5EF4-FFF2-40B4-BE49-F238E27FC236}">
                <a16:creationId xmlns:a16="http://schemas.microsoft.com/office/drawing/2014/main" id="{2648130E-3BEF-ADC2-EBD2-41D0D3E61B93}"/>
              </a:ext>
            </a:extLst>
          </p:cNvPr>
          <p:cNvSpPr/>
          <p:nvPr/>
        </p:nvSpPr>
        <p:spPr>
          <a:xfrm>
            <a:off x="292608" y="1033272"/>
            <a:ext cx="4133088" cy="1662543"/>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5DDCD28-0F12-7AC0-1287-51BA34F55FA0}"/>
              </a:ext>
            </a:extLst>
          </p:cNvPr>
          <p:cNvSpPr/>
          <p:nvPr/>
        </p:nvSpPr>
        <p:spPr>
          <a:xfrm>
            <a:off x="493776" y="1033270"/>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INJECTION</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DC27E7FC-0DA8-D5A1-4B2C-A6173FBDCE0E}"/>
              </a:ext>
            </a:extLst>
          </p:cNvPr>
          <p:cNvSpPr/>
          <p:nvPr/>
        </p:nvSpPr>
        <p:spPr>
          <a:xfrm>
            <a:off x="493776" y="1369940"/>
            <a:ext cx="3730752" cy="1243590"/>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Queries built from user input without </a:t>
            </a:r>
            <a:r>
              <a:rPr lang="en-US" sz="1100" err="1">
                <a:latin typeface="Open Sans" pitchFamily="2" charset="0"/>
                <a:ea typeface="Open Sans" pitchFamily="2" charset="0"/>
                <a:cs typeface="Open Sans" pitchFamily="2" charset="0"/>
              </a:rPr>
              <a:t>sanitising</a:t>
            </a:r>
            <a:endParaRPr lang="en-US" sz="1100">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A malicious input can read, modify, or delete data it should not touch</a:t>
            </a:r>
          </a:p>
          <a:p>
            <a:pPr>
              <a:lnSpc>
                <a:spcPct val="116000"/>
              </a:lnSpc>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Does the PoC use any user input directly in a database query or command?</a:t>
            </a:r>
            <a:endParaRPr lang="en-US" sz="1000">
              <a:solidFill>
                <a:schemeClr val="tx2"/>
              </a:solidFill>
              <a:latin typeface="Open Sans" pitchFamily="2" charset="0"/>
              <a:ea typeface="Open Sans" pitchFamily="2" charset="0"/>
              <a:cs typeface="Open Sans" pitchFamily="2" charset="0"/>
            </a:endParaRPr>
          </a:p>
        </p:txBody>
      </p:sp>
      <p:sp>
        <p:nvSpPr>
          <p:cNvPr id="8" name="Shape 6">
            <a:extLst>
              <a:ext uri="{FF2B5EF4-FFF2-40B4-BE49-F238E27FC236}">
                <a16:creationId xmlns:a16="http://schemas.microsoft.com/office/drawing/2014/main" id="{93847BEA-99E0-6E24-3893-80C6B7CE21B5}"/>
              </a:ext>
            </a:extLst>
          </p:cNvPr>
          <p:cNvSpPr/>
          <p:nvPr/>
        </p:nvSpPr>
        <p:spPr>
          <a:xfrm>
            <a:off x="4718304" y="1033272"/>
            <a:ext cx="4133088" cy="1662543"/>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7">
            <a:extLst>
              <a:ext uri="{FF2B5EF4-FFF2-40B4-BE49-F238E27FC236}">
                <a16:creationId xmlns:a16="http://schemas.microsoft.com/office/drawing/2014/main" id="{6712E84C-E022-E2D7-2100-2714343623B7}"/>
              </a:ext>
            </a:extLst>
          </p:cNvPr>
          <p:cNvSpPr/>
          <p:nvPr/>
        </p:nvSpPr>
        <p:spPr>
          <a:xfrm>
            <a:off x="4919472" y="1033270"/>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BROKEN AUTHENTICATION</a:t>
            </a:r>
            <a:endParaRPr lang="en-US" sz="1400">
              <a:solidFill>
                <a:schemeClr val="accent2"/>
              </a:solidFill>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0FD2CB78-A954-D045-AC7A-4908CA3DFC20}"/>
              </a:ext>
            </a:extLst>
          </p:cNvPr>
          <p:cNvSpPr/>
          <p:nvPr/>
        </p:nvSpPr>
        <p:spPr>
          <a:xfrm>
            <a:off x="4919472" y="1369940"/>
            <a:ext cx="3730752" cy="868680"/>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Hardcoded credentials, no session expiry, no rate limiting</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Built for the demo, not for attack resistance</a:t>
            </a:r>
          </a:p>
          <a:p>
            <a:pPr marL="171450" indent="-171450">
              <a:lnSpc>
                <a:spcPct val="116000"/>
              </a:lnSpc>
              <a:buFont typeface="Wingdings" pitchFamily="2" charset="2"/>
              <a:buChar char="Ø"/>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If the PoC has any login, ask Claude to review it specifically for authentication weaknesses.</a:t>
            </a:r>
            <a:endParaRPr lang="en-US" sz="1000">
              <a:solidFill>
                <a:schemeClr val="tx2"/>
              </a:solidFill>
              <a:latin typeface="Open Sans" pitchFamily="2" charset="0"/>
              <a:ea typeface="Open Sans" pitchFamily="2" charset="0"/>
              <a:cs typeface="Open Sans" pitchFamily="2" charset="0"/>
            </a:endParaRPr>
          </a:p>
        </p:txBody>
      </p:sp>
      <p:sp>
        <p:nvSpPr>
          <p:cNvPr id="11" name="Shape 2">
            <a:extLst>
              <a:ext uri="{FF2B5EF4-FFF2-40B4-BE49-F238E27FC236}">
                <a16:creationId xmlns:a16="http://schemas.microsoft.com/office/drawing/2014/main" id="{4DC56D8E-7C21-99FD-7F4C-08DDDA8C8B90}"/>
              </a:ext>
            </a:extLst>
          </p:cNvPr>
          <p:cNvSpPr/>
          <p:nvPr/>
        </p:nvSpPr>
        <p:spPr>
          <a:xfrm>
            <a:off x="292608" y="2862076"/>
            <a:ext cx="4133088" cy="1828796"/>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6CF42FA5-CDD5-2AE9-BA67-5B746579808B}"/>
              </a:ext>
            </a:extLst>
          </p:cNvPr>
          <p:cNvSpPr/>
          <p:nvPr/>
        </p:nvSpPr>
        <p:spPr>
          <a:xfrm>
            <a:off x="493776" y="2870387"/>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INSECURE DATA EXPOSURE</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5560B818-4920-CA12-0311-BA3CDE3F405F}"/>
              </a:ext>
            </a:extLst>
          </p:cNvPr>
          <p:cNvSpPr/>
          <p:nvPr/>
        </p:nvSpPr>
        <p:spPr>
          <a:xfrm>
            <a:off x="493776" y="3207056"/>
            <a:ext cx="3730752" cy="88779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Sensitive data in API responses that should not be there</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Error messages that reveal internal structure</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Logs that capture more than intended</a:t>
            </a:r>
          </a:p>
          <a:p>
            <a:pPr marL="171450" indent="-171450">
              <a:lnSpc>
                <a:spcPct val="116000"/>
              </a:lnSpc>
              <a:buFont typeface="Wingdings" pitchFamily="2" charset="2"/>
              <a:buChar char="Ø"/>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What does your PoC return when something goes wrong? Does the error reveal anything?</a:t>
            </a:r>
            <a:endParaRPr lang="en-US" sz="1000">
              <a:solidFill>
                <a:schemeClr val="tx2"/>
              </a:solidFill>
              <a:latin typeface="Open Sans" pitchFamily="2" charset="0"/>
              <a:ea typeface="Open Sans" pitchFamily="2" charset="0"/>
              <a:cs typeface="Open Sans" pitchFamily="2" charset="0"/>
            </a:endParaRPr>
          </a:p>
          <a:p>
            <a:pPr marL="171450" indent="-171450">
              <a:lnSpc>
                <a:spcPct val="116000"/>
              </a:lnSpc>
              <a:buFont typeface="Wingdings" pitchFamily="2" charset="2"/>
              <a:buChar char="Ø"/>
            </a:pPr>
            <a:endParaRPr lang="en-US" sz="1100">
              <a:latin typeface="Open Sans" pitchFamily="2" charset="0"/>
              <a:ea typeface="Open Sans" pitchFamily="2" charset="0"/>
              <a:cs typeface="Open Sans" pitchFamily="2" charset="0"/>
            </a:endParaRPr>
          </a:p>
        </p:txBody>
      </p:sp>
      <p:sp>
        <p:nvSpPr>
          <p:cNvPr id="14" name="Shape 6">
            <a:extLst>
              <a:ext uri="{FF2B5EF4-FFF2-40B4-BE49-F238E27FC236}">
                <a16:creationId xmlns:a16="http://schemas.microsoft.com/office/drawing/2014/main" id="{C9BF2A25-FF4B-5101-EFBA-A85DE50900B3}"/>
              </a:ext>
            </a:extLst>
          </p:cNvPr>
          <p:cNvSpPr/>
          <p:nvPr/>
        </p:nvSpPr>
        <p:spPr>
          <a:xfrm>
            <a:off x="4718304" y="2862076"/>
            <a:ext cx="4133088" cy="1828796"/>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7">
            <a:extLst>
              <a:ext uri="{FF2B5EF4-FFF2-40B4-BE49-F238E27FC236}">
                <a16:creationId xmlns:a16="http://schemas.microsoft.com/office/drawing/2014/main" id="{046C37BB-F9CB-ED1B-632B-F6FB5DDE3D99}"/>
              </a:ext>
            </a:extLst>
          </p:cNvPr>
          <p:cNvSpPr/>
          <p:nvPr/>
        </p:nvSpPr>
        <p:spPr>
          <a:xfrm>
            <a:off x="4919472" y="2870387"/>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HARDCODED SECRETS</a:t>
            </a:r>
            <a:endParaRPr lang="en-US" sz="1400">
              <a:solidFill>
                <a:schemeClr val="accent2"/>
              </a:solidFill>
              <a:latin typeface="Open Sans" pitchFamily="2" charset="0"/>
              <a:ea typeface="Open Sans" pitchFamily="2" charset="0"/>
              <a:cs typeface="Open Sans" pitchFamily="2" charset="0"/>
            </a:endParaRPr>
          </a:p>
        </p:txBody>
      </p:sp>
      <p:sp>
        <p:nvSpPr>
          <p:cNvPr id="16" name="Text 8">
            <a:extLst>
              <a:ext uri="{FF2B5EF4-FFF2-40B4-BE49-F238E27FC236}">
                <a16:creationId xmlns:a16="http://schemas.microsoft.com/office/drawing/2014/main" id="{DCABE6C5-4F8F-8291-75BB-30E47FCEAECF}"/>
              </a:ext>
            </a:extLst>
          </p:cNvPr>
          <p:cNvSpPr/>
          <p:nvPr/>
        </p:nvSpPr>
        <p:spPr>
          <a:xfrm>
            <a:off x="4919472" y="3207057"/>
            <a:ext cx="3730752" cy="676656"/>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API keys and passwords written directly into source code</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A security incident waiting to happen in production</a:t>
            </a:r>
          </a:p>
          <a:p>
            <a:pPr marL="171450" indent="-171450">
              <a:lnSpc>
                <a:spcPct val="116000"/>
              </a:lnSpc>
              <a:buFont typeface="Wingdings" pitchFamily="2" charset="2"/>
              <a:buChar char="Ø"/>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Search the codebase for any string that looks like a key, token, or password.</a:t>
            </a:r>
            <a:endParaRPr lang="en-US" sz="10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063547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B8B102C-09BC-8F9B-ED3A-8DC8E2DA541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Confident and Wrong at Scale</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7806AD36-6288-9513-871A-C78858EF5604}"/>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risk that does not appear in code review, because the code looks right, runs, and passes the test.</a:t>
            </a:r>
          </a:p>
        </p:txBody>
      </p:sp>
      <p:sp>
        <p:nvSpPr>
          <p:cNvPr id="5" name="Shape 2">
            <a:extLst>
              <a:ext uri="{FF2B5EF4-FFF2-40B4-BE49-F238E27FC236}">
                <a16:creationId xmlns:a16="http://schemas.microsoft.com/office/drawing/2014/main" id="{88E9EBC9-4943-1C5C-4FFE-C4C2626D38AF}"/>
              </a:ext>
            </a:extLst>
          </p:cNvPr>
          <p:cNvSpPr/>
          <p:nvPr/>
        </p:nvSpPr>
        <p:spPr>
          <a:xfrm>
            <a:off x="292608" y="1207008"/>
            <a:ext cx="4133088" cy="2414016"/>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2074C5D4-C313-64A1-53CD-83C4AA8C4195}"/>
              </a:ext>
            </a:extLst>
          </p:cNvPr>
          <p:cNvSpPr/>
          <p:nvPr/>
        </p:nvSpPr>
        <p:spPr>
          <a:xfrm>
            <a:off x="493776" y="1371600"/>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AT PoC SCALE</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CC5F3303-2A4D-6DD0-4AFF-C373DE365B8A}"/>
              </a:ext>
            </a:extLst>
          </p:cNvPr>
          <p:cNvSpPr/>
          <p:nvPr/>
        </p:nvSpPr>
        <p:spPr>
          <a:xfrm>
            <a:off x="493776" y="1719072"/>
            <a:ext cx="3730752" cy="153619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When Claude builds something wrong at PoC scale, you find it in the lab, in code review, or in debugging.</a:t>
            </a:r>
          </a:p>
          <a:p>
            <a:pPr marL="171450" indent="-171450">
              <a:lnSpc>
                <a:spcPct val="116000"/>
              </a:lnSpc>
              <a:buFont typeface="Arial" panose="020B0604020202020204" pitchFamily="34" charset="0"/>
              <a:buChar char="•"/>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The damage is contained: one user, one dataset, one session.</a:t>
            </a:r>
          </a:p>
        </p:txBody>
      </p:sp>
      <p:sp>
        <p:nvSpPr>
          <p:cNvPr id="8" name="Shape 5">
            <a:extLst>
              <a:ext uri="{FF2B5EF4-FFF2-40B4-BE49-F238E27FC236}">
                <a16:creationId xmlns:a16="http://schemas.microsoft.com/office/drawing/2014/main" id="{5624840D-4B8E-3849-12DA-FAF2E01C07A6}"/>
              </a:ext>
            </a:extLst>
          </p:cNvPr>
          <p:cNvSpPr/>
          <p:nvPr/>
        </p:nvSpPr>
        <p:spPr>
          <a:xfrm>
            <a:off x="4718304" y="1207008"/>
            <a:ext cx="4133088" cy="2414016"/>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14EAE734-C723-4983-7ADA-A87B467913A0}"/>
              </a:ext>
            </a:extLst>
          </p:cNvPr>
          <p:cNvSpPr/>
          <p:nvPr/>
        </p:nvSpPr>
        <p:spPr>
          <a:xfrm>
            <a:off x="4919472" y="1371600"/>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AT PRODUCTION SCALE</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448C18EC-208F-44BE-00B5-231AC667A84F}"/>
              </a:ext>
            </a:extLst>
          </p:cNvPr>
          <p:cNvSpPr/>
          <p:nvPr/>
        </p:nvSpPr>
        <p:spPr>
          <a:xfrm>
            <a:off x="4919472" y="1719072"/>
            <a:ext cx="3730752" cy="153619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A hallucinated library function fails for every user on every call</a:t>
            </a:r>
          </a:p>
          <a:p>
            <a:pPr marL="171450" indent="-171450">
              <a:lnSpc>
                <a:spcPct val="116000"/>
              </a:lnSpc>
              <a:buFont typeface="Arial" panose="020B0604020202020204" pitchFamily="34" charset="0"/>
              <a:buChar char="•"/>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A subtly broken auth check passes 99% of inputs, and fails for exactly the 1% an attacker would send</a:t>
            </a:r>
          </a:p>
          <a:p>
            <a:pPr marL="171450" indent="-171450">
              <a:lnSpc>
                <a:spcPct val="116000"/>
              </a:lnSpc>
              <a:buFont typeface="Arial" panose="020B0604020202020204" pitchFamily="34" charset="0"/>
              <a:buChar char="•"/>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An invented API endpoint works in testing and fails silently at 3am when the real API behaves differently</a:t>
            </a:r>
          </a:p>
        </p:txBody>
      </p:sp>
      <p:sp>
        <p:nvSpPr>
          <p:cNvPr id="11" name="Shape 8">
            <a:extLst>
              <a:ext uri="{FF2B5EF4-FFF2-40B4-BE49-F238E27FC236}">
                <a16:creationId xmlns:a16="http://schemas.microsoft.com/office/drawing/2014/main" id="{061CCBE9-A9C8-1008-E603-8D3DE21934D0}"/>
              </a:ext>
            </a:extLst>
          </p:cNvPr>
          <p:cNvSpPr/>
          <p:nvPr/>
        </p:nvSpPr>
        <p:spPr>
          <a:xfrm>
            <a:off x="292608" y="4040461"/>
            <a:ext cx="8558784" cy="46380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1A477A88-6680-44FE-22FF-DEE38F07AA15}"/>
              </a:ext>
            </a:extLst>
          </p:cNvPr>
          <p:cNvSpPr/>
          <p:nvPr/>
        </p:nvSpPr>
        <p:spPr>
          <a:xfrm>
            <a:off x="292608" y="4082796"/>
            <a:ext cx="8558784"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difference is scale and consequence. The habit that catches it, review before you ship, test before you trust, is the same in both cases. Let’s see how governance can mitigate the risk.</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967199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5C4F579-AA11-E146-3811-2DE38DA7DA6E}"/>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Governance for Managers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What a responsible AI coding policy covers.</a:t>
            </a:r>
          </a:p>
        </p:txBody>
      </p:sp>
      <p:sp>
        <p:nvSpPr>
          <p:cNvPr id="5" name="Shape 2">
            <a:extLst>
              <a:ext uri="{FF2B5EF4-FFF2-40B4-BE49-F238E27FC236}">
                <a16:creationId xmlns:a16="http://schemas.microsoft.com/office/drawing/2014/main" id="{C70745E8-6A98-3B95-1B5F-97B9032C6271}"/>
              </a:ext>
            </a:extLst>
          </p:cNvPr>
          <p:cNvSpPr/>
          <p:nvPr/>
        </p:nvSpPr>
        <p:spPr>
          <a:xfrm>
            <a:off x="292608"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493776"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TOOL APPROVAL</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493776" y="1418514"/>
            <a:ext cx="3730752"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Only approved tools with reviewed data handling and vendor terms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Unapproved tools create liability even when the code works</a:t>
            </a:r>
          </a:p>
        </p:txBody>
      </p:sp>
      <p:sp>
        <p:nvSpPr>
          <p:cNvPr id="8" name="Shape 5">
            <a:extLst>
              <a:ext uri="{FF2B5EF4-FFF2-40B4-BE49-F238E27FC236}">
                <a16:creationId xmlns:a16="http://schemas.microsoft.com/office/drawing/2014/main" id="{60CDCB1D-9E0E-2B44-BD1A-B10ECC61214F}"/>
              </a:ext>
            </a:extLst>
          </p:cNvPr>
          <p:cNvSpPr/>
          <p:nvPr/>
        </p:nvSpPr>
        <p:spPr>
          <a:xfrm>
            <a:off x="4718304"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4919472"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DATA HANDLING</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4919472" y="1418514"/>
            <a:ext cx="3931920"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Define what data classifications can go into prompts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What must stay on-network</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No production data in development without explicit policy</a:t>
            </a:r>
          </a:p>
        </p:txBody>
      </p:sp>
      <p:sp>
        <p:nvSpPr>
          <p:cNvPr id="11" name="Shape 2">
            <a:extLst>
              <a:ext uri="{FF2B5EF4-FFF2-40B4-BE49-F238E27FC236}">
                <a16:creationId xmlns:a16="http://schemas.microsoft.com/office/drawing/2014/main" id="{5B38C73E-4DC7-5031-F4A2-C865B06C0B20}"/>
              </a:ext>
            </a:extLst>
          </p:cNvPr>
          <p:cNvSpPr/>
          <p:nvPr/>
        </p:nvSpPr>
        <p:spPr>
          <a:xfrm>
            <a:off x="292608"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493776"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REVIEW REQUIREMENTS</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493776"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Every AI-generated change needs a named human reviewer</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The review standard does not drop because Claude wrote it — it may need to be higher</a:t>
            </a:r>
          </a:p>
        </p:txBody>
      </p:sp>
      <p:sp>
        <p:nvSpPr>
          <p:cNvPr id="14" name="Shape 5">
            <a:extLst>
              <a:ext uri="{FF2B5EF4-FFF2-40B4-BE49-F238E27FC236}">
                <a16:creationId xmlns:a16="http://schemas.microsoft.com/office/drawing/2014/main" id="{7DC3A9EF-923C-B111-E8D5-B07764CD447C}"/>
              </a:ext>
            </a:extLst>
          </p:cNvPr>
          <p:cNvSpPr/>
          <p:nvPr/>
        </p:nvSpPr>
        <p:spPr>
          <a:xfrm>
            <a:off x="4718304"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4919472"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IP AND ATTRIBUTION</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4919472"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AI-generated code may have IP implications depending on tool terms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Know your </a:t>
            </a:r>
            <a:r>
              <a:rPr lang="en-US" sz="1200" err="1">
                <a:solidFill>
                  <a:schemeClr val="tx2"/>
                </a:solidFill>
                <a:latin typeface="Open Sans" pitchFamily="2" charset="0"/>
                <a:ea typeface="Open Sans" pitchFamily="2" charset="0"/>
                <a:cs typeface="Open Sans" pitchFamily="2" charset="0"/>
              </a:rPr>
              <a:t>organisation's</a:t>
            </a:r>
            <a:r>
              <a:rPr lang="en-US" sz="1200">
                <a:solidFill>
                  <a:schemeClr val="tx2"/>
                </a:solidFill>
                <a:latin typeface="Open Sans" pitchFamily="2" charset="0"/>
                <a:ea typeface="Open Sans" pitchFamily="2" charset="0"/>
                <a:cs typeface="Open Sans" pitchFamily="2" charset="0"/>
              </a:rPr>
              <a:t> position before code reaches production or clients ask</a:t>
            </a:r>
          </a:p>
        </p:txBody>
      </p:sp>
      <p:sp>
        <p:nvSpPr>
          <p:cNvPr id="17" name="Shape 8">
            <a:extLst>
              <a:ext uri="{FF2B5EF4-FFF2-40B4-BE49-F238E27FC236}">
                <a16:creationId xmlns:a16="http://schemas.microsoft.com/office/drawing/2014/main" id="{D19EDAE2-62A3-03D1-039F-53ED32B629F1}"/>
              </a:ext>
            </a:extLst>
          </p:cNvPr>
          <p:cNvSpPr/>
          <p:nvPr/>
        </p:nvSpPr>
        <p:spPr>
          <a:xfrm>
            <a:off x="292608" y="4379668"/>
            <a:ext cx="8558784" cy="42062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493776" y="439660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goal of AI coding governance is not to restrict access. It is to make sure that when something goes wrong, there is a clear answer to “who checked this?”</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04888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8">
            <a:extLst>
              <a:ext uri="{FF2B5EF4-FFF2-40B4-BE49-F238E27FC236}">
                <a16:creationId xmlns:a16="http://schemas.microsoft.com/office/drawing/2014/main" id="{5EF90ED7-E2F8-4FD3-6CE4-8543CBECC471}"/>
              </a:ext>
            </a:extLst>
          </p:cNvPr>
          <p:cNvSpPr/>
          <p:nvPr/>
        </p:nvSpPr>
        <p:spPr>
          <a:xfrm>
            <a:off x="292608" y="3646793"/>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6AF0134E-3167-FD87-BCAB-BB4296C50E2A}"/>
              </a:ext>
            </a:extLst>
          </p:cNvPr>
          <p:cNvSpPr/>
          <p:nvPr/>
        </p:nvSpPr>
        <p:spPr>
          <a:xfrm>
            <a:off x="394212" y="201168"/>
            <a:ext cx="7315200" cy="502920"/>
          </a:xfrm>
          <a:prstGeom prst="rect">
            <a:avLst/>
          </a:prstGeom>
          <a:noFill/>
          <a:ln/>
        </p:spPr>
        <p:txBody>
          <a:bodyPr wrap="square" lIns="0" tIns="0" rIns="0" bIns="0" rtlCol="0" anchor="ctr"/>
          <a:lstStyle/>
          <a:p>
            <a:r>
              <a:rPr lang="en-US" sz="2800" b="1">
                <a:latin typeface="Open Sans" pitchFamily="2" charset="0"/>
                <a:ea typeface="Open Sans" pitchFamily="2" charset="0"/>
                <a:cs typeface="Open Sans" pitchFamily="2" charset="0"/>
              </a:rPr>
              <a:t>Governance for Managers - Evaluation</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B774411B-BE5A-4DC8-B5B6-778F9BE947BF}"/>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same judgment you just practiced on your own PoC, now pointed at someone else's.</a:t>
            </a:r>
          </a:p>
        </p:txBody>
      </p:sp>
      <p:sp>
        <p:nvSpPr>
          <p:cNvPr id="5" name="Shape 2">
            <a:extLst>
              <a:ext uri="{FF2B5EF4-FFF2-40B4-BE49-F238E27FC236}">
                <a16:creationId xmlns:a16="http://schemas.microsoft.com/office/drawing/2014/main" id="{785A9EBD-1F89-01A1-5DEF-BC8F7C489849}"/>
              </a:ext>
            </a:extLst>
          </p:cNvPr>
          <p:cNvSpPr/>
          <p:nvPr/>
        </p:nvSpPr>
        <p:spPr>
          <a:xfrm>
            <a:off x="292608" y="1371600"/>
            <a:ext cx="2697480" cy="1635113"/>
          </a:xfrm>
          <a:prstGeom prst="roundRect">
            <a:avLst>
              <a:gd name="adj" fmla="val 324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598E3D0C-F05F-DC92-2EDD-727E70DE42BA}"/>
              </a:ext>
            </a:extLst>
          </p:cNvPr>
          <p:cNvSpPr/>
          <p:nvPr/>
        </p:nvSpPr>
        <p:spPr>
          <a:xfrm>
            <a:off x="475488" y="1536192"/>
            <a:ext cx="2331720" cy="502920"/>
          </a:xfrm>
          <a:prstGeom prst="rect">
            <a:avLst/>
          </a:prstGeom>
          <a:noFill/>
          <a:ln/>
        </p:spPr>
        <p:txBody>
          <a:bodyPr wrap="square" lIns="0" tIns="0" rIns="0" bIns="0" rtlCol="0" anchor="t"/>
          <a:lstStyle/>
          <a:p>
            <a:pPr marL="0" indent="0">
              <a:buNone/>
            </a:pPr>
            <a:r>
              <a:rPr lang="en-US" sz="1400" b="1">
                <a:solidFill>
                  <a:schemeClr val="accent2"/>
                </a:solidFill>
                <a:latin typeface="Open Sans" pitchFamily="2" charset="0"/>
                <a:ea typeface="Open Sans" pitchFamily="2" charset="0"/>
                <a:cs typeface="Open Sans" pitchFamily="2" charset="0"/>
              </a:rPr>
              <a:t>WHAT GOOD LOOKS LIKE</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BF822A55-DA80-C5C4-41DD-5E9134D31E86}"/>
              </a:ext>
            </a:extLst>
          </p:cNvPr>
          <p:cNvSpPr/>
          <p:nvPr/>
        </p:nvSpPr>
        <p:spPr>
          <a:xfrm>
            <a:off x="475488" y="2119745"/>
            <a:ext cx="2331720" cy="886968"/>
          </a:xfrm>
          <a:prstGeom prst="rect">
            <a:avLst/>
          </a:prstGeom>
          <a:noFill/>
          <a:ln/>
        </p:spPr>
        <p:txBody>
          <a:bodyPr wrap="square" lIns="0" tIns="0" rIns="0" bIns="0" rtlCol="0" anchor="t"/>
          <a:lstStyle/>
          <a:p>
            <a:pPr marL="0" indent="0">
              <a:lnSpc>
                <a:spcPct val="108000"/>
              </a:lnSpc>
              <a:buNone/>
            </a:pPr>
            <a:r>
              <a:rPr lang="en-US" sz="1200">
                <a:solidFill>
                  <a:schemeClr val="tx2"/>
                </a:solidFill>
                <a:latin typeface="Open Sans" pitchFamily="2" charset="0"/>
                <a:ea typeface="Open Sans" pitchFamily="2" charset="0"/>
                <a:cs typeface="Open Sans" pitchFamily="2" charset="0"/>
              </a:rPr>
              <a:t>A PR description that explains what changed and why, not just which files moved.</a:t>
            </a:r>
          </a:p>
        </p:txBody>
      </p:sp>
      <p:sp>
        <p:nvSpPr>
          <p:cNvPr id="8" name="Shape 5">
            <a:extLst>
              <a:ext uri="{FF2B5EF4-FFF2-40B4-BE49-F238E27FC236}">
                <a16:creationId xmlns:a16="http://schemas.microsoft.com/office/drawing/2014/main" id="{E6EBC694-AD0B-2AAC-80BC-039AD0652339}"/>
              </a:ext>
            </a:extLst>
          </p:cNvPr>
          <p:cNvSpPr/>
          <p:nvPr/>
        </p:nvSpPr>
        <p:spPr>
          <a:xfrm>
            <a:off x="3246120" y="1371600"/>
            <a:ext cx="2697480" cy="1635113"/>
          </a:xfrm>
          <a:prstGeom prst="roundRect">
            <a:avLst>
              <a:gd name="adj" fmla="val 324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594F0B56-4AE2-12A3-502E-2BB4C4D1593F}"/>
              </a:ext>
            </a:extLst>
          </p:cNvPr>
          <p:cNvSpPr/>
          <p:nvPr/>
        </p:nvSpPr>
        <p:spPr>
          <a:xfrm>
            <a:off x="3429000" y="1536192"/>
            <a:ext cx="2331720" cy="502920"/>
          </a:xfrm>
          <a:prstGeom prst="rect">
            <a:avLst/>
          </a:prstGeom>
          <a:noFill/>
          <a:ln/>
        </p:spPr>
        <p:txBody>
          <a:bodyPr wrap="square" lIns="0" tIns="0" rIns="0" bIns="0" rtlCol="0" anchor="t"/>
          <a:lstStyle/>
          <a:p>
            <a:pPr marL="0" indent="0">
              <a:buNone/>
            </a:pPr>
            <a:r>
              <a:rPr lang="en-US" sz="1400" b="1">
                <a:solidFill>
                  <a:schemeClr val="accent2"/>
                </a:solidFill>
                <a:latin typeface="Open Sans" pitchFamily="2" charset="0"/>
                <a:ea typeface="Open Sans" pitchFamily="2" charset="0"/>
                <a:cs typeface="Open Sans" pitchFamily="2" charset="0"/>
              </a:rPr>
              <a:t>WHAT TO ASK</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1DC332C3-C4F7-A593-BFB2-FBECA850BFDD}"/>
              </a:ext>
            </a:extLst>
          </p:cNvPr>
          <p:cNvSpPr/>
          <p:nvPr/>
        </p:nvSpPr>
        <p:spPr>
          <a:xfrm>
            <a:off x="3429000" y="2139696"/>
            <a:ext cx="2331720" cy="886968"/>
          </a:xfrm>
          <a:prstGeom prst="rect">
            <a:avLst/>
          </a:prstGeom>
          <a:noFill/>
          <a:ln/>
        </p:spPr>
        <p:txBody>
          <a:bodyPr wrap="square" lIns="0" tIns="0" rIns="0" bIns="0" rtlCol="0" anchor="t"/>
          <a:lstStyle/>
          <a:p>
            <a:pPr marL="0" indent="0">
              <a:lnSpc>
                <a:spcPct val="108000"/>
              </a:lnSpc>
              <a:buNone/>
            </a:pPr>
            <a:r>
              <a:rPr lang="en-US" sz="1200">
                <a:solidFill>
                  <a:schemeClr val="tx2"/>
                </a:solidFill>
                <a:latin typeface="Open Sans" pitchFamily="2" charset="0"/>
                <a:ea typeface="Open Sans" pitchFamily="2" charset="0"/>
                <a:cs typeface="Open Sans" pitchFamily="2" charset="0"/>
              </a:rPr>
              <a:t>Did you read the diff yourself? What did Claude get wrong on the first try?</a:t>
            </a:r>
          </a:p>
        </p:txBody>
      </p:sp>
      <p:sp>
        <p:nvSpPr>
          <p:cNvPr id="11" name="Shape 8">
            <a:extLst>
              <a:ext uri="{FF2B5EF4-FFF2-40B4-BE49-F238E27FC236}">
                <a16:creationId xmlns:a16="http://schemas.microsoft.com/office/drawing/2014/main" id="{FCFE51CD-756C-018D-47FF-A440A1A55DE1}"/>
              </a:ext>
            </a:extLst>
          </p:cNvPr>
          <p:cNvSpPr/>
          <p:nvPr/>
        </p:nvSpPr>
        <p:spPr>
          <a:xfrm>
            <a:off x="6199632" y="1371600"/>
            <a:ext cx="2697480" cy="1635113"/>
          </a:xfrm>
          <a:prstGeom prst="roundRect">
            <a:avLst>
              <a:gd name="adj" fmla="val 324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5B21835D-FE11-C31E-40C2-1015E8E59DD9}"/>
              </a:ext>
            </a:extLst>
          </p:cNvPr>
          <p:cNvSpPr/>
          <p:nvPr/>
        </p:nvSpPr>
        <p:spPr>
          <a:xfrm>
            <a:off x="6382512" y="1536192"/>
            <a:ext cx="2331720" cy="502920"/>
          </a:xfrm>
          <a:prstGeom prst="rect">
            <a:avLst/>
          </a:prstGeom>
          <a:noFill/>
          <a:ln/>
        </p:spPr>
        <p:txBody>
          <a:bodyPr wrap="square" lIns="0" tIns="0" rIns="0" bIns="0" rtlCol="0" anchor="t"/>
          <a:lstStyle/>
          <a:p>
            <a:pPr marL="0" indent="0">
              <a:buNone/>
            </a:pPr>
            <a:r>
              <a:rPr lang="en-US" sz="1400" b="1">
                <a:solidFill>
                  <a:schemeClr val="accent2"/>
                </a:solidFill>
                <a:latin typeface="Open Sans" pitchFamily="2" charset="0"/>
                <a:ea typeface="Open Sans" pitchFamily="2" charset="0"/>
                <a:cs typeface="Open Sans" pitchFamily="2" charset="0"/>
              </a:rPr>
              <a:t>WITHOUT MICROMANAGING</a:t>
            </a:r>
            <a:endParaRPr lang="en-US" sz="1400">
              <a:solidFill>
                <a:schemeClr val="accent2"/>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142FE065-4228-8713-247C-31A7E7A600D1}"/>
              </a:ext>
            </a:extLst>
          </p:cNvPr>
          <p:cNvSpPr/>
          <p:nvPr/>
        </p:nvSpPr>
        <p:spPr>
          <a:xfrm>
            <a:off x="6382512" y="2119745"/>
            <a:ext cx="2331720" cy="886968"/>
          </a:xfrm>
          <a:prstGeom prst="rect">
            <a:avLst/>
          </a:prstGeom>
          <a:noFill/>
          <a:ln/>
        </p:spPr>
        <p:txBody>
          <a:bodyPr wrap="square" lIns="0" tIns="0" rIns="0" bIns="0" rtlCol="0" anchor="t"/>
          <a:lstStyle/>
          <a:p>
            <a:pPr marL="0" indent="0">
              <a:lnSpc>
                <a:spcPct val="108000"/>
              </a:lnSpc>
              <a:buNone/>
            </a:pPr>
            <a:r>
              <a:rPr lang="en-US" sz="1200">
                <a:solidFill>
                  <a:schemeClr val="tx2"/>
                </a:solidFill>
                <a:latin typeface="Open Sans" pitchFamily="2" charset="0"/>
                <a:ea typeface="Open Sans" pitchFamily="2" charset="0"/>
                <a:cs typeface="Open Sans" pitchFamily="2" charset="0"/>
              </a:rPr>
              <a:t>Review the decisions, not every line. Trust the process, not the output alone.</a:t>
            </a:r>
          </a:p>
        </p:txBody>
      </p:sp>
      <p:sp>
        <p:nvSpPr>
          <p:cNvPr id="15" name="Text 12">
            <a:extLst>
              <a:ext uri="{FF2B5EF4-FFF2-40B4-BE49-F238E27FC236}">
                <a16:creationId xmlns:a16="http://schemas.microsoft.com/office/drawing/2014/main" id="{6C419D44-9501-FA2D-6E4E-2864435D4DFE}"/>
              </a:ext>
            </a:extLst>
          </p:cNvPr>
          <p:cNvSpPr/>
          <p:nvPr/>
        </p:nvSpPr>
        <p:spPr>
          <a:xfrm>
            <a:off x="493776" y="3646793"/>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If a PR reads like “Claude wrote it, it works,” that is not a review. Send it back.</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565098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30">
            <a:extLst>
              <a:ext uri="{FF2B5EF4-FFF2-40B4-BE49-F238E27FC236}">
                <a16:creationId xmlns:a16="http://schemas.microsoft.com/office/drawing/2014/main" id="{4FA2D52E-042E-C38C-01EC-25D2088D5500}"/>
              </a:ext>
            </a:extLst>
          </p:cNvPr>
          <p:cNvSpPr/>
          <p:nvPr/>
        </p:nvSpPr>
        <p:spPr>
          <a:xfrm>
            <a:off x="411480" y="4146804"/>
            <a:ext cx="8284464" cy="320040"/>
          </a:xfrm>
          <a:prstGeom prst="roundRect">
            <a:avLst>
              <a:gd name="adj" fmla="val 200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31">
            <a:extLst>
              <a:ext uri="{FF2B5EF4-FFF2-40B4-BE49-F238E27FC236}">
                <a16:creationId xmlns:a16="http://schemas.microsoft.com/office/drawing/2014/main" id="{F887265A-FB0F-A78E-45F3-00FCB27FDDF1}"/>
              </a:ext>
            </a:extLst>
          </p:cNvPr>
          <p:cNvSpPr/>
          <p:nvPr/>
        </p:nvSpPr>
        <p:spPr>
          <a:xfrm>
            <a:off x="411480" y="4146804"/>
            <a:ext cx="8284464" cy="320040"/>
          </a:xfrm>
          <a:prstGeom prst="rect">
            <a:avLst/>
          </a:prstGeom>
          <a:noFill/>
          <a:ln/>
        </p:spPr>
        <p:txBody>
          <a:bodyPr wrap="square" lIns="0" tIns="0" rIns="0" bIns="0" rtlCol="0" anchor="ctr"/>
          <a:lstStyle/>
          <a:p>
            <a:pPr algn="ctr"/>
            <a:r>
              <a:rPr lang="en-US" sz="1200" i="1">
                <a:solidFill>
                  <a:schemeClr val="tx2"/>
                </a:solidFill>
                <a:latin typeface="Open Sans" pitchFamily="2" charset="0"/>
                <a:ea typeface="Open Sans" pitchFamily="2" charset="0"/>
                <a:cs typeface="Open Sans" pitchFamily="2" charset="0"/>
              </a:rPr>
              <a:t>None of this replaces watching your bill. It just means fewer surprises on it.</a:t>
            </a:r>
            <a:endParaRPr lang="en-US" sz="1200">
              <a:solidFill>
                <a:schemeClr val="tx2"/>
              </a:solidFill>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E0B8A4A5-9094-C6F8-261D-51E0A597992F}"/>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Keeping Costs Under Control</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0337EDDD-1D51-4965-3F8C-44F68D8A4EE9}"/>
              </a:ext>
            </a:extLst>
          </p:cNvPr>
          <p:cNvSpPr/>
          <p:nvPr/>
        </p:nvSpPr>
        <p:spPr>
          <a:xfrm>
            <a:off x="385745" y="676656"/>
            <a:ext cx="8595360" cy="20116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Claude Code is metered. A few habits keep usage predictable.</a:t>
            </a:r>
          </a:p>
        </p:txBody>
      </p:sp>
      <p:sp>
        <p:nvSpPr>
          <p:cNvPr id="19" name="Shape 6">
            <a:extLst>
              <a:ext uri="{FF2B5EF4-FFF2-40B4-BE49-F238E27FC236}">
                <a16:creationId xmlns:a16="http://schemas.microsoft.com/office/drawing/2014/main" id="{BC5FDB6B-BABA-D84E-DE1B-5A9ACC65D1CF}"/>
              </a:ext>
            </a:extLst>
          </p:cNvPr>
          <p:cNvSpPr/>
          <p:nvPr/>
        </p:nvSpPr>
        <p:spPr>
          <a:xfrm>
            <a:off x="411480" y="1094232"/>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7">
            <a:extLst>
              <a:ext uri="{FF2B5EF4-FFF2-40B4-BE49-F238E27FC236}">
                <a16:creationId xmlns:a16="http://schemas.microsoft.com/office/drawing/2014/main" id="{85723431-A2A2-F301-1CA3-BD77E90949E2}"/>
              </a:ext>
            </a:extLst>
          </p:cNvPr>
          <p:cNvSpPr/>
          <p:nvPr/>
        </p:nvSpPr>
        <p:spPr>
          <a:xfrm>
            <a:off x="566928" y="1222248"/>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8">
            <a:extLst>
              <a:ext uri="{FF2B5EF4-FFF2-40B4-BE49-F238E27FC236}">
                <a16:creationId xmlns:a16="http://schemas.microsoft.com/office/drawing/2014/main" id="{5EC7996B-DAFE-BEF1-6B70-4F8876D10DB6}"/>
              </a:ext>
            </a:extLst>
          </p:cNvPr>
          <p:cNvSpPr/>
          <p:nvPr/>
        </p:nvSpPr>
        <p:spPr>
          <a:xfrm>
            <a:off x="566928" y="122224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9">
            <a:extLst>
              <a:ext uri="{FF2B5EF4-FFF2-40B4-BE49-F238E27FC236}">
                <a16:creationId xmlns:a16="http://schemas.microsoft.com/office/drawing/2014/main" id="{B98D6F26-92B2-2B68-7CA9-AE04A07256F6}"/>
              </a:ext>
            </a:extLst>
          </p:cNvPr>
          <p:cNvSpPr/>
          <p:nvPr/>
        </p:nvSpPr>
        <p:spPr>
          <a:xfrm>
            <a:off x="1115568" y="1167384"/>
            <a:ext cx="2286000"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Check /cost regularly.</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0">
            <a:extLst>
              <a:ext uri="{FF2B5EF4-FFF2-40B4-BE49-F238E27FC236}">
                <a16:creationId xmlns:a16="http://schemas.microsoft.com/office/drawing/2014/main" id="{3FA6A6AF-5114-08CE-5247-2CBD55F08B5B}"/>
              </a:ext>
            </a:extLst>
          </p:cNvPr>
          <p:cNvSpPr/>
          <p:nvPr/>
        </p:nvSpPr>
        <p:spPr>
          <a:xfrm>
            <a:off x="1115568" y="1484316"/>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Before and after a long session, not just at the end.</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11">
            <a:extLst>
              <a:ext uri="{FF2B5EF4-FFF2-40B4-BE49-F238E27FC236}">
                <a16:creationId xmlns:a16="http://schemas.microsoft.com/office/drawing/2014/main" id="{7EF76BAF-BA18-10E7-1C96-17A56D4E8392}"/>
              </a:ext>
            </a:extLst>
          </p:cNvPr>
          <p:cNvSpPr/>
          <p:nvPr/>
        </p:nvSpPr>
        <p:spPr>
          <a:xfrm>
            <a:off x="3493008" y="116738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Shape 12">
            <a:extLst>
              <a:ext uri="{FF2B5EF4-FFF2-40B4-BE49-F238E27FC236}">
                <a16:creationId xmlns:a16="http://schemas.microsoft.com/office/drawing/2014/main" id="{C495B38C-C992-AB53-24F3-65666DE8650B}"/>
              </a:ext>
            </a:extLst>
          </p:cNvPr>
          <p:cNvSpPr/>
          <p:nvPr/>
        </p:nvSpPr>
        <p:spPr>
          <a:xfrm>
            <a:off x="411480" y="1813500"/>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13">
            <a:extLst>
              <a:ext uri="{FF2B5EF4-FFF2-40B4-BE49-F238E27FC236}">
                <a16:creationId xmlns:a16="http://schemas.microsoft.com/office/drawing/2014/main" id="{866001D6-3BAE-5371-BB35-DC6A1CB0EE62}"/>
              </a:ext>
            </a:extLst>
          </p:cNvPr>
          <p:cNvSpPr/>
          <p:nvPr/>
        </p:nvSpPr>
        <p:spPr>
          <a:xfrm>
            <a:off x="566928" y="1941516"/>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14">
            <a:extLst>
              <a:ext uri="{FF2B5EF4-FFF2-40B4-BE49-F238E27FC236}">
                <a16:creationId xmlns:a16="http://schemas.microsoft.com/office/drawing/2014/main" id="{80929670-6E7C-8C41-93AE-69BD1F4EB444}"/>
              </a:ext>
            </a:extLst>
          </p:cNvPr>
          <p:cNvSpPr/>
          <p:nvPr/>
        </p:nvSpPr>
        <p:spPr>
          <a:xfrm>
            <a:off x="566928" y="1941516"/>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15">
            <a:extLst>
              <a:ext uri="{FF2B5EF4-FFF2-40B4-BE49-F238E27FC236}">
                <a16:creationId xmlns:a16="http://schemas.microsoft.com/office/drawing/2014/main" id="{757012C9-4CB8-C5AD-AC30-C3152986EE3E}"/>
              </a:ext>
            </a:extLst>
          </p:cNvPr>
          <p:cNvSpPr/>
          <p:nvPr/>
        </p:nvSpPr>
        <p:spPr>
          <a:xfrm>
            <a:off x="1115568" y="1886652"/>
            <a:ext cx="3886200"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Use /compact instead of restarting.</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16">
            <a:extLst>
              <a:ext uri="{FF2B5EF4-FFF2-40B4-BE49-F238E27FC236}">
                <a16:creationId xmlns:a16="http://schemas.microsoft.com/office/drawing/2014/main" id="{EE146D5B-BDF3-A738-09CE-1C37C93ADB82}"/>
              </a:ext>
            </a:extLst>
          </p:cNvPr>
          <p:cNvSpPr/>
          <p:nvPr/>
        </p:nvSpPr>
        <p:spPr>
          <a:xfrm>
            <a:off x="1115568" y="2160972"/>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Trims context without losing your standing instructions</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17">
            <a:extLst>
              <a:ext uri="{FF2B5EF4-FFF2-40B4-BE49-F238E27FC236}">
                <a16:creationId xmlns:a16="http://schemas.microsoft.com/office/drawing/2014/main" id="{9E344689-5234-178C-58D5-D0B16AF08DE8}"/>
              </a:ext>
            </a:extLst>
          </p:cNvPr>
          <p:cNvSpPr/>
          <p:nvPr/>
        </p:nvSpPr>
        <p:spPr>
          <a:xfrm>
            <a:off x="3493008" y="1886652"/>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18">
            <a:extLst>
              <a:ext uri="{FF2B5EF4-FFF2-40B4-BE49-F238E27FC236}">
                <a16:creationId xmlns:a16="http://schemas.microsoft.com/office/drawing/2014/main" id="{5B523C14-4DD5-A8D3-CE1F-7C169A495BC7}"/>
              </a:ext>
            </a:extLst>
          </p:cNvPr>
          <p:cNvSpPr/>
          <p:nvPr/>
        </p:nvSpPr>
        <p:spPr>
          <a:xfrm>
            <a:off x="411480" y="2522250"/>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19">
            <a:extLst>
              <a:ext uri="{FF2B5EF4-FFF2-40B4-BE49-F238E27FC236}">
                <a16:creationId xmlns:a16="http://schemas.microsoft.com/office/drawing/2014/main" id="{BF4B13FD-EFD4-5306-2AB0-9AE467B8DC76}"/>
              </a:ext>
            </a:extLst>
          </p:cNvPr>
          <p:cNvSpPr/>
          <p:nvPr/>
        </p:nvSpPr>
        <p:spPr>
          <a:xfrm>
            <a:off x="566928" y="2650266"/>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20">
            <a:extLst>
              <a:ext uri="{FF2B5EF4-FFF2-40B4-BE49-F238E27FC236}">
                <a16:creationId xmlns:a16="http://schemas.microsoft.com/office/drawing/2014/main" id="{FFD3E931-D588-66DC-8910-954B12B299D8}"/>
              </a:ext>
            </a:extLst>
          </p:cNvPr>
          <p:cNvSpPr/>
          <p:nvPr/>
        </p:nvSpPr>
        <p:spPr>
          <a:xfrm>
            <a:off x="566928" y="2650266"/>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21">
            <a:extLst>
              <a:ext uri="{FF2B5EF4-FFF2-40B4-BE49-F238E27FC236}">
                <a16:creationId xmlns:a16="http://schemas.microsoft.com/office/drawing/2014/main" id="{1746A664-B845-1E3A-46FA-FC55528C6E4A}"/>
              </a:ext>
            </a:extLst>
          </p:cNvPr>
          <p:cNvSpPr/>
          <p:nvPr/>
        </p:nvSpPr>
        <p:spPr>
          <a:xfrm>
            <a:off x="1115568" y="2595402"/>
            <a:ext cx="2286000"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Scope prompts tightly.</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22">
            <a:extLst>
              <a:ext uri="{FF2B5EF4-FFF2-40B4-BE49-F238E27FC236}">
                <a16:creationId xmlns:a16="http://schemas.microsoft.com/office/drawing/2014/main" id="{45485A0D-15B6-9944-2BD6-25C6EEC7EE93}"/>
              </a:ext>
            </a:extLst>
          </p:cNvPr>
          <p:cNvSpPr/>
          <p:nvPr/>
        </p:nvSpPr>
        <p:spPr>
          <a:xfrm>
            <a:off x="1115568" y="2869722"/>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Vague asks burn tokens on guesswork you will just redo.</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23">
            <a:extLst>
              <a:ext uri="{FF2B5EF4-FFF2-40B4-BE49-F238E27FC236}">
                <a16:creationId xmlns:a16="http://schemas.microsoft.com/office/drawing/2014/main" id="{AE85C623-4EED-6381-F39E-9C0EF9AB04EA}"/>
              </a:ext>
            </a:extLst>
          </p:cNvPr>
          <p:cNvSpPr/>
          <p:nvPr/>
        </p:nvSpPr>
        <p:spPr>
          <a:xfrm>
            <a:off x="3493008" y="2595402"/>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24">
            <a:extLst>
              <a:ext uri="{FF2B5EF4-FFF2-40B4-BE49-F238E27FC236}">
                <a16:creationId xmlns:a16="http://schemas.microsoft.com/office/drawing/2014/main" id="{2839386C-343E-5A54-12B3-A61A33594E61}"/>
              </a:ext>
            </a:extLst>
          </p:cNvPr>
          <p:cNvSpPr/>
          <p:nvPr/>
        </p:nvSpPr>
        <p:spPr>
          <a:xfrm>
            <a:off x="411480" y="3253770"/>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8" name="Shape 25">
            <a:extLst>
              <a:ext uri="{FF2B5EF4-FFF2-40B4-BE49-F238E27FC236}">
                <a16:creationId xmlns:a16="http://schemas.microsoft.com/office/drawing/2014/main" id="{9064BDFA-E677-CDE5-424E-0DC2EF7C5D77}"/>
              </a:ext>
            </a:extLst>
          </p:cNvPr>
          <p:cNvSpPr/>
          <p:nvPr/>
        </p:nvSpPr>
        <p:spPr>
          <a:xfrm>
            <a:off x="566928" y="3381786"/>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26">
            <a:extLst>
              <a:ext uri="{FF2B5EF4-FFF2-40B4-BE49-F238E27FC236}">
                <a16:creationId xmlns:a16="http://schemas.microsoft.com/office/drawing/2014/main" id="{BEE44ACF-F713-5658-BD88-C71E36234089}"/>
              </a:ext>
            </a:extLst>
          </p:cNvPr>
          <p:cNvSpPr/>
          <p:nvPr/>
        </p:nvSpPr>
        <p:spPr>
          <a:xfrm>
            <a:off x="566928" y="3381786"/>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27">
            <a:extLst>
              <a:ext uri="{FF2B5EF4-FFF2-40B4-BE49-F238E27FC236}">
                <a16:creationId xmlns:a16="http://schemas.microsoft.com/office/drawing/2014/main" id="{8929FD54-06F0-AF65-D61A-9671E3D8F39D}"/>
              </a:ext>
            </a:extLst>
          </p:cNvPr>
          <p:cNvSpPr/>
          <p:nvPr/>
        </p:nvSpPr>
        <p:spPr>
          <a:xfrm>
            <a:off x="1115567" y="3326922"/>
            <a:ext cx="3591899"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Close sessions you are not using.</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28">
            <a:extLst>
              <a:ext uri="{FF2B5EF4-FFF2-40B4-BE49-F238E27FC236}">
                <a16:creationId xmlns:a16="http://schemas.microsoft.com/office/drawing/2014/main" id="{CFA499F7-FED6-0F51-8FBE-D5C794DFD110}"/>
              </a:ext>
            </a:extLst>
          </p:cNvPr>
          <p:cNvSpPr/>
          <p:nvPr/>
        </p:nvSpPr>
        <p:spPr>
          <a:xfrm>
            <a:off x="1115568" y="3628674"/>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An idle session can still be holding context.</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29">
            <a:extLst>
              <a:ext uri="{FF2B5EF4-FFF2-40B4-BE49-F238E27FC236}">
                <a16:creationId xmlns:a16="http://schemas.microsoft.com/office/drawing/2014/main" id="{25934A78-69A3-2CFB-B595-0DC75ED9A8E4}"/>
              </a:ext>
            </a:extLst>
          </p:cNvPr>
          <p:cNvSpPr/>
          <p:nvPr/>
        </p:nvSpPr>
        <p:spPr>
          <a:xfrm>
            <a:off x="3493008" y="3326922"/>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83456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0">
            <a:extLst>
              <a:ext uri="{FF2B5EF4-FFF2-40B4-BE49-F238E27FC236}">
                <a16:creationId xmlns:a16="http://schemas.microsoft.com/office/drawing/2014/main" id="{C430706B-84D7-538F-093C-85F6B6E8B44A}"/>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Spot the Risk</a:t>
            </a:r>
            <a:endParaRPr lang="en-US" sz="2700">
              <a:latin typeface="Open Sans" pitchFamily="2" charset="0"/>
              <a:ea typeface="Open Sans" pitchFamily="2" charset="0"/>
              <a:cs typeface="Open Sans" pitchFamily="2" charset="0"/>
            </a:endParaRPr>
          </a:p>
        </p:txBody>
      </p:sp>
      <p:sp>
        <p:nvSpPr>
          <p:cNvPr id="19" name="Text 1">
            <a:extLst>
              <a:ext uri="{FF2B5EF4-FFF2-40B4-BE49-F238E27FC236}">
                <a16:creationId xmlns:a16="http://schemas.microsoft.com/office/drawing/2014/main" id="{9755A2D0-85AE-A3FA-D880-73EA7954A1E7}"/>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Classify the primary risk before we discuss.</a:t>
            </a:r>
          </a:p>
        </p:txBody>
      </p:sp>
      <p:sp>
        <p:nvSpPr>
          <p:cNvPr id="21" name="Shape 5">
            <a:extLst>
              <a:ext uri="{FF2B5EF4-FFF2-40B4-BE49-F238E27FC236}">
                <a16:creationId xmlns:a16="http://schemas.microsoft.com/office/drawing/2014/main" id="{42B827F8-217E-BF71-ABF4-2F8208F9E1CE}"/>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2" name="Text 6">
            <a:extLst>
              <a:ext uri="{FF2B5EF4-FFF2-40B4-BE49-F238E27FC236}">
                <a16:creationId xmlns:a16="http://schemas.microsoft.com/office/drawing/2014/main" id="{47C1A195-E800-2A4F-4C51-BCC70D4A7FC4}"/>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 consultant uses Claude Code to build a PoC that pulls client contact data from a CRM API and drafts personalised outreach emails. During the build, they paste a sample export from the live CRM, real names, emails, deal values, into Claude Code to help it understand the data structure. The PoC works. The demo goes well.</a:t>
            </a:r>
            <a:endParaRPr lang="en-US" sz="1200">
              <a:solidFill>
                <a:schemeClr val="tx2"/>
              </a:solidFill>
              <a:latin typeface="Open Sans" pitchFamily="2" charset="0"/>
              <a:ea typeface="Open Sans" pitchFamily="2" charset="0"/>
              <a:cs typeface="Open Sans" pitchFamily="2" charset="0"/>
            </a:endParaRPr>
          </a:p>
        </p:txBody>
      </p:sp>
      <p:sp>
        <p:nvSpPr>
          <p:cNvPr id="23" name="Shape 7">
            <a:extLst>
              <a:ext uri="{FF2B5EF4-FFF2-40B4-BE49-F238E27FC236}">
                <a16:creationId xmlns:a16="http://schemas.microsoft.com/office/drawing/2014/main" id="{004A3F7A-5DC5-96CF-04ED-9E9910492184}"/>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8">
            <a:extLst>
              <a:ext uri="{FF2B5EF4-FFF2-40B4-BE49-F238E27FC236}">
                <a16:creationId xmlns:a16="http://schemas.microsoft.com/office/drawing/2014/main" id="{10FF97A4-ABD4-58B9-51D8-7F43DE910791}"/>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No risk, the data was only used to build the PoC, not stored anywhere</a:t>
            </a:r>
          </a:p>
        </p:txBody>
      </p:sp>
      <p:sp>
        <p:nvSpPr>
          <p:cNvPr id="27" name="Shape 11">
            <a:extLst>
              <a:ext uri="{FF2B5EF4-FFF2-40B4-BE49-F238E27FC236}">
                <a16:creationId xmlns:a16="http://schemas.microsoft.com/office/drawing/2014/main" id="{78041D7F-F1FF-0A3A-F4D6-6834E9C06023}"/>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8" name="Text 12">
            <a:extLst>
              <a:ext uri="{FF2B5EF4-FFF2-40B4-BE49-F238E27FC236}">
                <a16:creationId xmlns:a16="http://schemas.microsoft.com/office/drawing/2014/main" id="{8E126B69-385D-9A02-3A7B-77B7389D1332}"/>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a:t>
            </a:r>
            <a:r>
              <a:rPr lang="en-US" sz="1200">
                <a:solidFill>
                  <a:schemeClr val="tx2"/>
                </a:solidFill>
                <a:latin typeface="Open Sans" pitchFamily="2" charset="0"/>
                <a:ea typeface="Open Sans" pitchFamily="2" charset="0"/>
                <a:cs typeface="Open Sans" pitchFamily="2" charset="0"/>
              </a:rPr>
              <a:t>Security risk, the CRM credentials are now exposed</a:t>
            </a:r>
          </a:p>
        </p:txBody>
      </p:sp>
      <p:sp>
        <p:nvSpPr>
          <p:cNvPr id="29" name="Shape 13">
            <a:extLst>
              <a:ext uri="{FF2B5EF4-FFF2-40B4-BE49-F238E27FC236}">
                <a16:creationId xmlns:a16="http://schemas.microsoft.com/office/drawing/2014/main" id="{2DD66B50-142F-1E97-2423-D505FD19EB9F}"/>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30" name="Text 14">
            <a:extLst>
              <a:ext uri="{FF2B5EF4-FFF2-40B4-BE49-F238E27FC236}">
                <a16:creationId xmlns:a16="http://schemas.microsoft.com/office/drawing/2014/main" id="{B78995EC-5DC6-B4C7-6555-8821BD1AE147}"/>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Governance risk, the tool was not on the approved list</a:t>
            </a:r>
          </a:p>
        </p:txBody>
      </p:sp>
      <p:sp>
        <p:nvSpPr>
          <p:cNvPr id="31" name="Text 3">
            <a:extLst>
              <a:ext uri="{FF2B5EF4-FFF2-40B4-BE49-F238E27FC236}">
                <a16:creationId xmlns:a16="http://schemas.microsoft.com/office/drawing/2014/main" id="{EC5235BD-C132-EA7D-8CBE-43B2D8C1D8B5}"/>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algn="ctr"/>
            <a:r>
              <a:rPr lang="en-US" sz="900" b="1" kern="0" spc="100">
                <a:solidFill>
                  <a:schemeClr val="bg1"/>
                </a:solidFill>
                <a:latin typeface="Open Sans" pitchFamily="2" charset="0"/>
                <a:ea typeface="Open Sans" pitchFamily="2" charset="0"/>
                <a:cs typeface="Open Sans" pitchFamily="2" charset="0"/>
              </a:rPr>
              <a:t>REFLECT</a:t>
            </a:r>
            <a:endParaRPr lang="en-US" sz="900">
              <a:solidFill>
                <a:schemeClr val="bg1"/>
              </a:solidFill>
              <a:latin typeface="Open Sans" pitchFamily="2" charset="0"/>
              <a:ea typeface="Open Sans" pitchFamily="2" charset="0"/>
              <a:cs typeface="Open Sans" pitchFamily="2" charset="0"/>
            </a:endParaRPr>
          </a:p>
        </p:txBody>
      </p:sp>
      <p:sp>
        <p:nvSpPr>
          <p:cNvPr id="2" name="Shape 7">
            <a:extLst>
              <a:ext uri="{FF2B5EF4-FFF2-40B4-BE49-F238E27FC236}">
                <a16:creationId xmlns:a16="http://schemas.microsoft.com/office/drawing/2014/main" id="{F7978005-6454-C522-A0AA-7D32215939EC}"/>
              </a:ext>
            </a:extLst>
          </p:cNvPr>
          <p:cNvSpPr/>
          <p:nvPr/>
        </p:nvSpPr>
        <p:spPr>
          <a:xfrm>
            <a:off x="292608" y="2784348"/>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3" name="Text 8">
            <a:extLst>
              <a:ext uri="{FF2B5EF4-FFF2-40B4-BE49-F238E27FC236}">
                <a16:creationId xmlns:a16="http://schemas.microsoft.com/office/drawing/2014/main" id="{2C10B927-F995-DF21-5252-1159BD83C590}"/>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solidFill>
                  <a:schemeClr val="tx2"/>
                </a:solidFill>
                <a:latin typeface="Open Sans" pitchFamily="2" charset="0"/>
                <a:ea typeface="Open Sans" pitchFamily="2" charset="0"/>
                <a:cs typeface="Open Sans" pitchFamily="2" charset="0"/>
              </a:rPr>
              <a:t>B.  </a:t>
            </a:r>
            <a:r>
              <a:rPr lang="en-US" sz="1200" dirty="0">
                <a:solidFill>
                  <a:schemeClr val="tx2"/>
                </a:solidFill>
                <a:latin typeface="Open Sans" pitchFamily="2" charset="0"/>
                <a:ea typeface="Open Sans" pitchFamily="2" charset="0"/>
                <a:cs typeface="Open Sans" pitchFamily="2" charset="0"/>
              </a:rPr>
              <a:t>Data privacy risk, real client data was sent to an external model without authorization</a:t>
            </a:r>
          </a:p>
        </p:txBody>
      </p:sp>
    </p:spTree>
    <p:extLst>
      <p:ext uri="{BB962C8B-B14F-4D97-AF65-F5344CB8AC3E}">
        <p14:creationId xmlns:p14="http://schemas.microsoft.com/office/powerpoint/2010/main" val="3393963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07FA-3E16-A6AE-215B-ACC3B12A0B5D}"/>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28160C3C-7A4A-161B-2FD1-6B088FEB14C4}"/>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Spot the Risk</a:t>
            </a:r>
            <a:endParaRPr lang="en-US" sz="2700">
              <a:latin typeface="Open Sans" pitchFamily="2" charset="0"/>
              <a:ea typeface="Open Sans" pitchFamily="2" charset="0"/>
              <a:cs typeface="Open Sans" pitchFamily="2" charset="0"/>
            </a:endParaRPr>
          </a:p>
        </p:txBody>
      </p:sp>
      <p:sp>
        <p:nvSpPr>
          <p:cNvPr id="19" name="Text 1">
            <a:extLst>
              <a:ext uri="{FF2B5EF4-FFF2-40B4-BE49-F238E27FC236}">
                <a16:creationId xmlns:a16="http://schemas.microsoft.com/office/drawing/2014/main" id="{C3D18C12-B809-FF34-7EA3-31CDD664A9C2}"/>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Classify the primary risk before we discuss.</a:t>
            </a:r>
          </a:p>
        </p:txBody>
      </p:sp>
      <p:sp>
        <p:nvSpPr>
          <p:cNvPr id="21" name="Shape 5">
            <a:extLst>
              <a:ext uri="{FF2B5EF4-FFF2-40B4-BE49-F238E27FC236}">
                <a16:creationId xmlns:a16="http://schemas.microsoft.com/office/drawing/2014/main" id="{F7E14506-E721-C998-8315-07A8613CB704}"/>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2" name="Text 6">
            <a:extLst>
              <a:ext uri="{FF2B5EF4-FFF2-40B4-BE49-F238E27FC236}">
                <a16:creationId xmlns:a16="http://schemas.microsoft.com/office/drawing/2014/main" id="{719CB9B5-5FE5-3F0D-6923-2345C4A5FB84}"/>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 consultant uses Claude Code to build a PoC that pulls client contact data from a CRM API and drafts personalised outreach emails. During the build, they paste a sample export from the live CRM, real names, emails, deal values, into Claude Code to help it understand the data structure. The PoC works. The demo goes well.</a:t>
            </a:r>
            <a:endParaRPr lang="en-US" sz="1200">
              <a:solidFill>
                <a:schemeClr val="tx2"/>
              </a:solidFill>
              <a:latin typeface="Open Sans" pitchFamily="2" charset="0"/>
              <a:ea typeface="Open Sans" pitchFamily="2" charset="0"/>
              <a:cs typeface="Open Sans" pitchFamily="2" charset="0"/>
            </a:endParaRPr>
          </a:p>
        </p:txBody>
      </p:sp>
      <p:sp>
        <p:nvSpPr>
          <p:cNvPr id="23" name="Shape 7">
            <a:extLst>
              <a:ext uri="{FF2B5EF4-FFF2-40B4-BE49-F238E27FC236}">
                <a16:creationId xmlns:a16="http://schemas.microsoft.com/office/drawing/2014/main" id="{026446D5-3F18-DDDC-48C8-08980819E4AF}"/>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8">
            <a:extLst>
              <a:ext uri="{FF2B5EF4-FFF2-40B4-BE49-F238E27FC236}">
                <a16:creationId xmlns:a16="http://schemas.microsoft.com/office/drawing/2014/main" id="{574E8DFF-8DC5-AD6B-B055-CC9F929A1475}"/>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No risk, the data was only used to build the PoC, not stored anywhere</a:t>
            </a:r>
          </a:p>
        </p:txBody>
      </p:sp>
      <p:sp>
        <p:nvSpPr>
          <p:cNvPr id="25" name="Shape 9">
            <a:extLst>
              <a:ext uri="{FF2B5EF4-FFF2-40B4-BE49-F238E27FC236}">
                <a16:creationId xmlns:a16="http://schemas.microsoft.com/office/drawing/2014/main" id="{32072076-D6C7-299C-CDD9-EC1092056989}"/>
              </a:ext>
            </a:extLst>
          </p:cNvPr>
          <p:cNvSpPr/>
          <p:nvPr/>
        </p:nvSpPr>
        <p:spPr>
          <a:xfrm>
            <a:off x="292608" y="2784348"/>
            <a:ext cx="8558784" cy="512064"/>
          </a:xfrm>
          <a:prstGeom prst="roundRect">
            <a:avLst>
              <a:gd name="adj" fmla="val 8929"/>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26" name="Text 10">
            <a:extLst>
              <a:ext uri="{FF2B5EF4-FFF2-40B4-BE49-F238E27FC236}">
                <a16:creationId xmlns:a16="http://schemas.microsoft.com/office/drawing/2014/main" id="{4AD3546D-057D-528D-9025-D8A20023E630}"/>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latin typeface="Open Sans" pitchFamily="2" charset="0"/>
                <a:ea typeface="Open Sans" pitchFamily="2" charset="0"/>
                <a:cs typeface="Open Sans" pitchFamily="2" charset="0"/>
              </a:rPr>
              <a:t>B.  </a:t>
            </a:r>
            <a:r>
              <a:rPr lang="en-US" sz="1200" dirty="0">
                <a:latin typeface="Open Sans" pitchFamily="2" charset="0"/>
                <a:ea typeface="Open Sans" pitchFamily="2" charset="0"/>
                <a:cs typeface="Open Sans" pitchFamily="2" charset="0"/>
              </a:rPr>
              <a:t>Data privacy risk, real client data was sent to an external model without authorization</a:t>
            </a:r>
          </a:p>
        </p:txBody>
      </p:sp>
      <p:sp>
        <p:nvSpPr>
          <p:cNvPr id="27" name="Shape 11">
            <a:extLst>
              <a:ext uri="{FF2B5EF4-FFF2-40B4-BE49-F238E27FC236}">
                <a16:creationId xmlns:a16="http://schemas.microsoft.com/office/drawing/2014/main" id="{D3002DD7-A4B1-EB9D-6526-1A0217A2F823}"/>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8" name="Text 12">
            <a:extLst>
              <a:ext uri="{FF2B5EF4-FFF2-40B4-BE49-F238E27FC236}">
                <a16:creationId xmlns:a16="http://schemas.microsoft.com/office/drawing/2014/main" id="{C026BD14-8126-D866-BCBC-4FC297483522}"/>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a:t>
            </a:r>
            <a:r>
              <a:rPr lang="en-US" sz="1200">
                <a:solidFill>
                  <a:schemeClr val="tx2"/>
                </a:solidFill>
                <a:latin typeface="Open Sans" pitchFamily="2" charset="0"/>
                <a:ea typeface="Open Sans" pitchFamily="2" charset="0"/>
                <a:cs typeface="Open Sans" pitchFamily="2" charset="0"/>
              </a:rPr>
              <a:t>Security risk, the CRM credentials are now exposed</a:t>
            </a:r>
          </a:p>
        </p:txBody>
      </p:sp>
      <p:sp>
        <p:nvSpPr>
          <p:cNvPr id="29" name="Shape 13">
            <a:extLst>
              <a:ext uri="{FF2B5EF4-FFF2-40B4-BE49-F238E27FC236}">
                <a16:creationId xmlns:a16="http://schemas.microsoft.com/office/drawing/2014/main" id="{E4523C53-6727-C1E4-D50F-C8100123DF22}"/>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30" name="Text 14">
            <a:extLst>
              <a:ext uri="{FF2B5EF4-FFF2-40B4-BE49-F238E27FC236}">
                <a16:creationId xmlns:a16="http://schemas.microsoft.com/office/drawing/2014/main" id="{10D5A388-9FF6-8717-1524-69AE43ED8B22}"/>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Governance risk, the tool was not on the approved list</a:t>
            </a:r>
          </a:p>
        </p:txBody>
      </p:sp>
      <p:sp>
        <p:nvSpPr>
          <p:cNvPr id="31" name="Text 3">
            <a:extLst>
              <a:ext uri="{FF2B5EF4-FFF2-40B4-BE49-F238E27FC236}">
                <a16:creationId xmlns:a16="http://schemas.microsoft.com/office/drawing/2014/main" id="{4163F3B4-18C6-F50A-245F-0103B2A942C3}"/>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algn="ctr"/>
            <a:r>
              <a:rPr lang="en-US" sz="900" b="1" kern="0" spc="100">
                <a:solidFill>
                  <a:schemeClr val="bg1"/>
                </a:solidFill>
                <a:latin typeface="Open Sans" pitchFamily="2" charset="0"/>
                <a:ea typeface="Open Sans" pitchFamily="2" charset="0"/>
                <a:cs typeface="Open Sans" pitchFamily="2" charset="0"/>
              </a:rPr>
              <a:t>REFLECT</a:t>
            </a:r>
            <a:endParaRPr lang="en-US" sz="90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881610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6">
            <a:extLst>
              <a:ext uri="{FF2B5EF4-FFF2-40B4-BE49-F238E27FC236}">
                <a16:creationId xmlns:a16="http://schemas.microsoft.com/office/drawing/2014/main" id="{4F6EC736-B405-5613-93A2-1475359DEDDF}"/>
              </a:ext>
            </a:extLst>
          </p:cNvPr>
          <p:cNvSpPr/>
          <p:nvPr/>
        </p:nvSpPr>
        <p:spPr>
          <a:xfrm>
            <a:off x="292608" y="969264"/>
            <a:ext cx="8275320" cy="116219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4" name="Shape 5">
            <a:extLst>
              <a:ext uri="{FF2B5EF4-FFF2-40B4-BE49-F238E27FC236}">
                <a16:creationId xmlns:a16="http://schemas.microsoft.com/office/drawing/2014/main" id="{50C49E1B-B555-A12C-13A7-1C18A888092A}"/>
              </a:ext>
            </a:extLst>
          </p:cNvPr>
          <p:cNvSpPr/>
          <p:nvPr/>
        </p:nvSpPr>
        <p:spPr>
          <a:xfrm>
            <a:off x="366254" y="1367893"/>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 name="Text 6">
            <a:extLst>
              <a:ext uri="{FF2B5EF4-FFF2-40B4-BE49-F238E27FC236}">
                <a16:creationId xmlns:a16="http://schemas.microsoft.com/office/drawing/2014/main" id="{06EE8EF3-9588-F217-2997-0EBCFC819388}"/>
              </a:ext>
            </a:extLst>
          </p:cNvPr>
          <p:cNvSpPr/>
          <p:nvPr/>
        </p:nvSpPr>
        <p:spPr>
          <a:xfrm>
            <a:off x="366254" y="1367893"/>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1</a:t>
            </a:r>
            <a:endParaRPr lang="en-US" sz="1500">
              <a:latin typeface="Open Sans" pitchFamily="2" charset="0"/>
              <a:ea typeface="Open Sans" pitchFamily="2" charset="0"/>
              <a:cs typeface="Open Sans" pitchFamily="2" charset="0"/>
            </a:endParaRPr>
          </a:p>
        </p:txBody>
      </p:sp>
      <p:sp>
        <p:nvSpPr>
          <p:cNvPr id="6" name="Text 7">
            <a:extLst>
              <a:ext uri="{FF2B5EF4-FFF2-40B4-BE49-F238E27FC236}">
                <a16:creationId xmlns:a16="http://schemas.microsoft.com/office/drawing/2014/main" id="{D9F0163D-121B-AD05-E118-4F5F0BE66075}"/>
              </a:ext>
            </a:extLst>
          </p:cNvPr>
          <p:cNvSpPr/>
          <p:nvPr/>
        </p:nvSpPr>
        <p:spPr>
          <a:xfrm>
            <a:off x="914894" y="1009959"/>
            <a:ext cx="801014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Run the risk review prompt</a:t>
            </a:r>
            <a:endParaRPr lang="en-US" sz="1400">
              <a:latin typeface="Open Sans" pitchFamily="2" charset="0"/>
              <a:ea typeface="Open Sans" pitchFamily="2" charset="0"/>
              <a:cs typeface="Open Sans" pitchFamily="2" charset="0"/>
            </a:endParaRPr>
          </a:p>
        </p:txBody>
      </p:sp>
      <p:sp>
        <p:nvSpPr>
          <p:cNvPr id="7" name="Shape 8">
            <a:extLst>
              <a:ext uri="{FF2B5EF4-FFF2-40B4-BE49-F238E27FC236}">
                <a16:creationId xmlns:a16="http://schemas.microsoft.com/office/drawing/2014/main" id="{E175D27E-CE8A-F932-7F46-BC26AE81BF76}"/>
              </a:ext>
            </a:extLst>
          </p:cNvPr>
          <p:cNvSpPr/>
          <p:nvPr/>
        </p:nvSpPr>
        <p:spPr>
          <a:xfrm>
            <a:off x="914894" y="1311711"/>
            <a:ext cx="5129290" cy="730490"/>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8" name="Text 9">
            <a:extLst>
              <a:ext uri="{FF2B5EF4-FFF2-40B4-BE49-F238E27FC236}">
                <a16:creationId xmlns:a16="http://schemas.microsoft.com/office/drawing/2014/main" id="{1374B8D8-9D9D-2506-0934-29FC1DF26D91}"/>
              </a:ext>
            </a:extLst>
          </p:cNvPr>
          <p:cNvSpPr/>
          <p:nvPr/>
        </p:nvSpPr>
        <p:spPr>
          <a:xfrm>
            <a:off x="1116062" y="1385009"/>
            <a:ext cx="4650424" cy="557784"/>
          </a:xfrm>
          <a:prstGeom prst="rect">
            <a:avLst/>
          </a:prstGeom>
          <a:noFill/>
          <a:ln/>
        </p:spPr>
        <p:txBody>
          <a:bodyPr wrap="square" lIns="0" tIns="0" rIns="0" bIns="0" rtlCol="0" anchor="t"/>
          <a:lstStyle/>
          <a:p>
            <a:pPr>
              <a:lnSpc>
                <a:spcPct val="118000"/>
              </a:lnSpc>
            </a:pP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"Review this PoC for data privacy risks, security</a:t>
            </a:r>
          </a:p>
          <a:p>
            <a:pPr>
              <a:lnSpc>
                <a:spcPct val="118000"/>
              </a:lnSpc>
            </a:pPr>
            <a:r>
              <a:rPr lang="en-US" sz="1100">
                <a:solidFill>
                  <a:srgbClr val="00B050"/>
                </a:solidFill>
                <a:latin typeface="Open Sans" pitchFamily="2" charset="0"/>
                <a:ea typeface="Open Sans" pitchFamily="2" charset="0"/>
                <a:cs typeface="Open Sans" pitchFamily="2" charset="0"/>
              </a:rPr>
              <a:t>vulnerabilities, and governance concerns. For each, name it,</a:t>
            </a:r>
          </a:p>
          <a:p>
            <a:pPr>
              <a:lnSpc>
                <a:spcPct val="118000"/>
              </a:lnSpc>
            </a:pPr>
            <a:r>
              <a:rPr lang="en-US" sz="1100">
                <a:solidFill>
                  <a:srgbClr val="00B050"/>
                </a:solidFill>
                <a:latin typeface="Open Sans" pitchFamily="2" charset="0"/>
                <a:ea typeface="Open Sans" pitchFamily="2" charset="0"/>
                <a:cs typeface="Open Sans" pitchFamily="2" charset="0"/>
              </a:rPr>
              <a:t>classify severity, and state what must change for production."</a:t>
            </a:r>
          </a:p>
        </p:txBody>
      </p:sp>
      <p:sp>
        <p:nvSpPr>
          <p:cNvPr id="9" name="Shape 6">
            <a:extLst>
              <a:ext uri="{FF2B5EF4-FFF2-40B4-BE49-F238E27FC236}">
                <a16:creationId xmlns:a16="http://schemas.microsoft.com/office/drawing/2014/main" id="{3AC8445B-5CD3-F548-F028-45E68975F77C}"/>
              </a:ext>
            </a:extLst>
          </p:cNvPr>
          <p:cNvSpPr/>
          <p:nvPr/>
        </p:nvSpPr>
        <p:spPr>
          <a:xfrm>
            <a:off x="292608" y="2158724"/>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Shape 10">
            <a:extLst>
              <a:ext uri="{FF2B5EF4-FFF2-40B4-BE49-F238E27FC236}">
                <a16:creationId xmlns:a16="http://schemas.microsoft.com/office/drawing/2014/main" id="{2B4A77D3-E643-E985-130C-1E16BA8A24CC}"/>
              </a:ext>
            </a:extLst>
          </p:cNvPr>
          <p:cNvSpPr/>
          <p:nvPr/>
        </p:nvSpPr>
        <p:spPr>
          <a:xfrm>
            <a:off x="366254" y="2231007"/>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1" name="Text 11">
            <a:extLst>
              <a:ext uri="{FF2B5EF4-FFF2-40B4-BE49-F238E27FC236}">
                <a16:creationId xmlns:a16="http://schemas.microsoft.com/office/drawing/2014/main" id="{8F2B2A31-D32A-77B4-8F4F-B2B8A06CD758}"/>
              </a:ext>
            </a:extLst>
          </p:cNvPr>
          <p:cNvSpPr/>
          <p:nvPr/>
        </p:nvSpPr>
        <p:spPr>
          <a:xfrm>
            <a:off x="366254" y="2231007"/>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2</a:t>
            </a:r>
            <a:endParaRPr lang="en-US" sz="1500">
              <a:latin typeface="Open Sans" pitchFamily="2" charset="0"/>
              <a:ea typeface="Open Sans" pitchFamily="2" charset="0"/>
              <a:cs typeface="Open Sans" pitchFamily="2" charset="0"/>
            </a:endParaRPr>
          </a:p>
        </p:txBody>
      </p:sp>
      <p:sp>
        <p:nvSpPr>
          <p:cNvPr id="12" name="Text 12">
            <a:extLst>
              <a:ext uri="{FF2B5EF4-FFF2-40B4-BE49-F238E27FC236}">
                <a16:creationId xmlns:a16="http://schemas.microsoft.com/office/drawing/2014/main" id="{E703FB51-767D-C8E9-D7AE-030033F6D365}"/>
              </a:ext>
            </a:extLst>
          </p:cNvPr>
          <p:cNvSpPr/>
          <p:nvPr/>
        </p:nvSpPr>
        <p:spPr>
          <a:xfrm>
            <a:off x="914894" y="2170219"/>
            <a:ext cx="801014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Supplement Claude's findings with your own</a:t>
            </a:r>
            <a:endParaRPr lang="en-US" sz="1400">
              <a:latin typeface="Open Sans" pitchFamily="2" charset="0"/>
              <a:ea typeface="Open Sans" pitchFamily="2" charset="0"/>
              <a:cs typeface="Open Sans" pitchFamily="2" charset="0"/>
            </a:endParaRPr>
          </a:p>
        </p:txBody>
      </p:sp>
      <p:sp>
        <p:nvSpPr>
          <p:cNvPr id="13" name="Text 13">
            <a:extLst>
              <a:ext uri="{FF2B5EF4-FFF2-40B4-BE49-F238E27FC236}">
                <a16:creationId xmlns:a16="http://schemas.microsoft.com/office/drawing/2014/main" id="{2A81DA2C-7D99-835F-C464-423F3B954B1C}"/>
              </a:ext>
            </a:extLst>
          </p:cNvPr>
          <p:cNvSpPr/>
          <p:nvPr/>
        </p:nvSpPr>
        <p:spPr>
          <a:xfrm>
            <a:off x="914894" y="2462827"/>
            <a:ext cx="8010144" cy="237744"/>
          </a:xfrm>
          <a:prstGeom prst="rect">
            <a:avLst/>
          </a:prstGeom>
          <a:noFill/>
          <a:ln/>
        </p:spPr>
        <p:txBody>
          <a:bodyPr wrap="square" lIns="0" tIns="0" rIns="0" bIns="0" rtlCol="0" anchor="t"/>
          <a:lstStyle/>
          <a:p>
            <a:pPr>
              <a:lnSpc>
                <a:spcPct val="112000"/>
              </a:lnSpc>
            </a:pPr>
            <a:r>
              <a:rPr lang="en-US" sz="1100">
                <a:solidFill>
                  <a:schemeClr val="tx2"/>
                </a:solidFill>
                <a:latin typeface="Open Sans" pitchFamily="2" charset="0"/>
                <a:ea typeface="Open Sans" pitchFamily="2" charset="0"/>
                <a:cs typeface="Open Sans" pitchFamily="2" charset="0"/>
              </a:rPr>
              <a:t>Add anything Claude cannot see: data handling decisions, tools used, data pasted during testing.</a:t>
            </a:r>
          </a:p>
        </p:txBody>
      </p:sp>
      <p:sp>
        <p:nvSpPr>
          <p:cNvPr id="14" name="Shape 6">
            <a:extLst>
              <a:ext uri="{FF2B5EF4-FFF2-40B4-BE49-F238E27FC236}">
                <a16:creationId xmlns:a16="http://schemas.microsoft.com/office/drawing/2014/main" id="{2498824E-341E-ED72-8705-08201841D088}"/>
              </a:ext>
            </a:extLst>
          </p:cNvPr>
          <p:cNvSpPr/>
          <p:nvPr/>
        </p:nvSpPr>
        <p:spPr>
          <a:xfrm>
            <a:off x="292608" y="2756696"/>
            <a:ext cx="8275320" cy="838067"/>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4">
            <a:extLst>
              <a:ext uri="{FF2B5EF4-FFF2-40B4-BE49-F238E27FC236}">
                <a16:creationId xmlns:a16="http://schemas.microsoft.com/office/drawing/2014/main" id="{5525E7DC-2667-6574-BE16-26317C0410CF}"/>
              </a:ext>
            </a:extLst>
          </p:cNvPr>
          <p:cNvSpPr/>
          <p:nvPr/>
        </p:nvSpPr>
        <p:spPr>
          <a:xfrm>
            <a:off x="366254" y="2951702"/>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5">
            <a:extLst>
              <a:ext uri="{FF2B5EF4-FFF2-40B4-BE49-F238E27FC236}">
                <a16:creationId xmlns:a16="http://schemas.microsoft.com/office/drawing/2014/main" id="{FA102DAB-E84C-42E3-E57A-20FE1F0A7345}"/>
              </a:ext>
            </a:extLst>
          </p:cNvPr>
          <p:cNvSpPr/>
          <p:nvPr/>
        </p:nvSpPr>
        <p:spPr>
          <a:xfrm>
            <a:off x="366254" y="2951702"/>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3</a:t>
            </a:r>
            <a:endParaRPr lang="en-US" sz="1500">
              <a:latin typeface="Open Sans" pitchFamily="2" charset="0"/>
              <a:ea typeface="Open Sans" pitchFamily="2" charset="0"/>
              <a:cs typeface="Open Sans" pitchFamily="2" charset="0"/>
            </a:endParaRPr>
          </a:p>
        </p:txBody>
      </p:sp>
      <p:sp>
        <p:nvSpPr>
          <p:cNvPr id="17" name="Text 16">
            <a:extLst>
              <a:ext uri="{FF2B5EF4-FFF2-40B4-BE49-F238E27FC236}">
                <a16:creationId xmlns:a16="http://schemas.microsoft.com/office/drawing/2014/main" id="{69FE7A4E-422F-4182-6A16-6F1AFF2E90AA}"/>
              </a:ext>
            </a:extLst>
          </p:cNvPr>
          <p:cNvSpPr/>
          <p:nvPr/>
        </p:nvSpPr>
        <p:spPr>
          <a:xfrm>
            <a:off x="914894" y="2800195"/>
            <a:ext cx="765303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Write the assessment in plain English</a:t>
            </a:r>
            <a:endParaRPr lang="en-US" sz="1400">
              <a:latin typeface="Open Sans" pitchFamily="2" charset="0"/>
              <a:ea typeface="Open Sans" pitchFamily="2" charset="0"/>
              <a:cs typeface="Open Sans" pitchFamily="2" charset="0"/>
            </a:endParaRPr>
          </a:p>
        </p:txBody>
      </p:sp>
      <p:sp>
        <p:nvSpPr>
          <p:cNvPr id="18" name="Text 17">
            <a:extLst>
              <a:ext uri="{FF2B5EF4-FFF2-40B4-BE49-F238E27FC236}">
                <a16:creationId xmlns:a16="http://schemas.microsoft.com/office/drawing/2014/main" id="{70189506-C3B7-48F2-FE42-B010A349A570}"/>
              </a:ext>
            </a:extLst>
          </p:cNvPr>
          <p:cNvSpPr/>
          <p:nvPr/>
        </p:nvSpPr>
        <p:spPr>
          <a:xfrm>
            <a:off x="914894" y="3092803"/>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Open Sans" pitchFamily="2" charset="0"/>
                <a:ea typeface="Open Sans" pitchFamily="2" charset="0"/>
                <a:cs typeface="Open Sans" pitchFamily="2" charset="0"/>
              </a:rPr>
              <a:t>Three sections: Data Privacy (what data, handling requirements) · Security (top two gaps) · Governance (compliant with policy?)</a:t>
            </a:r>
          </a:p>
        </p:txBody>
      </p:sp>
      <p:sp>
        <p:nvSpPr>
          <p:cNvPr id="19" name="Shape 6">
            <a:extLst>
              <a:ext uri="{FF2B5EF4-FFF2-40B4-BE49-F238E27FC236}">
                <a16:creationId xmlns:a16="http://schemas.microsoft.com/office/drawing/2014/main" id="{5FCFE497-2666-E22A-ECF7-4484B78582F6}"/>
              </a:ext>
            </a:extLst>
          </p:cNvPr>
          <p:cNvSpPr/>
          <p:nvPr/>
        </p:nvSpPr>
        <p:spPr>
          <a:xfrm>
            <a:off x="292608" y="3640484"/>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0" name="Shape 18">
            <a:extLst>
              <a:ext uri="{FF2B5EF4-FFF2-40B4-BE49-F238E27FC236}">
                <a16:creationId xmlns:a16="http://schemas.microsoft.com/office/drawing/2014/main" id="{5A84F36B-543F-D006-0ED0-077876086A80}"/>
              </a:ext>
            </a:extLst>
          </p:cNvPr>
          <p:cNvSpPr/>
          <p:nvPr/>
        </p:nvSpPr>
        <p:spPr>
          <a:xfrm>
            <a:off x="366254" y="3702271"/>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1" name="Text 19">
            <a:extLst>
              <a:ext uri="{FF2B5EF4-FFF2-40B4-BE49-F238E27FC236}">
                <a16:creationId xmlns:a16="http://schemas.microsoft.com/office/drawing/2014/main" id="{1B274120-EC5A-E31F-5A67-7AFE8DAD91CC}"/>
              </a:ext>
            </a:extLst>
          </p:cNvPr>
          <p:cNvSpPr/>
          <p:nvPr/>
        </p:nvSpPr>
        <p:spPr>
          <a:xfrm>
            <a:off x="366254" y="3702271"/>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4</a:t>
            </a:r>
            <a:endParaRPr lang="en-US" sz="1500">
              <a:latin typeface="Open Sans" pitchFamily="2" charset="0"/>
              <a:ea typeface="Open Sans" pitchFamily="2" charset="0"/>
              <a:cs typeface="Open Sans" pitchFamily="2" charset="0"/>
            </a:endParaRPr>
          </a:p>
        </p:txBody>
      </p:sp>
      <p:sp>
        <p:nvSpPr>
          <p:cNvPr id="22" name="Text 20">
            <a:extLst>
              <a:ext uri="{FF2B5EF4-FFF2-40B4-BE49-F238E27FC236}">
                <a16:creationId xmlns:a16="http://schemas.microsoft.com/office/drawing/2014/main" id="{2DF0F98C-FB9F-EE17-AED9-0436F0307C35}"/>
              </a:ext>
            </a:extLst>
          </p:cNvPr>
          <p:cNvSpPr/>
          <p:nvPr/>
        </p:nvSpPr>
        <p:spPr>
          <a:xfrm>
            <a:off x="914894" y="3683983"/>
            <a:ext cx="765303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Add the assessment to </a:t>
            </a:r>
            <a:r>
              <a:rPr lang="en-US" sz="1400" b="1" err="1">
                <a:latin typeface="Open Sans" pitchFamily="2" charset="0"/>
                <a:ea typeface="Open Sans" pitchFamily="2" charset="0"/>
                <a:cs typeface="Open Sans" pitchFamily="2" charset="0"/>
              </a:rPr>
              <a:t>HANDOFF.md</a:t>
            </a:r>
            <a:endParaRPr lang="en-US" sz="1400">
              <a:latin typeface="Open Sans" pitchFamily="2" charset="0"/>
              <a:ea typeface="Open Sans" pitchFamily="2" charset="0"/>
              <a:cs typeface="Open Sans" pitchFamily="2" charset="0"/>
            </a:endParaRPr>
          </a:p>
        </p:txBody>
      </p:sp>
      <p:sp>
        <p:nvSpPr>
          <p:cNvPr id="23" name="Text 21">
            <a:extLst>
              <a:ext uri="{FF2B5EF4-FFF2-40B4-BE49-F238E27FC236}">
                <a16:creationId xmlns:a16="http://schemas.microsoft.com/office/drawing/2014/main" id="{AF9C3D5F-CB39-DCE1-5AC6-01B9673EF0A2}"/>
              </a:ext>
            </a:extLst>
          </p:cNvPr>
          <p:cNvSpPr/>
          <p:nvPr/>
        </p:nvSpPr>
        <p:spPr>
          <a:xfrm>
            <a:off x="914894" y="3976591"/>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Open Sans" pitchFamily="2" charset="0"/>
                <a:ea typeface="Open Sans" pitchFamily="2" charset="0"/>
                <a:cs typeface="Open Sans" pitchFamily="2" charset="0"/>
              </a:rPr>
              <a:t>New section: Known Risks and Governance Notes.</a:t>
            </a:r>
          </a:p>
        </p:txBody>
      </p:sp>
      <p:sp>
        <p:nvSpPr>
          <p:cNvPr id="24" name="Shape 26">
            <a:extLst>
              <a:ext uri="{FF2B5EF4-FFF2-40B4-BE49-F238E27FC236}">
                <a16:creationId xmlns:a16="http://schemas.microsoft.com/office/drawing/2014/main" id="{A8D944BD-E867-7D5E-B5FA-ACA4B98774EF}"/>
              </a:ext>
            </a:extLst>
          </p:cNvPr>
          <p:cNvSpPr/>
          <p:nvPr/>
        </p:nvSpPr>
        <p:spPr>
          <a:xfrm>
            <a:off x="292608" y="4302252"/>
            <a:ext cx="8275320" cy="329184"/>
          </a:xfrm>
          <a:prstGeom prst="roundRect">
            <a:avLst>
              <a:gd name="adj" fmla="val 22222"/>
            </a:avLst>
          </a:prstGeom>
          <a:solidFill>
            <a:srgbClr val="E8F5E9"/>
          </a:solidFill>
          <a:ln w="10160">
            <a:noFill/>
            <a:prstDash val="solid"/>
          </a:ln>
        </p:spPr>
        <p:txBody>
          <a:bodyPr/>
          <a:lstStyle/>
          <a:p>
            <a:endParaRPr lang="en-US">
              <a:latin typeface="Open Sans" pitchFamily="2" charset="0"/>
              <a:ea typeface="Open Sans" pitchFamily="2" charset="0"/>
              <a:cs typeface="Open Sans" pitchFamily="2" charset="0"/>
            </a:endParaRPr>
          </a:p>
        </p:txBody>
      </p:sp>
      <p:sp>
        <p:nvSpPr>
          <p:cNvPr id="25" name="Text 27">
            <a:extLst>
              <a:ext uri="{FF2B5EF4-FFF2-40B4-BE49-F238E27FC236}">
                <a16:creationId xmlns:a16="http://schemas.microsoft.com/office/drawing/2014/main" id="{FEBF2E6E-75BA-991E-5EF2-3133CB7990B5}"/>
              </a:ext>
            </a:extLst>
          </p:cNvPr>
          <p:cNvSpPr/>
          <p:nvPr/>
        </p:nvSpPr>
        <p:spPr>
          <a:xfrm>
            <a:off x="457200" y="4302252"/>
            <a:ext cx="8229600" cy="329184"/>
          </a:xfrm>
          <a:prstGeom prst="rect">
            <a:avLst/>
          </a:prstGeom>
          <a:noFill/>
          <a:ln/>
        </p:spPr>
        <p:txBody>
          <a:bodyPr wrap="square" lIns="0" tIns="0" rIns="0" bIns="0" rtlCol="0" anchor="ctr"/>
          <a:lstStyle/>
          <a:p>
            <a:r>
              <a:rPr lang="en-US" sz="1000" b="1">
                <a:solidFill>
                  <a:srgbClr val="00B050"/>
                </a:solidFill>
                <a:latin typeface="Open Sans" pitchFamily="2" charset="0"/>
                <a:ea typeface="Open Sans" pitchFamily="2" charset="0"/>
                <a:cs typeface="Open Sans" pitchFamily="2" charset="0"/>
              </a:rPr>
              <a:t>✓  Risk review run · Findings supplemented · Assessment written in three sections · Added to </a:t>
            </a:r>
            <a:r>
              <a:rPr lang="en-US" sz="1000" b="1" err="1">
                <a:solidFill>
                  <a:srgbClr val="00B050"/>
                </a:solidFill>
                <a:latin typeface="Open Sans" pitchFamily="2" charset="0"/>
                <a:ea typeface="Open Sans" pitchFamily="2" charset="0"/>
                <a:cs typeface="Open Sans" pitchFamily="2" charset="0"/>
              </a:rPr>
              <a:t>HANDOFF.md</a:t>
            </a:r>
            <a:endParaRPr lang="en-US" sz="1000">
              <a:solidFill>
                <a:srgbClr val="00B050"/>
              </a:solidFill>
              <a:latin typeface="Open Sans" pitchFamily="2" charset="0"/>
              <a:ea typeface="Open Sans" pitchFamily="2" charset="0"/>
              <a:cs typeface="Open Sans" pitchFamily="2" charset="0"/>
            </a:endParaRPr>
          </a:p>
        </p:txBody>
      </p:sp>
      <p:sp>
        <p:nvSpPr>
          <p:cNvPr id="26" name="Text 0">
            <a:extLst>
              <a:ext uri="{FF2B5EF4-FFF2-40B4-BE49-F238E27FC236}">
                <a16:creationId xmlns:a16="http://schemas.microsoft.com/office/drawing/2014/main" id="{A0240149-40C5-EA5F-BFE2-FD793BA837F5}"/>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solidFill>
                  <a:srgbClr val="2D2D2D"/>
                </a:solidFill>
                <a:latin typeface="Open Sans" pitchFamily="2" charset="0"/>
                <a:ea typeface="Open Sans" pitchFamily="2" charset="0"/>
                <a:cs typeface="Open Sans" pitchFamily="2" charset="0"/>
              </a:rPr>
              <a:t>Risk Assessment</a:t>
            </a:r>
            <a:endParaRPr lang="en-US" sz="2800">
              <a:latin typeface="Open Sans" pitchFamily="2" charset="0"/>
              <a:ea typeface="Open Sans" pitchFamily="2" charset="0"/>
              <a:cs typeface="Open Sans" pitchFamily="2" charset="0"/>
            </a:endParaRPr>
          </a:p>
        </p:txBody>
      </p:sp>
      <p:sp>
        <p:nvSpPr>
          <p:cNvPr id="27" name="Text 1">
            <a:extLst>
              <a:ext uri="{FF2B5EF4-FFF2-40B4-BE49-F238E27FC236}">
                <a16:creationId xmlns:a16="http://schemas.microsoft.com/office/drawing/2014/main" id="{06E30461-94E5-0D86-CE97-4ED43F23978D}"/>
              </a:ext>
            </a:extLst>
          </p:cNvPr>
          <p:cNvSpPr/>
          <p:nvPr/>
        </p:nvSpPr>
        <p:spPr>
          <a:xfrm>
            <a:off x="394212" y="676656"/>
            <a:ext cx="8595360" cy="365760"/>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Review your own PoC for the risks you have not addressed yet. Produce a brief written assessment.</a:t>
            </a:r>
            <a:endParaRPr lang="en-US" sz="1400">
              <a:latin typeface="Open Sans" pitchFamily="2" charset="0"/>
              <a:ea typeface="Open Sans" pitchFamily="2" charset="0"/>
              <a:cs typeface="Open Sans" pitchFamily="2" charset="0"/>
            </a:endParaRPr>
          </a:p>
        </p:txBody>
      </p:sp>
      <p:sp>
        <p:nvSpPr>
          <p:cNvPr id="28" name="Text 3">
            <a:extLst>
              <a:ext uri="{FF2B5EF4-FFF2-40B4-BE49-F238E27FC236}">
                <a16:creationId xmlns:a16="http://schemas.microsoft.com/office/drawing/2014/main" id="{E48B025C-C94E-A105-A703-B52ECE098D68}"/>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HANDS-ON LAB</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88206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7194177-6828-8AC5-02B7-F8337B2B3AA5}"/>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Four Sessions. One PoC.</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0FF156A6-A659-4FEE-EAC6-125C033AAD0F}"/>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250">
                <a:solidFill>
                  <a:schemeClr val="tx2"/>
                </a:solidFill>
                <a:latin typeface="Open Sans" pitchFamily="2" charset="0"/>
                <a:ea typeface="Open Sans" pitchFamily="2" charset="0"/>
                <a:cs typeface="Open Sans" pitchFamily="2" charset="0"/>
              </a:rPr>
              <a:t>Here is what you built across the programme.</a:t>
            </a:r>
          </a:p>
        </p:txBody>
      </p:sp>
      <p:sp>
        <p:nvSpPr>
          <p:cNvPr id="5" name="Shape 2">
            <a:extLst>
              <a:ext uri="{FF2B5EF4-FFF2-40B4-BE49-F238E27FC236}">
                <a16:creationId xmlns:a16="http://schemas.microsoft.com/office/drawing/2014/main" id="{8A30149F-DDC7-4594-6B42-B14EF124D6D7}"/>
              </a:ext>
            </a:extLst>
          </p:cNvPr>
          <p:cNvSpPr/>
          <p:nvPr/>
        </p:nvSpPr>
        <p:spPr>
          <a:xfrm>
            <a:off x="292608"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C027139B-E80D-3443-11E5-EF9776EA1709}"/>
              </a:ext>
            </a:extLst>
          </p:cNvPr>
          <p:cNvSpPr/>
          <p:nvPr/>
        </p:nvSpPr>
        <p:spPr>
          <a:xfrm>
            <a:off x="292608" y="987552"/>
            <a:ext cx="2020824" cy="457200"/>
          </a:xfrm>
          <a:prstGeom prst="rect">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F0AB2F52-FC7A-4BE3-85F9-A52DFED6A539}"/>
              </a:ext>
            </a:extLst>
          </p:cNvPr>
          <p:cNvSpPr/>
          <p:nvPr/>
        </p:nvSpPr>
        <p:spPr>
          <a:xfrm>
            <a:off x="384048"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SESSION 1</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FOUNDATIONS</a:t>
            </a:r>
            <a:endParaRPr lang="en-US" sz="1200">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33B03E52-AB72-C82E-188C-C2ACD84B9713}"/>
              </a:ext>
            </a:extLst>
          </p:cNvPr>
          <p:cNvSpPr/>
          <p:nvPr/>
        </p:nvSpPr>
        <p:spPr>
          <a:xfrm>
            <a:off x="420624"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Practice scenario explored</a:t>
            </a:r>
          </a:p>
        </p:txBody>
      </p:sp>
      <p:sp>
        <p:nvSpPr>
          <p:cNvPr id="9" name="Text 6">
            <a:extLst>
              <a:ext uri="{FF2B5EF4-FFF2-40B4-BE49-F238E27FC236}">
                <a16:creationId xmlns:a16="http://schemas.microsoft.com/office/drawing/2014/main" id="{D7A36F64-2AD1-5E23-A78B-54ABE8C01B46}"/>
              </a:ext>
            </a:extLst>
          </p:cNvPr>
          <p:cNvSpPr/>
          <p:nvPr/>
        </p:nvSpPr>
        <p:spPr>
          <a:xfrm>
            <a:off x="420624"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CLAUDE.md written and verified</a:t>
            </a:r>
          </a:p>
        </p:txBody>
      </p:sp>
      <p:sp>
        <p:nvSpPr>
          <p:cNvPr id="10" name="Text 7">
            <a:extLst>
              <a:ext uri="{FF2B5EF4-FFF2-40B4-BE49-F238E27FC236}">
                <a16:creationId xmlns:a16="http://schemas.microsoft.com/office/drawing/2014/main" id="{013035BD-2D46-9E97-6BF5-71277700B5AD}"/>
              </a:ext>
            </a:extLst>
          </p:cNvPr>
          <p:cNvSpPr/>
          <p:nvPr/>
        </p:nvSpPr>
        <p:spPr>
          <a:xfrm>
            <a:off x="420624"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Scaffold prompt applied</a:t>
            </a:r>
          </a:p>
        </p:txBody>
      </p:sp>
      <p:sp>
        <p:nvSpPr>
          <p:cNvPr id="11" name="Text 8">
            <a:extLst>
              <a:ext uri="{FF2B5EF4-FFF2-40B4-BE49-F238E27FC236}">
                <a16:creationId xmlns:a16="http://schemas.microsoft.com/office/drawing/2014/main" id="{B2428DF3-4559-AB4C-24D1-F531F7C47AC8}"/>
              </a:ext>
            </a:extLst>
          </p:cNvPr>
          <p:cNvSpPr/>
          <p:nvPr/>
        </p:nvSpPr>
        <p:spPr>
          <a:xfrm>
            <a:off x="420624"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V1 and V2 built</a:t>
            </a:r>
          </a:p>
        </p:txBody>
      </p:sp>
      <p:sp>
        <p:nvSpPr>
          <p:cNvPr id="12" name="Text 9">
            <a:extLst>
              <a:ext uri="{FF2B5EF4-FFF2-40B4-BE49-F238E27FC236}">
                <a16:creationId xmlns:a16="http://schemas.microsoft.com/office/drawing/2014/main" id="{4E53F861-B3E0-F03D-CD9F-B4FEBFF9BD55}"/>
              </a:ext>
            </a:extLst>
          </p:cNvPr>
          <p:cNvSpPr/>
          <p:nvPr/>
        </p:nvSpPr>
        <p:spPr>
          <a:xfrm>
            <a:off x="420624" y="3602736"/>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Prompting habits established</a:t>
            </a:r>
          </a:p>
        </p:txBody>
      </p:sp>
      <p:sp>
        <p:nvSpPr>
          <p:cNvPr id="13" name="Shape 10">
            <a:extLst>
              <a:ext uri="{FF2B5EF4-FFF2-40B4-BE49-F238E27FC236}">
                <a16:creationId xmlns:a16="http://schemas.microsoft.com/office/drawing/2014/main" id="{68562D20-B41F-66E0-AB08-C4F7F14A2E30}"/>
              </a:ext>
            </a:extLst>
          </p:cNvPr>
          <p:cNvSpPr/>
          <p:nvPr/>
        </p:nvSpPr>
        <p:spPr>
          <a:xfrm>
            <a:off x="2502713"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D0D358A8-0AE0-3A20-9F7D-BB87B1ECA568}"/>
              </a:ext>
            </a:extLst>
          </p:cNvPr>
          <p:cNvSpPr/>
          <p:nvPr/>
        </p:nvSpPr>
        <p:spPr>
          <a:xfrm>
            <a:off x="2502713" y="987552"/>
            <a:ext cx="2020824" cy="457200"/>
          </a:xfrm>
          <a:prstGeom prst="rect">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65CBCA35-BCC9-5166-0FA9-1A7CD974DD6E}"/>
              </a:ext>
            </a:extLst>
          </p:cNvPr>
          <p:cNvSpPr/>
          <p:nvPr/>
        </p:nvSpPr>
        <p:spPr>
          <a:xfrm>
            <a:off x="2594153"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SESSION 2</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BUILD</a:t>
            </a:r>
            <a:endParaRPr lang="en-US" sz="12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746BABFB-7008-48DB-DB30-342A2E654789}"/>
              </a:ext>
            </a:extLst>
          </p:cNvPr>
          <p:cNvSpPr/>
          <p:nvPr/>
        </p:nvSpPr>
        <p:spPr>
          <a:xfrm>
            <a:off x="2630729"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Real problem scoped and briefed</a:t>
            </a:r>
          </a:p>
        </p:txBody>
      </p:sp>
      <p:sp>
        <p:nvSpPr>
          <p:cNvPr id="17" name="Text 14">
            <a:extLst>
              <a:ext uri="{FF2B5EF4-FFF2-40B4-BE49-F238E27FC236}">
                <a16:creationId xmlns:a16="http://schemas.microsoft.com/office/drawing/2014/main" id="{BC7E612E-9737-584B-48C0-2B34BB06251D}"/>
              </a:ext>
            </a:extLst>
          </p:cNvPr>
          <p:cNvSpPr/>
          <p:nvPr/>
        </p:nvSpPr>
        <p:spPr>
          <a:xfrm>
            <a:off x="2630729"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Working PoC built and running</a:t>
            </a:r>
          </a:p>
        </p:txBody>
      </p:sp>
      <p:sp>
        <p:nvSpPr>
          <p:cNvPr id="18" name="Text 15">
            <a:extLst>
              <a:ext uri="{FF2B5EF4-FFF2-40B4-BE49-F238E27FC236}">
                <a16:creationId xmlns:a16="http://schemas.microsoft.com/office/drawing/2014/main" id="{B84A9F02-5798-957C-9B6E-ABD6F8D236A2}"/>
              </a:ext>
            </a:extLst>
          </p:cNvPr>
          <p:cNvSpPr/>
          <p:nvPr/>
        </p:nvSpPr>
        <p:spPr>
          <a:xfrm>
            <a:off x="2630729"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README and error handling added</a:t>
            </a:r>
          </a:p>
        </p:txBody>
      </p:sp>
      <p:sp>
        <p:nvSpPr>
          <p:cNvPr id="19" name="Text 16">
            <a:extLst>
              <a:ext uri="{FF2B5EF4-FFF2-40B4-BE49-F238E27FC236}">
                <a16:creationId xmlns:a16="http://schemas.microsoft.com/office/drawing/2014/main" id="{9988197F-766B-BB93-C76D-76EA71C749E2}"/>
              </a:ext>
            </a:extLst>
          </p:cNvPr>
          <p:cNvSpPr/>
          <p:nvPr/>
        </p:nvSpPr>
        <p:spPr>
          <a:xfrm>
            <a:off x="2630729"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Committed to Git with a clear message</a:t>
            </a:r>
          </a:p>
        </p:txBody>
      </p:sp>
      <p:sp>
        <p:nvSpPr>
          <p:cNvPr id="20" name="Shape 17">
            <a:extLst>
              <a:ext uri="{FF2B5EF4-FFF2-40B4-BE49-F238E27FC236}">
                <a16:creationId xmlns:a16="http://schemas.microsoft.com/office/drawing/2014/main" id="{4A08AC5D-8395-41E8-F7AC-14C26B3B846C}"/>
              </a:ext>
            </a:extLst>
          </p:cNvPr>
          <p:cNvSpPr/>
          <p:nvPr/>
        </p:nvSpPr>
        <p:spPr>
          <a:xfrm>
            <a:off x="4712818"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3D79421E-9EDD-E99C-6F65-0A79A07AFB3E}"/>
              </a:ext>
            </a:extLst>
          </p:cNvPr>
          <p:cNvSpPr/>
          <p:nvPr/>
        </p:nvSpPr>
        <p:spPr>
          <a:xfrm>
            <a:off x="4712818" y="987552"/>
            <a:ext cx="2020824" cy="457200"/>
          </a:xfrm>
          <a:prstGeom prst="rect">
            <a:avLst/>
          </a:prstGeom>
          <a:solidFill>
            <a:schemeClr val="accent3"/>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0429B62E-D0CD-837A-00A7-5822C12DAA32}"/>
              </a:ext>
            </a:extLst>
          </p:cNvPr>
          <p:cNvSpPr/>
          <p:nvPr/>
        </p:nvSpPr>
        <p:spPr>
          <a:xfrm>
            <a:off x="4804258"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SESSION 3</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IMPROVE</a:t>
            </a:r>
            <a:endParaRPr lang="en-US" sz="12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798FDF9E-8949-8363-98BA-5B594A5C22EA}"/>
              </a:ext>
            </a:extLst>
          </p:cNvPr>
          <p:cNvSpPr/>
          <p:nvPr/>
        </p:nvSpPr>
        <p:spPr>
          <a:xfrm>
            <a:off x="4840834"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Broken project debugged systematically</a:t>
            </a:r>
          </a:p>
        </p:txBody>
      </p:sp>
      <p:sp>
        <p:nvSpPr>
          <p:cNvPr id="24" name="Text 21">
            <a:extLst>
              <a:ext uri="{FF2B5EF4-FFF2-40B4-BE49-F238E27FC236}">
                <a16:creationId xmlns:a16="http://schemas.microsoft.com/office/drawing/2014/main" id="{C6FCBD2E-7535-8F87-0253-47D06B09103D}"/>
              </a:ext>
            </a:extLst>
          </p:cNvPr>
          <p:cNvSpPr/>
          <p:nvPr/>
        </p:nvSpPr>
        <p:spPr>
          <a:xfrm>
            <a:off x="4840834"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Own PoC reviewed and ranked</a:t>
            </a:r>
          </a:p>
        </p:txBody>
      </p:sp>
      <p:sp>
        <p:nvSpPr>
          <p:cNvPr id="25" name="Text 22">
            <a:extLst>
              <a:ext uri="{FF2B5EF4-FFF2-40B4-BE49-F238E27FC236}">
                <a16:creationId xmlns:a16="http://schemas.microsoft.com/office/drawing/2014/main" id="{6478C5E3-D374-47E3-23A2-4E38818C21CA}"/>
              </a:ext>
            </a:extLst>
          </p:cNvPr>
          <p:cNvSpPr/>
          <p:nvPr/>
        </p:nvSpPr>
        <p:spPr>
          <a:xfrm>
            <a:off x="4840834"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Critical issues fixed and re-verified</a:t>
            </a:r>
          </a:p>
        </p:txBody>
      </p:sp>
      <p:sp>
        <p:nvSpPr>
          <p:cNvPr id="26" name="Text 23">
            <a:extLst>
              <a:ext uri="{FF2B5EF4-FFF2-40B4-BE49-F238E27FC236}">
                <a16:creationId xmlns:a16="http://schemas.microsoft.com/office/drawing/2014/main" id="{BD5D3A64-054C-08B8-CC64-FFDF896AC73E}"/>
              </a:ext>
            </a:extLst>
          </p:cNvPr>
          <p:cNvSpPr/>
          <p:nvPr/>
        </p:nvSpPr>
        <p:spPr>
          <a:xfrm>
            <a:off x="4840834"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HANDOFF.md produced and committed</a:t>
            </a:r>
          </a:p>
        </p:txBody>
      </p:sp>
      <p:sp>
        <p:nvSpPr>
          <p:cNvPr id="27" name="Shape 24">
            <a:extLst>
              <a:ext uri="{FF2B5EF4-FFF2-40B4-BE49-F238E27FC236}">
                <a16:creationId xmlns:a16="http://schemas.microsoft.com/office/drawing/2014/main" id="{D9CEF7A1-391F-B746-645B-2537F2890778}"/>
              </a:ext>
            </a:extLst>
          </p:cNvPr>
          <p:cNvSpPr/>
          <p:nvPr/>
        </p:nvSpPr>
        <p:spPr>
          <a:xfrm>
            <a:off x="6922922"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8" name="Shape 25">
            <a:extLst>
              <a:ext uri="{FF2B5EF4-FFF2-40B4-BE49-F238E27FC236}">
                <a16:creationId xmlns:a16="http://schemas.microsoft.com/office/drawing/2014/main" id="{4307D9A0-BEA8-F77E-5FA8-DDB52E30307E}"/>
              </a:ext>
            </a:extLst>
          </p:cNvPr>
          <p:cNvSpPr/>
          <p:nvPr/>
        </p:nvSpPr>
        <p:spPr>
          <a:xfrm>
            <a:off x="6922922" y="987552"/>
            <a:ext cx="2020824" cy="457200"/>
          </a:xfrm>
          <a:prstGeom prst="rect">
            <a:avLst/>
          </a:prstGeom>
          <a:solidFill>
            <a:schemeClr val="tx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328FF4A7-B68A-C265-7688-67489FBBAEB3}"/>
              </a:ext>
            </a:extLst>
          </p:cNvPr>
          <p:cNvSpPr/>
          <p:nvPr/>
        </p:nvSpPr>
        <p:spPr>
          <a:xfrm>
            <a:off x="7014362"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SESSION 4</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EVALUATE</a:t>
            </a:r>
            <a:endParaRPr lang="en-US" sz="1200">
              <a:latin typeface="Open Sans" pitchFamily="2" charset="0"/>
              <a:ea typeface="Open Sans" pitchFamily="2" charset="0"/>
              <a:cs typeface="Open Sans" pitchFamily="2" charset="0"/>
            </a:endParaRPr>
          </a:p>
        </p:txBody>
      </p:sp>
      <p:sp>
        <p:nvSpPr>
          <p:cNvPr id="30" name="Text 27">
            <a:extLst>
              <a:ext uri="{FF2B5EF4-FFF2-40B4-BE49-F238E27FC236}">
                <a16:creationId xmlns:a16="http://schemas.microsoft.com/office/drawing/2014/main" id="{C981DA33-40AF-C2C1-648F-E4DF7DC069A5}"/>
              </a:ext>
            </a:extLst>
          </p:cNvPr>
          <p:cNvSpPr/>
          <p:nvPr/>
        </p:nvSpPr>
        <p:spPr>
          <a:xfrm>
            <a:off x="7050938"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Production gap audited</a:t>
            </a:r>
          </a:p>
        </p:txBody>
      </p:sp>
      <p:sp>
        <p:nvSpPr>
          <p:cNvPr id="31" name="Text 28">
            <a:extLst>
              <a:ext uri="{FF2B5EF4-FFF2-40B4-BE49-F238E27FC236}">
                <a16:creationId xmlns:a16="http://schemas.microsoft.com/office/drawing/2014/main" id="{17C0D8C5-543F-F08D-C33D-0FAE6D2B5ABD}"/>
              </a:ext>
            </a:extLst>
          </p:cNvPr>
          <p:cNvSpPr/>
          <p:nvPr/>
        </p:nvSpPr>
        <p:spPr>
          <a:xfrm>
            <a:off x="7050938"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10x estimate produced</a:t>
            </a:r>
          </a:p>
        </p:txBody>
      </p:sp>
      <p:sp>
        <p:nvSpPr>
          <p:cNvPr id="32" name="Text 29">
            <a:extLst>
              <a:ext uri="{FF2B5EF4-FFF2-40B4-BE49-F238E27FC236}">
                <a16:creationId xmlns:a16="http://schemas.microsoft.com/office/drawing/2014/main" id="{E9545763-5930-E9EC-D20D-B531C14D4C3B}"/>
              </a:ext>
            </a:extLst>
          </p:cNvPr>
          <p:cNvSpPr/>
          <p:nvPr/>
        </p:nvSpPr>
        <p:spPr>
          <a:xfrm>
            <a:off x="7050938"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Data model generated and critiqued</a:t>
            </a:r>
          </a:p>
        </p:txBody>
      </p:sp>
      <p:sp>
        <p:nvSpPr>
          <p:cNvPr id="33" name="Text 30">
            <a:extLst>
              <a:ext uri="{FF2B5EF4-FFF2-40B4-BE49-F238E27FC236}">
                <a16:creationId xmlns:a16="http://schemas.microsoft.com/office/drawing/2014/main" id="{F96BDC69-6542-4A5D-A214-610EC299E135}"/>
              </a:ext>
            </a:extLst>
          </p:cNvPr>
          <p:cNvSpPr/>
          <p:nvPr/>
        </p:nvSpPr>
        <p:spPr>
          <a:xfrm>
            <a:off x="7050938"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Risk assessment written</a:t>
            </a:r>
          </a:p>
        </p:txBody>
      </p:sp>
      <p:sp>
        <p:nvSpPr>
          <p:cNvPr id="34" name="Text 31">
            <a:extLst>
              <a:ext uri="{FF2B5EF4-FFF2-40B4-BE49-F238E27FC236}">
                <a16:creationId xmlns:a16="http://schemas.microsoft.com/office/drawing/2014/main" id="{5C7B1484-B01C-292A-5AB7-FAA454845111}"/>
              </a:ext>
            </a:extLst>
          </p:cNvPr>
          <p:cNvSpPr/>
          <p:nvPr/>
        </p:nvSpPr>
        <p:spPr>
          <a:xfrm>
            <a:off x="7050938" y="3602736"/>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Greenlight decision made</a:t>
            </a:r>
          </a:p>
        </p:txBody>
      </p:sp>
      <p:sp>
        <p:nvSpPr>
          <p:cNvPr id="35" name="Shape 32">
            <a:extLst>
              <a:ext uri="{FF2B5EF4-FFF2-40B4-BE49-F238E27FC236}">
                <a16:creationId xmlns:a16="http://schemas.microsoft.com/office/drawing/2014/main" id="{32248EE6-8FA1-0E73-5A4D-FCC1A48F62AC}"/>
              </a:ext>
            </a:extLst>
          </p:cNvPr>
          <p:cNvSpPr/>
          <p:nvPr/>
        </p:nvSpPr>
        <p:spPr>
          <a:xfrm>
            <a:off x="292608" y="4306824"/>
            <a:ext cx="8558784" cy="420624"/>
          </a:xfrm>
          <a:prstGeom prst="roundRect">
            <a:avLst>
              <a:gd name="adj" fmla="val 1087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3">
            <a:extLst>
              <a:ext uri="{FF2B5EF4-FFF2-40B4-BE49-F238E27FC236}">
                <a16:creationId xmlns:a16="http://schemas.microsoft.com/office/drawing/2014/main" id="{C7A1D4D9-4447-ACFB-F780-D3AAB5E7E347}"/>
              </a:ext>
            </a:extLst>
          </p:cNvPr>
          <p:cNvSpPr/>
          <p:nvPr/>
        </p:nvSpPr>
        <p:spPr>
          <a:xfrm>
            <a:off x="493776" y="4306824"/>
            <a:ext cx="8156448" cy="420624"/>
          </a:xfrm>
          <a:prstGeom prst="rect">
            <a:avLst/>
          </a:prstGeom>
          <a:noFill/>
          <a:ln/>
        </p:spPr>
        <p:txBody>
          <a:bodyPr wrap="square" lIns="0" tIns="0" rIns="0" bIns="0" rtlCol="0" anchor="ctr"/>
          <a:lstStyle/>
          <a:p>
            <a:pPr marL="0" indent="0" algn="ctr">
              <a:buNone/>
            </a:pPr>
            <a:r>
              <a:rPr lang="en-US" sz="1200">
                <a:solidFill>
                  <a:srgbClr val="5A4600"/>
                </a:solidFill>
                <a:latin typeface="Open Sans" pitchFamily="2" charset="0"/>
                <a:ea typeface="Open Sans" pitchFamily="2" charset="0"/>
                <a:cs typeface="Open Sans" pitchFamily="2" charset="0"/>
              </a:rPr>
              <a:t>You started with a blank terminal. You leave with a scoped, built, reviewed, documented, risk-assessed PoC, and the habits to repeat it independently.</a:t>
            </a:r>
            <a:endParaRPr lang="en-US" sz="12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837235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3D8B3C1-E52E-66A4-2E9A-A76A315803EF}"/>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What to Do With This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FDFB18B-8462-B8C8-83CD-5AFB5893DBF1}"/>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certificate marks the end of the programme. These habits are what it represents.</a:t>
            </a:r>
          </a:p>
        </p:txBody>
      </p:sp>
      <p:sp>
        <p:nvSpPr>
          <p:cNvPr id="5" name="Shape 2">
            <a:extLst>
              <a:ext uri="{FF2B5EF4-FFF2-40B4-BE49-F238E27FC236}">
                <a16:creationId xmlns:a16="http://schemas.microsoft.com/office/drawing/2014/main" id="{391BBCE9-D7F2-97BD-FCF4-CAB1666BB41D}"/>
              </a:ext>
            </a:extLst>
          </p:cNvPr>
          <p:cNvSpPr/>
          <p:nvPr/>
        </p:nvSpPr>
        <p:spPr>
          <a:xfrm>
            <a:off x="292608" y="931447"/>
            <a:ext cx="4133088" cy="3521287"/>
          </a:xfrm>
          <a:prstGeom prst="roundRect">
            <a:avLst>
              <a:gd name="adj" fmla="val 1690"/>
            </a:avLst>
          </a:prstGeom>
          <a:solidFill>
            <a:srgbClr val="F5F5F5"/>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9C18D2CB-5934-FF7B-8CB7-3FED828FF26D}"/>
              </a:ext>
            </a:extLst>
          </p:cNvPr>
          <p:cNvSpPr/>
          <p:nvPr/>
        </p:nvSpPr>
        <p:spPr>
          <a:xfrm>
            <a:off x="475488" y="1077751"/>
            <a:ext cx="3767328" cy="274320"/>
          </a:xfrm>
          <a:prstGeom prst="rect">
            <a:avLst/>
          </a:prstGeom>
          <a:noFill/>
          <a:ln/>
        </p:spPr>
        <p:txBody>
          <a:bodyPr wrap="square" lIns="0" tIns="0" rIns="0" bIns="0" rtlCol="0" anchor="ctr"/>
          <a:lstStyle/>
          <a:p>
            <a:pPr marL="0" indent="0" algn="ctr">
              <a:buNone/>
            </a:pPr>
            <a:r>
              <a:rPr lang="en-US" sz="1400" b="1">
                <a:solidFill>
                  <a:schemeClr val="accent2"/>
                </a:solidFill>
                <a:latin typeface="Open Sans" pitchFamily="2" charset="0"/>
                <a:ea typeface="Open Sans" pitchFamily="2" charset="0"/>
                <a:cs typeface="Open Sans" pitchFamily="2" charset="0"/>
              </a:rPr>
              <a:t>YOUR JOURNEY COVERS:</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9D5F53CD-3712-FCE7-39F0-59382E3F5399}"/>
              </a:ext>
            </a:extLst>
          </p:cNvPr>
          <p:cNvSpPr/>
          <p:nvPr/>
        </p:nvSpPr>
        <p:spPr>
          <a:xfrm>
            <a:off x="475488" y="1364595"/>
            <a:ext cx="3767328" cy="183690"/>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AI coding landscape, right tool for the right task</a:t>
            </a:r>
          </a:p>
        </p:txBody>
      </p:sp>
      <p:sp>
        <p:nvSpPr>
          <p:cNvPr id="8" name="Text 5">
            <a:extLst>
              <a:ext uri="{FF2B5EF4-FFF2-40B4-BE49-F238E27FC236}">
                <a16:creationId xmlns:a16="http://schemas.microsoft.com/office/drawing/2014/main" id="{E6C8B749-C576-E93B-EBD5-3DC2B66A6C7A}"/>
              </a:ext>
            </a:extLst>
          </p:cNvPr>
          <p:cNvSpPr/>
          <p:nvPr/>
        </p:nvSpPr>
        <p:spPr>
          <a:xfrm>
            <a:off x="475488" y="1630116"/>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Claude Code: terminal, CLAUDE.md, build loop, key commands</a:t>
            </a:r>
          </a:p>
        </p:txBody>
      </p:sp>
      <p:sp>
        <p:nvSpPr>
          <p:cNvPr id="9" name="Text 6">
            <a:extLst>
              <a:ext uri="{FF2B5EF4-FFF2-40B4-BE49-F238E27FC236}">
                <a16:creationId xmlns:a16="http://schemas.microsoft.com/office/drawing/2014/main" id="{259FEF81-DD3E-B865-3421-68BD75398FC1}"/>
              </a:ext>
            </a:extLst>
          </p:cNvPr>
          <p:cNvSpPr/>
          <p:nvPr/>
        </p:nvSpPr>
        <p:spPr>
          <a:xfrm>
            <a:off x="475488" y="2041131"/>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Prompt engineering: scaffold prompts, iterative improvement</a:t>
            </a:r>
          </a:p>
        </p:txBody>
      </p:sp>
      <p:sp>
        <p:nvSpPr>
          <p:cNvPr id="10" name="Text 7">
            <a:extLst>
              <a:ext uri="{FF2B5EF4-FFF2-40B4-BE49-F238E27FC236}">
                <a16:creationId xmlns:a16="http://schemas.microsoft.com/office/drawing/2014/main" id="{358C1B46-1DF5-EF06-91F0-946387399B1E}"/>
              </a:ext>
            </a:extLst>
          </p:cNvPr>
          <p:cNvSpPr/>
          <p:nvPr/>
        </p:nvSpPr>
        <p:spPr>
          <a:xfrm>
            <a:off x="475488" y="2452146"/>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PoC development: scope, brief, build, document, commit</a:t>
            </a:r>
          </a:p>
        </p:txBody>
      </p:sp>
      <p:sp>
        <p:nvSpPr>
          <p:cNvPr id="11" name="Text 8">
            <a:extLst>
              <a:ext uri="{FF2B5EF4-FFF2-40B4-BE49-F238E27FC236}">
                <a16:creationId xmlns:a16="http://schemas.microsoft.com/office/drawing/2014/main" id="{44DCD934-2D31-5C3D-CDA3-CB5702813445}"/>
              </a:ext>
            </a:extLst>
          </p:cNvPr>
          <p:cNvSpPr/>
          <p:nvPr/>
        </p:nvSpPr>
        <p:spPr>
          <a:xfrm>
            <a:off x="475488" y="2863161"/>
            <a:ext cx="3767328" cy="168809"/>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Debugging: 5-step loop, root cause, regression tests</a:t>
            </a:r>
          </a:p>
        </p:txBody>
      </p:sp>
      <p:sp>
        <p:nvSpPr>
          <p:cNvPr id="12" name="Text 9">
            <a:extLst>
              <a:ext uri="{FF2B5EF4-FFF2-40B4-BE49-F238E27FC236}">
                <a16:creationId xmlns:a16="http://schemas.microsoft.com/office/drawing/2014/main" id="{C18F0474-B77B-9E9E-4E37-F8B2662F959F}"/>
              </a:ext>
            </a:extLst>
          </p:cNvPr>
          <p:cNvSpPr/>
          <p:nvPr/>
        </p:nvSpPr>
        <p:spPr>
          <a:xfrm>
            <a:off x="475488" y="3113801"/>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Code review: severity ranking, structured prompts, fixes applied</a:t>
            </a:r>
          </a:p>
        </p:txBody>
      </p:sp>
      <p:sp>
        <p:nvSpPr>
          <p:cNvPr id="13" name="Text 10">
            <a:extLst>
              <a:ext uri="{FF2B5EF4-FFF2-40B4-BE49-F238E27FC236}">
                <a16:creationId xmlns:a16="http://schemas.microsoft.com/office/drawing/2014/main" id="{B0A1F12B-F0A8-E87F-9064-1B43B2851DE3}"/>
              </a:ext>
            </a:extLst>
          </p:cNvPr>
          <p:cNvSpPr/>
          <p:nvPr/>
        </p:nvSpPr>
        <p:spPr>
          <a:xfrm>
            <a:off x="475488" y="3524816"/>
            <a:ext cx="3767328" cy="355123"/>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Production thinking: gap checklist, 10x rule, greenlight framework</a:t>
            </a:r>
          </a:p>
        </p:txBody>
      </p:sp>
      <p:sp>
        <p:nvSpPr>
          <p:cNvPr id="14" name="Text 11">
            <a:extLst>
              <a:ext uri="{FF2B5EF4-FFF2-40B4-BE49-F238E27FC236}">
                <a16:creationId xmlns:a16="http://schemas.microsoft.com/office/drawing/2014/main" id="{160F7CE3-D768-98B4-6208-711BE807E214}"/>
              </a:ext>
            </a:extLst>
          </p:cNvPr>
          <p:cNvSpPr/>
          <p:nvPr/>
        </p:nvSpPr>
        <p:spPr>
          <a:xfrm>
            <a:off x="475488" y="3961767"/>
            <a:ext cx="3767328" cy="334500"/>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a:t>
            </a:r>
            <a:r>
              <a:rPr lang="en-US" sz="1050" b="1">
                <a:solidFill>
                  <a:srgbClr val="2E7D32"/>
                </a:solidFill>
                <a:latin typeface="Open Sans" pitchFamily="2" charset="0"/>
                <a:ea typeface="Open Sans" pitchFamily="2" charset="0"/>
                <a:cs typeface="Open Sans" pitchFamily="2" charset="0"/>
              </a:rPr>
              <a:t>  </a:t>
            </a:r>
            <a:r>
              <a:rPr lang="en-US" sz="1050">
                <a:solidFill>
                  <a:schemeClr val="tx2"/>
                </a:solidFill>
                <a:latin typeface="Open Sans" pitchFamily="2" charset="0"/>
                <a:ea typeface="Open Sans" pitchFamily="2" charset="0"/>
                <a:cs typeface="Open Sans" pitchFamily="2" charset="0"/>
              </a:rPr>
              <a:t>Responsible AI coding: data privacy, security, governance</a:t>
            </a:r>
          </a:p>
        </p:txBody>
      </p:sp>
      <p:sp>
        <p:nvSpPr>
          <p:cNvPr id="15" name="Shape 12">
            <a:extLst>
              <a:ext uri="{FF2B5EF4-FFF2-40B4-BE49-F238E27FC236}">
                <a16:creationId xmlns:a16="http://schemas.microsoft.com/office/drawing/2014/main" id="{DF662287-C6D3-2990-EED7-DC33513A3AE8}"/>
              </a:ext>
            </a:extLst>
          </p:cNvPr>
          <p:cNvSpPr/>
          <p:nvPr/>
        </p:nvSpPr>
        <p:spPr>
          <a:xfrm>
            <a:off x="4718304" y="931447"/>
            <a:ext cx="4133088" cy="3521287"/>
          </a:xfrm>
          <a:prstGeom prst="roundRect">
            <a:avLst>
              <a:gd name="adj" fmla="val 1690"/>
            </a:avLst>
          </a:prstGeom>
          <a:solidFill>
            <a:srgbClr val="F5F5F5"/>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CCE08769-2E55-61E9-510B-4005C3DBF44A}"/>
              </a:ext>
            </a:extLst>
          </p:cNvPr>
          <p:cNvSpPr/>
          <p:nvPr/>
        </p:nvSpPr>
        <p:spPr>
          <a:xfrm>
            <a:off x="4901184" y="1077751"/>
            <a:ext cx="3767328" cy="274320"/>
          </a:xfrm>
          <a:prstGeom prst="rect">
            <a:avLst/>
          </a:prstGeom>
          <a:noFill/>
          <a:ln/>
        </p:spPr>
        <p:txBody>
          <a:bodyPr wrap="square" lIns="0" tIns="0" rIns="0" bIns="0" rtlCol="0" anchor="ctr"/>
          <a:lstStyle/>
          <a:p>
            <a:pPr marL="0" indent="0" algn="ctr">
              <a:buNone/>
            </a:pPr>
            <a:r>
              <a:rPr lang="en-US" sz="1400" b="1">
                <a:solidFill>
                  <a:schemeClr val="accent3"/>
                </a:solidFill>
                <a:latin typeface="Open Sans" pitchFamily="2" charset="0"/>
                <a:ea typeface="Open Sans" pitchFamily="2" charset="0"/>
                <a:cs typeface="Open Sans" pitchFamily="2" charset="0"/>
              </a:rPr>
              <a:t>THINGS TO DO NEXT:</a:t>
            </a:r>
            <a:endParaRPr lang="en-US" sz="1400">
              <a:solidFill>
                <a:schemeClr val="accent3"/>
              </a:solidFill>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3E8BC06F-0C2A-7FC8-618F-F41E3B1E1062}"/>
              </a:ext>
            </a:extLst>
          </p:cNvPr>
          <p:cNvSpPr/>
          <p:nvPr/>
        </p:nvSpPr>
        <p:spPr>
          <a:xfrm>
            <a:off x="4901184" y="1361555"/>
            <a:ext cx="3767328" cy="322158"/>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1.  </a:t>
            </a:r>
            <a:r>
              <a:rPr lang="en-US" sz="1050">
                <a:solidFill>
                  <a:schemeClr val="tx2"/>
                </a:solidFill>
                <a:latin typeface="Open Sans" pitchFamily="2" charset="0"/>
                <a:ea typeface="Open Sans" pitchFamily="2" charset="0"/>
                <a:cs typeface="Open Sans" pitchFamily="2" charset="0"/>
              </a:rPr>
              <a:t>Use the build loop on one real problem from your current work</a:t>
            </a:r>
          </a:p>
        </p:txBody>
      </p:sp>
      <p:sp>
        <p:nvSpPr>
          <p:cNvPr id="18" name="Text 15">
            <a:extLst>
              <a:ext uri="{FF2B5EF4-FFF2-40B4-BE49-F238E27FC236}">
                <a16:creationId xmlns:a16="http://schemas.microsoft.com/office/drawing/2014/main" id="{6604CD9D-E216-06C7-8F96-F97E61E53EBE}"/>
              </a:ext>
            </a:extLst>
          </p:cNvPr>
          <p:cNvSpPr/>
          <p:nvPr/>
        </p:nvSpPr>
        <p:spPr>
          <a:xfrm>
            <a:off x="4901184" y="1786428"/>
            <a:ext cx="3767328" cy="309904"/>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2.  </a:t>
            </a:r>
            <a:r>
              <a:rPr lang="en-US" sz="1050">
                <a:solidFill>
                  <a:schemeClr val="tx2"/>
                </a:solidFill>
                <a:latin typeface="Open Sans" pitchFamily="2" charset="0"/>
                <a:ea typeface="Open Sans" pitchFamily="2" charset="0"/>
                <a:cs typeface="Open Sans" pitchFamily="2" charset="0"/>
              </a:rPr>
              <a:t>Run the review prompt on any script your team already uses</a:t>
            </a:r>
          </a:p>
        </p:txBody>
      </p:sp>
      <p:sp>
        <p:nvSpPr>
          <p:cNvPr id="19" name="Text 16">
            <a:extLst>
              <a:ext uri="{FF2B5EF4-FFF2-40B4-BE49-F238E27FC236}">
                <a16:creationId xmlns:a16="http://schemas.microsoft.com/office/drawing/2014/main" id="{C811FDB9-8046-CA01-33BB-D9A573302BFF}"/>
              </a:ext>
            </a:extLst>
          </p:cNvPr>
          <p:cNvSpPr/>
          <p:nvPr/>
        </p:nvSpPr>
        <p:spPr>
          <a:xfrm>
            <a:off x="4901184" y="2199047"/>
            <a:ext cx="3767328" cy="322158"/>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3.  </a:t>
            </a:r>
            <a:r>
              <a:rPr lang="en-US" sz="1050">
                <a:solidFill>
                  <a:schemeClr val="tx2"/>
                </a:solidFill>
                <a:latin typeface="Open Sans" pitchFamily="2" charset="0"/>
                <a:ea typeface="Open Sans" pitchFamily="2" charset="0"/>
                <a:cs typeface="Open Sans" pitchFamily="2" charset="0"/>
              </a:rPr>
              <a:t>Apply the 10x rule the next time engineering gives you a timeline</a:t>
            </a:r>
          </a:p>
        </p:txBody>
      </p:sp>
      <p:sp>
        <p:nvSpPr>
          <p:cNvPr id="20" name="Text 17">
            <a:extLst>
              <a:ext uri="{FF2B5EF4-FFF2-40B4-BE49-F238E27FC236}">
                <a16:creationId xmlns:a16="http://schemas.microsoft.com/office/drawing/2014/main" id="{68800FE4-774C-8C42-4074-45C7DE4B29EB}"/>
              </a:ext>
            </a:extLst>
          </p:cNvPr>
          <p:cNvSpPr/>
          <p:nvPr/>
        </p:nvSpPr>
        <p:spPr>
          <a:xfrm>
            <a:off x="4901184" y="2623920"/>
            <a:ext cx="3767328" cy="322800"/>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4.  </a:t>
            </a:r>
            <a:r>
              <a:rPr lang="en-US" sz="1050">
                <a:solidFill>
                  <a:schemeClr val="tx2"/>
                </a:solidFill>
                <a:latin typeface="Open Sans" pitchFamily="2" charset="0"/>
                <a:ea typeface="Open Sans" pitchFamily="2" charset="0"/>
                <a:cs typeface="Open Sans" pitchFamily="2" charset="0"/>
              </a:rPr>
              <a:t>Check your org's AI coding data handling policy; if none exists, flag it</a:t>
            </a:r>
          </a:p>
        </p:txBody>
      </p:sp>
      <p:sp>
        <p:nvSpPr>
          <p:cNvPr id="21" name="Text 18">
            <a:extLst>
              <a:ext uri="{FF2B5EF4-FFF2-40B4-BE49-F238E27FC236}">
                <a16:creationId xmlns:a16="http://schemas.microsoft.com/office/drawing/2014/main" id="{304CEEA7-DFF3-1BF1-CC6F-BF9FF3FAB977}"/>
              </a:ext>
            </a:extLst>
          </p:cNvPr>
          <p:cNvSpPr/>
          <p:nvPr/>
        </p:nvSpPr>
        <p:spPr>
          <a:xfrm>
            <a:off x="4901184" y="3049435"/>
            <a:ext cx="3767328" cy="146575"/>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5.  </a:t>
            </a:r>
            <a:r>
              <a:rPr lang="en-US" sz="1050">
                <a:solidFill>
                  <a:schemeClr val="tx2"/>
                </a:solidFill>
                <a:latin typeface="Open Sans" pitchFamily="2" charset="0"/>
                <a:ea typeface="Open Sans" pitchFamily="2" charset="0"/>
                <a:cs typeface="Open Sans" pitchFamily="2" charset="0"/>
              </a:rPr>
              <a:t>Add a CLAUDE.md to one project you already own</a:t>
            </a:r>
          </a:p>
        </p:txBody>
      </p:sp>
      <p:sp>
        <p:nvSpPr>
          <p:cNvPr id="22" name="Text 19">
            <a:extLst>
              <a:ext uri="{FF2B5EF4-FFF2-40B4-BE49-F238E27FC236}">
                <a16:creationId xmlns:a16="http://schemas.microsoft.com/office/drawing/2014/main" id="{A0BDF4C6-F7B2-9439-84EB-28F93CE1FF8D}"/>
              </a:ext>
            </a:extLst>
          </p:cNvPr>
          <p:cNvSpPr/>
          <p:nvPr/>
        </p:nvSpPr>
        <p:spPr>
          <a:xfrm>
            <a:off x="4901184" y="3298725"/>
            <a:ext cx="3767328" cy="309905"/>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6.  </a:t>
            </a:r>
            <a:r>
              <a:rPr lang="en-US" sz="1050">
                <a:solidFill>
                  <a:schemeClr val="tx2"/>
                </a:solidFill>
                <a:latin typeface="Open Sans" pitchFamily="2" charset="0"/>
                <a:ea typeface="Open Sans" pitchFamily="2" charset="0"/>
                <a:cs typeface="Open Sans" pitchFamily="2" charset="0"/>
              </a:rPr>
              <a:t>Share the greenlight framework with your manager or team lead</a:t>
            </a:r>
          </a:p>
        </p:txBody>
      </p:sp>
      <p:sp>
        <p:nvSpPr>
          <p:cNvPr id="23" name="Text 20">
            <a:extLst>
              <a:ext uri="{FF2B5EF4-FFF2-40B4-BE49-F238E27FC236}">
                <a16:creationId xmlns:a16="http://schemas.microsoft.com/office/drawing/2014/main" id="{A2958307-582A-25A0-5943-334440D2D2BC}"/>
              </a:ext>
            </a:extLst>
          </p:cNvPr>
          <p:cNvSpPr/>
          <p:nvPr/>
        </p:nvSpPr>
        <p:spPr>
          <a:xfrm>
            <a:off x="4901184" y="3711344"/>
            <a:ext cx="3767328" cy="148035"/>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7.  </a:t>
            </a:r>
            <a:r>
              <a:rPr lang="en-US" sz="1050">
                <a:solidFill>
                  <a:schemeClr val="tx2"/>
                </a:solidFill>
                <a:latin typeface="Open Sans" pitchFamily="2" charset="0"/>
                <a:ea typeface="Open Sans" pitchFamily="2" charset="0"/>
                <a:cs typeface="Open Sans" pitchFamily="2" charset="0"/>
              </a:rPr>
              <a:t>Build the next PoC faster than you built this one</a:t>
            </a:r>
          </a:p>
        </p:txBody>
      </p:sp>
      <p:sp>
        <p:nvSpPr>
          <p:cNvPr id="24" name="Shape 21">
            <a:extLst>
              <a:ext uri="{FF2B5EF4-FFF2-40B4-BE49-F238E27FC236}">
                <a16:creationId xmlns:a16="http://schemas.microsoft.com/office/drawing/2014/main" id="{C0E7916F-B595-EE5F-E09C-AC54D3B77225}"/>
              </a:ext>
            </a:extLst>
          </p:cNvPr>
          <p:cNvSpPr/>
          <p:nvPr/>
        </p:nvSpPr>
        <p:spPr>
          <a:xfrm>
            <a:off x="292608" y="4508589"/>
            <a:ext cx="8558784" cy="365760"/>
          </a:xfrm>
          <a:prstGeom prst="roundRect">
            <a:avLst>
              <a:gd name="adj" fmla="val 125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2">
            <a:extLst>
              <a:ext uri="{FF2B5EF4-FFF2-40B4-BE49-F238E27FC236}">
                <a16:creationId xmlns:a16="http://schemas.microsoft.com/office/drawing/2014/main" id="{211A4B1E-CEA2-3D3F-6539-D4997223C814}"/>
              </a:ext>
            </a:extLst>
          </p:cNvPr>
          <p:cNvSpPr/>
          <p:nvPr/>
        </p:nvSpPr>
        <p:spPr>
          <a:xfrm>
            <a:off x="493776" y="4508589"/>
            <a:ext cx="8156448" cy="365760"/>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programme ends today. The practice starts Monday.</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784129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B105DB15-F342-4820-302A-25DDA53929E6}"/>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 consultant pastes a live CRM export, real names, emails, and deal values, into Claude Code to help it understand the data structure. The primary risk is:</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C4BC21FF-FF37-FEF6-C294-B63FD2B3BF78}"/>
              </a:ext>
            </a:extLst>
          </p:cNvPr>
          <p:cNvSpPr/>
          <p:nvPr/>
        </p:nvSpPr>
        <p:spPr>
          <a:xfrm>
            <a:off x="342900" y="148475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97E83218-439D-447E-9E3D-A3792885EC53}"/>
              </a:ext>
            </a:extLst>
          </p:cNvPr>
          <p:cNvSpPr/>
          <p:nvPr/>
        </p:nvSpPr>
        <p:spPr>
          <a:xfrm>
            <a:off x="493776" y="154647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7A6D61C9-5ED7-75BA-97EC-86C475B75744}"/>
              </a:ext>
            </a:extLst>
          </p:cNvPr>
          <p:cNvSpPr/>
          <p:nvPr/>
        </p:nvSpPr>
        <p:spPr>
          <a:xfrm>
            <a:off x="493776" y="154647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FC861DC5-DD5D-0049-0B8A-91179701C13D}"/>
              </a:ext>
            </a:extLst>
          </p:cNvPr>
          <p:cNvSpPr/>
          <p:nvPr/>
        </p:nvSpPr>
        <p:spPr>
          <a:xfrm>
            <a:off x="809244" y="148475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None; it was only used to build, not stored</a:t>
            </a:r>
          </a:p>
        </p:txBody>
      </p:sp>
      <p:sp>
        <p:nvSpPr>
          <p:cNvPr id="17" name="Shape 14">
            <a:extLst>
              <a:ext uri="{FF2B5EF4-FFF2-40B4-BE49-F238E27FC236}">
                <a16:creationId xmlns:a16="http://schemas.microsoft.com/office/drawing/2014/main" id="{CCC91AC0-A55A-F013-6FF4-21602CE29A70}"/>
              </a:ext>
            </a:extLst>
          </p:cNvPr>
          <p:cNvSpPr/>
          <p:nvPr/>
        </p:nvSpPr>
        <p:spPr>
          <a:xfrm>
            <a:off x="342900" y="230771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D0CC1F95-A21D-5A8F-5205-DD306405D33B}"/>
              </a:ext>
            </a:extLst>
          </p:cNvPr>
          <p:cNvSpPr/>
          <p:nvPr/>
        </p:nvSpPr>
        <p:spPr>
          <a:xfrm>
            <a:off x="493776" y="236943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B39E9018-C925-0E05-BBF6-674085D4B78F}"/>
              </a:ext>
            </a:extLst>
          </p:cNvPr>
          <p:cNvSpPr/>
          <p:nvPr/>
        </p:nvSpPr>
        <p:spPr>
          <a:xfrm>
            <a:off x="493776" y="236943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5425D26A-656D-BAAD-14DA-E0A391A6CA9A}"/>
              </a:ext>
            </a:extLst>
          </p:cNvPr>
          <p:cNvSpPr/>
          <p:nvPr/>
        </p:nvSpPr>
        <p:spPr>
          <a:xfrm>
            <a:off x="809244" y="230771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The code might be slow</a:t>
            </a:r>
          </a:p>
        </p:txBody>
      </p:sp>
      <p:sp>
        <p:nvSpPr>
          <p:cNvPr id="21" name="Shape 18">
            <a:extLst>
              <a:ext uri="{FF2B5EF4-FFF2-40B4-BE49-F238E27FC236}">
                <a16:creationId xmlns:a16="http://schemas.microsoft.com/office/drawing/2014/main" id="{34A5FA84-F3FA-455A-E3AE-DD827E760583}"/>
              </a:ext>
            </a:extLst>
          </p:cNvPr>
          <p:cNvSpPr/>
          <p:nvPr/>
        </p:nvSpPr>
        <p:spPr>
          <a:xfrm>
            <a:off x="342900" y="271919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4A257439-7E4D-E9C7-7CEA-CFC7F1C9CDD5}"/>
              </a:ext>
            </a:extLst>
          </p:cNvPr>
          <p:cNvSpPr/>
          <p:nvPr/>
        </p:nvSpPr>
        <p:spPr>
          <a:xfrm>
            <a:off x="493776" y="278091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EECACC20-A897-AA5C-7400-ABF468CD4F84}"/>
              </a:ext>
            </a:extLst>
          </p:cNvPr>
          <p:cNvSpPr/>
          <p:nvPr/>
        </p:nvSpPr>
        <p:spPr>
          <a:xfrm>
            <a:off x="493776" y="278091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6D6073E1-1AC2-D156-376E-18269DBFC0B7}"/>
              </a:ext>
            </a:extLst>
          </p:cNvPr>
          <p:cNvSpPr/>
          <p:nvPr/>
        </p:nvSpPr>
        <p:spPr>
          <a:xfrm>
            <a:off x="809244" y="271919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branch name is wrong</a:t>
            </a:r>
          </a:p>
        </p:txBody>
      </p:sp>
      <p:sp>
        <p:nvSpPr>
          <p:cNvPr id="2" name="Shape 6">
            <a:extLst>
              <a:ext uri="{FF2B5EF4-FFF2-40B4-BE49-F238E27FC236}">
                <a16:creationId xmlns:a16="http://schemas.microsoft.com/office/drawing/2014/main" id="{FAB95843-AD48-98BC-F185-9D1BA0047793}"/>
              </a:ext>
            </a:extLst>
          </p:cNvPr>
          <p:cNvSpPr/>
          <p:nvPr/>
        </p:nvSpPr>
        <p:spPr>
          <a:xfrm>
            <a:off x="342900" y="189623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64EDB8EF-627D-78C2-9B4F-21A67AE0711E}"/>
              </a:ext>
            </a:extLst>
          </p:cNvPr>
          <p:cNvSpPr/>
          <p:nvPr/>
        </p:nvSpPr>
        <p:spPr>
          <a:xfrm>
            <a:off x="493776" y="195795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82047556-E7DE-F9AD-6914-69BD78B45185}"/>
              </a:ext>
            </a:extLst>
          </p:cNvPr>
          <p:cNvSpPr/>
          <p:nvPr/>
        </p:nvSpPr>
        <p:spPr>
          <a:xfrm>
            <a:off x="493776" y="1957959"/>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B</a:t>
            </a:r>
            <a:endParaRPr lang="en-US" sz="1100" dirty="0">
              <a:latin typeface="Open Sans" pitchFamily="2" charset="0"/>
              <a:ea typeface="Open Sans" pitchFamily="2" charset="0"/>
              <a:cs typeface="Open Sans" pitchFamily="2" charset="0"/>
            </a:endParaRPr>
          </a:p>
        </p:txBody>
      </p:sp>
      <p:sp>
        <p:nvSpPr>
          <p:cNvPr id="5" name="Text 9">
            <a:extLst>
              <a:ext uri="{FF2B5EF4-FFF2-40B4-BE49-F238E27FC236}">
                <a16:creationId xmlns:a16="http://schemas.microsoft.com/office/drawing/2014/main" id="{827B7C94-5FB6-D309-CDAF-1B8B78592671}"/>
              </a:ext>
            </a:extLst>
          </p:cNvPr>
          <p:cNvSpPr/>
          <p:nvPr/>
        </p:nvSpPr>
        <p:spPr>
          <a:xfrm>
            <a:off x="809244" y="1896237"/>
            <a:ext cx="7886700" cy="329184"/>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  </a:t>
            </a:r>
            <a:r>
              <a:rPr lang="en-US" sz="1100" dirty="0">
                <a:solidFill>
                  <a:schemeClr val="tx2"/>
                </a:solidFill>
                <a:latin typeface="Open Sans" pitchFamily="2" charset="0"/>
                <a:ea typeface="Open Sans" pitchFamily="2" charset="0"/>
                <a:cs typeface="Open Sans" pitchFamily="2" charset="0"/>
              </a:rPr>
              <a:t>Data privacy: real client data was sent to an external model without </a:t>
            </a:r>
            <a:r>
              <a:rPr lang="en-US" sz="1100" dirty="0" err="1">
                <a:solidFill>
                  <a:schemeClr val="tx2"/>
                </a:solidFill>
                <a:latin typeface="Open Sans" pitchFamily="2" charset="0"/>
                <a:ea typeface="Open Sans" pitchFamily="2" charset="0"/>
                <a:cs typeface="Open Sans" pitchFamily="2" charset="0"/>
              </a:rPr>
              <a:t>authorisation</a:t>
            </a:r>
            <a:endParaRPr lang="en-US" sz="1100" dirty="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302315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4A44E-9B61-E970-3CAD-8F0675DA27DE}"/>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71CC2D95-932B-3BEC-01B0-841B3AA53BE5}"/>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 consultant pastes a live CRM export, real names, emails, and deal values, into Claude Code to help it understand the data structure. The primary risk is:</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AB4E863D-6D4A-2AB4-CFFF-92D77331AD3C}"/>
              </a:ext>
            </a:extLst>
          </p:cNvPr>
          <p:cNvSpPr/>
          <p:nvPr/>
        </p:nvSpPr>
        <p:spPr>
          <a:xfrm>
            <a:off x="342900" y="148475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BA06B0BA-BE86-8B51-C55B-77F91587CDCC}"/>
              </a:ext>
            </a:extLst>
          </p:cNvPr>
          <p:cNvSpPr/>
          <p:nvPr/>
        </p:nvSpPr>
        <p:spPr>
          <a:xfrm>
            <a:off x="493776" y="154647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38D83320-301D-0679-BFE4-5C51FD4DD1E8}"/>
              </a:ext>
            </a:extLst>
          </p:cNvPr>
          <p:cNvSpPr/>
          <p:nvPr/>
        </p:nvSpPr>
        <p:spPr>
          <a:xfrm>
            <a:off x="493776" y="154647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B5C26BBF-627B-7A5F-58CC-616368DEC696}"/>
              </a:ext>
            </a:extLst>
          </p:cNvPr>
          <p:cNvSpPr/>
          <p:nvPr/>
        </p:nvSpPr>
        <p:spPr>
          <a:xfrm>
            <a:off x="809244" y="148475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None; it was only used to build, not stored</a:t>
            </a:r>
          </a:p>
        </p:txBody>
      </p:sp>
      <p:sp>
        <p:nvSpPr>
          <p:cNvPr id="13" name="Shape 10">
            <a:extLst>
              <a:ext uri="{FF2B5EF4-FFF2-40B4-BE49-F238E27FC236}">
                <a16:creationId xmlns:a16="http://schemas.microsoft.com/office/drawing/2014/main" id="{9EF56B69-22AB-ABB0-1726-E530097F5665}"/>
              </a:ext>
            </a:extLst>
          </p:cNvPr>
          <p:cNvSpPr/>
          <p:nvPr/>
        </p:nvSpPr>
        <p:spPr>
          <a:xfrm>
            <a:off x="342900" y="1896237"/>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8AD07BB8-2124-F773-E6FA-248A569851A7}"/>
              </a:ext>
            </a:extLst>
          </p:cNvPr>
          <p:cNvSpPr/>
          <p:nvPr/>
        </p:nvSpPr>
        <p:spPr>
          <a:xfrm>
            <a:off x="493776" y="1957959"/>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933B437A-938D-66E9-E95E-F2A966A2D0EC}"/>
              </a:ext>
            </a:extLst>
          </p:cNvPr>
          <p:cNvSpPr/>
          <p:nvPr/>
        </p:nvSpPr>
        <p:spPr>
          <a:xfrm>
            <a:off x="493776" y="195795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E38F9A9E-A215-FB9A-9D22-81C0D4EF2F59}"/>
              </a:ext>
            </a:extLst>
          </p:cNvPr>
          <p:cNvSpPr/>
          <p:nvPr/>
        </p:nvSpPr>
        <p:spPr>
          <a:xfrm>
            <a:off x="809244" y="1896237"/>
            <a:ext cx="7886700" cy="329184"/>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B.  </a:t>
            </a:r>
            <a:r>
              <a:rPr lang="en-US" sz="1100" b="1" dirty="0">
                <a:latin typeface="Open Sans" pitchFamily="2" charset="0"/>
                <a:ea typeface="Open Sans" pitchFamily="2" charset="0"/>
                <a:cs typeface="Open Sans" pitchFamily="2" charset="0"/>
              </a:rPr>
              <a:t>Data privacy: real client data was sent to an external model without </a:t>
            </a:r>
            <a:r>
              <a:rPr lang="en-US" sz="1100" b="1" dirty="0" err="1">
                <a:latin typeface="Open Sans" pitchFamily="2" charset="0"/>
                <a:ea typeface="Open Sans" pitchFamily="2" charset="0"/>
                <a:cs typeface="Open Sans" pitchFamily="2" charset="0"/>
              </a:rPr>
              <a:t>authorisation</a:t>
            </a:r>
            <a:endParaRPr lang="en-US" sz="1100" dirty="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6963450C-B9F3-7606-2368-397598438BD2}"/>
              </a:ext>
            </a:extLst>
          </p:cNvPr>
          <p:cNvSpPr/>
          <p:nvPr/>
        </p:nvSpPr>
        <p:spPr>
          <a:xfrm>
            <a:off x="342900" y="230771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974BB604-3C83-77DE-8FF6-F53161CAE51E}"/>
              </a:ext>
            </a:extLst>
          </p:cNvPr>
          <p:cNvSpPr/>
          <p:nvPr/>
        </p:nvSpPr>
        <p:spPr>
          <a:xfrm>
            <a:off x="493776" y="236943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4A37790F-7FCA-A962-64F5-9005148A62D7}"/>
              </a:ext>
            </a:extLst>
          </p:cNvPr>
          <p:cNvSpPr/>
          <p:nvPr/>
        </p:nvSpPr>
        <p:spPr>
          <a:xfrm>
            <a:off x="493776" y="236943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B6DA1F83-3466-B6CC-6079-0569DCC5FA36}"/>
              </a:ext>
            </a:extLst>
          </p:cNvPr>
          <p:cNvSpPr/>
          <p:nvPr/>
        </p:nvSpPr>
        <p:spPr>
          <a:xfrm>
            <a:off x="809244" y="230771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The code might be slow</a:t>
            </a:r>
          </a:p>
        </p:txBody>
      </p:sp>
      <p:sp>
        <p:nvSpPr>
          <p:cNvPr id="21" name="Shape 18">
            <a:extLst>
              <a:ext uri="{FF2B5EF4-FFF2-40B4-BE49-F238E27FC236}">
                <a16:creationId xmlns:a16="http://schemas.microsoft.com/office/drawing/2014/main" id="{4413ED94-93EB-4D7F-D2C7-202DFDAEFB6D}"/>
              </a:ext>
            </a:extLst>
          </p:cNvPr>
          <p:cNvSpPr/>
          <p:nvPr/>
        </p:nvSpPr>
        <p:spPr>
          <a:xfrm>
            <a:off x="342900" y="271919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86B39DB2-48D7-397A-E59B-AE8FF7ED4A33}"/>
              </a:ext>
            </a:extLst>
          </p:cNvPr>
          <p:cNvSpPr/>
          <p:nvPr/>
        </p:nvSpPr>
        <p:spPr>
          <a:xfrm>
            <a:off x="493776" y="278091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8D88962B-6389-D66B-F29C-7ADEC6131951}"/>
              </a:ext>
            </a:extLst>
          </p:cNvPr>
          <p:cNvSpPr/>
          <p:nvPr/>
        </p:nvSpPr>
        <p:spPr>
          <a:xfrm>
            <a:off x="493776" y="278091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F24A787D-D6BF-1496-6BC6-8B42AA0A33E9}"/>
              </a:ext>
            </a:extLst>
          </p:cNvPr>
          <p:cNvSpPr/>
          <p:nvPr/>
        </p:nvSpPr>
        <p:spPr>
          <a:xfrm>
            <a:off x="809244" y="271919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branch name is wrong</a:t>
            </a:r>
          </a:p>
        </p:txBody>
      </p:sp>
      <p:sp>
        <p:nvSpPr>
          <p:cNvPr id="25" name="Shape 22">
            <a:extLst>
              <a:ext uri="{FF2B5EF4-FFF2-40B4-BE49-F238E27FC236}">
                <a16:creationId xmlns:a16="http://schemas.microsoft.com/office/drawing/2014/main" id="{31357C07-20AB-AB11-EAE6-D6EC9439D110}"/>
              </a:ext>
            </a:extLst>
          </p:cNvPr>
          <p:cNvSpPr/>
          <p:nvPr/>
        </p:nvSpPr>
        <p:spPr>
          <a:xfrm>
            <a:off x="342900" y="3429000"/>
            <a:ext cx="8455914" cy="819531"/>
          </a:xfrm>
          <a:prstGeom prst="roundRect">
            <a:avLst>
              <a:gd name="adj" fmla="val 5161"/>
            </a:avLst>
          </a:prstGeom>
          <a:solidFill>
            <a:srgbClr val="EEF2F8"/>
          </a:solidFill>
          <a:ln/>
          <a:effectLst>
            <a:outerShdw blurRad="76200" dist="38100" dir="5400000" algn="bl" rotWithShape="0">
              <a:srgbClr val="9AA3B0">
                <a:alpha val="30000"/>
              </a:srgbClr>
            </a:outerShdw>
          </a:effectLst>
        </p:spPr>
        <p:txBody>
          <a:bodyPr/>
          <a:lstStyle/>
          <a:p>
            <a:endParaRPr lang="en-US">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91EBE9C-D8FF-23AA-E493-62A8491C9479}"/>
              </a:ext>
            </a:extLst>
          </p:cNvPr>
          <p:cNvSpPr/>
          <p:nvPr/>
        </p:nvSpPr>
        <p:spPr>
          <a:xfrm>
            <a:off x="534924" y="3538728"/>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Shape 24">
            <a:extLst>
              <a:ext uri="{FF2B5EF4-FFF2-40B4-BE49-F238E27FC236}">
                <a16:creationId xmlns:a16="http://schemas.microsoft.com/office/drawing/2014/main" id="{BC8E386E-3CA6-9B55-D2AC-86A6BBDF69F1}"/>
              </a:ext>
            </a:extLst>
          </p:cNvPr>
          <p:cNvSpPr/>
          <p:nvPr/>
        </p:nvSpPr>
        <p:spPr>
          <a:xfrm>
            <a:off x="534924" y="3785616"/>
            <a:ext cx="2002536" cy="274320"/>
          </a:xfrm>
          <a:prstGeom prst="roundRect">
            <a:avLst>
              <a:gd name="adj" fmla="val 15000"/>
            </a:avLst>
          </a:prstGeom>
          <a:solidFill>
            <a:srgbClr val="00B050"/>
          </a:solidFill>
          <a:ln/>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FE412E9E-33A2-BB02-D0AA-17BC7AAD8A3E}"/>
              </a:ext>
            </a:extLst>
          </p:cNvPr>
          <p:cNvSpPr/>
          <p:nvPr/>
        </p:nvSpPr>
        <p:spPr>
          <a:xfrm>
            <a:off x="534924" y="3785616"/>
            <a:ext cx="2002536" cy="274320"/>
          </a:xfrm>
          <a:prstGeom prst="rect">
            <a:avLst/>
          </a:prstGeom>
          <a:no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STARED · Security/Data</a:t>
            </a:r>
            <a:endParaRPr lang="en-US" sz="1050">
              <a:solidFill>
                <a:schemeClr val="bg1"/>
              </a:solidFill>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22587EE5-7743-003E-CD61-C4BE894F0A8A}"/>
              </a:ext>
            </a:extLst>
          </p:cNvPr>
          <p:cNvSpPr/>
          <p:nvPr/>
        </p:nvSpPr>
        <p:spPr>
          <a:xfrm>
            <a:off x="2708910" y="3597021"/>
            <a:ext cx="6089904"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Every prompt is a data decision. Real customer data, credentials, and PII must never be pasted; the 30-minute shortcut may carry what should never leave your network.</a:t>
            </a:r>
          </a:p>
        </p:txBody>
      </p:sp>
    </p:spTree>
    <p:extLst>
      <p:ext uri="{BB962C8B-B14F-4D97-AF65-F5344CB8AC3E}">
        <p14:creationId xmlns:p14="http://schemas.microsoft.com/office/powerpoint/2010/main" val="42167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6AB43DA5-AFF7-D678-8145-CFD5C9EC94C1}"/>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Which are predictable security gaps in AI-generated code? Select all.</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EB9E1B5E-80B1-D4B3-FA5A-C7E3708C5B35}"/>
              </a:ext>
            </a:extLst>
          </p:cNvPr>
          <p:cNvSpPr/>
          <p:nvPr/>
        </p:nvSpPr>
        <p:spPr>
          <a:xfrm>
            <a:off x="342900" y="1493662"/>
            <a:ext cx="8455914" cy="329184"/>
          </a:xfrm>
          <a:prstGeom prst="roundRect">
            <a:avLst>
              <a:gd name="adj" fmla="val 12500"/>
            </a:avLst>
          </a:prstGeom>
          <a:solidFill>
            <a:srgbClr val="F5F5F5"/>
          </a:solidFill>
          <a:ln w="19050">
            <a:noFill/>
            <a:prstDash val="solid"/>
          </a:ln>
        </p:spPr>
        <p:txBody>
          <a:bodyPr/>
          <a:lstStyle/>
          <a:p>
            <a:endParaRPr lang="en-US" sz="11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EE5DB878-4587-F241-55FE-AB5A7AB228DA}"/>
              </a:ext>
            </a:extLst>
          </p:cNvPr>
          <p:cNvSpPr/>
          <p:nvPr/>
        </p:nvSpPr>
        <p:spPr>
          <a:xfrm>
            <a:off x="493776" y="1555384"/>
            <a:ext cx="205740" cy="205740"/>
          </a:xfrm>
          <a:prstGeom prst="ellipse">
            <a:avLst/>
          </a:prstGeom>
          <a:solidFill>
            <a:srgbClr val="C4CBD6"/>
          </a:solidFill>
          <a:ln>
            <a:noFill/>
          </a:ln>
        </p:spPr>
        <p:txBody>
          <a:bodyPr/>
          <a:lstStyle/>
          <a:p>
            <a:endParaRPr lang="en-US" sz="1100" dirty="0">
              <a:solidFill>
                <a:schemeClr val="tx1">
                  <a:lumMod val="75000"/>
                </a:schemeClr>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3CDACA0F-955C-84BC-46C9-36E45D771962}"/>
              </a:ext>
            </a:extLst>
          </p:cNvPr>
          <p:cNvSpPr/>
          <p:nvPr/>
        </p:nvSpPr>
        <p:spPr>
          <a:xfrm>
            <a:off x="809244" y="1493662"/>
            <a:ext cx="7886700" cy="329184"/>
          </a:xfrm>
          <a:prstGeom prst="rect">
            <a:avLst/>
          </a:prstGeom>
          <a:solidFill>
            <a:srgbClr val="F5F5F5"/>
          </a:solidFill>
          <a:ln>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A.</a:t>
            </a:r>
            <a:r>
              <a:rPr lang="en-US" sz="1100" dirty="0">
                <a:solidFill>
                  <a:schemeClr val="tx2"/>
                </a:solidFill>
                <a:latin typeface="Open Sans" pitchFamily="2" charset="0"/>
                <a:ea typeface="Open Sans" pitchFamily="2" charset="0"/>
                <a:cs typeface="Open Sans" pitchFamily="2" charset="0"/>
              </a:rPr>
              <a:t>  Injection from </a:t>
            </a:r>
            <a:r>
              <a:rPr lang="en-US" sz="1100" dirty="0" err="1">
                <a:solidFill>
                  <a:schemeClr val="tx2"/>
                </a:solidFill>
                <a:latin typeface="Open Sans" pitchFamily="2" charset="0"/>
                <a:ea typeface="Open Sans" pitchFamily="2" charset="0"/>
                <a:cs typeface="Open Sans" pitchFamily="2" charset="0"/>
              </a:rPr>
              <a:t>unsanitized</a:t>
            </a:r>
            <a:r>
              <a:rPr lang="en-US" sz="1100" dirty="0">
                <a:solidFill>
                  <a:schemeClr val="tx2"/>
                </a:solidFill>
                <a:latin typeface="Open Sans" pitchFamily="2" charset="0"/>
                <a:ea typeface="Open Sans" pitchFamily="2" charset="0"/>
                <a:cs typeface="Open Sans" pitchFamily="2" charset="0"/>
              </a:rPr>
              <a:t> user input</a:t>
            </a:r>
          </a:p>
        </p:txBody>
      </p:sp>
      <p:sp>
        <p:nvSpPr>
          <p:cNvPr id="13" name="Shape 10">
            <a:extLst>
              <a:ext uri="{FF2B5EF4-FFF2-40B4-BE49-F238E27FC236}">
                <a16:creationId xmlns:a16="http://schemas.microsoft.com/office/drawing/2014/main" id="{9337B64D-4039-DB41-3844-D0733099A5BE}"/>
              </a:ext>
            </a:extLst>
          </p:cNvPr>
          <p:cNvSpPr/>
          <p:nvPr/>
        </p:nvSpPr>
        <p:spPr>
          <a:xfrm>
            <a:off x="342900" y="1905142"/>
            <a:ext cx="8455914" cy="329184"/>
          </a:xfrm>
          <a:prstGeom prst="roundRect">
            <a:avLst>
              <a:gd name="adj" fmla="val 12500"/>
            </a:avLst>
          </a:prstGeom>
          <a:solidFill>
            <a:srgbClr val="F5F5F5"/>
          </a:solidFill>
          <a:ln w="19050">
            <a:noFill/>
            <a:prstDash val="solid"/>
          </a:ln>
        </p:spPr>
        <p:txBody>
          <a:bodyPr/>
          <a:lstStyle/>
          <a:p>
            <a:endParaRPr lang="en-US" sz="11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B55979BF-8918-75F8-AFCE-86D3C3D1B147}"/>
              </a:ext>
            </a:extLst>
          </p:cNvPr>
          <p:cNvSpPr/>
          <p:nvPr/>
        </p:nvSpPr>
        <p:spPr>
          <a:xfrm>
            <a:off x="493776" y="1966864"/>
            <a:ext cx="205740" cy="205740"/>
          </a:xfrm>
          <a:prstGeom prst="ellipse">
            <a:avLst/>
          </a:prstGeom>
          <a:solidFill>
            <a:srgbClr val="C4CBD6"/>
          </a:solidFill>
          <a:ln>
            <a:noFill/>
          </a:ln>
        </p:spPr>
        <p:txBody>
          <a:bodyPr/>
          <a:lstStyle/>
          <a:p>
            <a:endParaRPr lang="en-US" sz="1100">
              <a:solidFill>
                <a:schemeClr val="tx1">
                  <a:lumMod val="75000"/>
                </a:schemeClr>
              </a:solidFill>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264615C1-1F43-04EE-6EE0-A12D546B90B8}"/>
              </a:ext>
            </a:extLst>
          </p:cNvPr>
          <p:cNvSpPr/>
          <p:nvPr/>
        </p:nvSpPr>
        <p:spPr>
          <a:xfrm>
            <a:off x="809244" y="1905142"/>
            <a:ext cx="7886700" cy="329184"/>
          </a:xfrm>
          <a:prstGeom prst="rect">
            <a:avLst/>
          </a:prstGeom>
          <a:solidFill>
            <a:srgbClr val="F5F5F5"/>
          </a:solidFill>
          <a:ln>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a:t>
            </a:r>
            <a:r>
              <a:rPr lang="en-US" sz="1100" dirty="0">
                <a:solidFill>
                  <a:schemeClr val="tx2"/>
                </a:solidFill>
                <a:latin typeface="Open Sans" pitchFamily="2" charset="0"/>
                <a:ea typeface="Open Sans" pitchFamily="2" charset="0"/>
                <a:cs typeface="Open Sans" pitchFamily="2" charset="0"/>
              </a:rPr>
              <a:t>  Broken authentication: hardcoded creds, no rate limiting</a:t>
            </a:r>
          </a:p>
        </p:txBody>
      </p:sp>
      <p:sp>
        <p:nvSpPr>
          <p:cNvPr id="17" name="Shape 14">
            <a:extLst>
              <a:ext uri="{FF2B5EF4-FFF2-40B4-BE49-F238E27FC236}">
                <a16:creationId xmlns:a16="http://schemas.microsoft.com/office/drawing/2014/main" id="{9AFE95A1-D495-F625-A46E-1AA98F3650E4}"/>
              </a:ext>
            </a:extLst>
          </p:cNvPr>
          <p:cNvSpPr/>
          <p:nvPr/>
        </p:nvSpPr>
        <p:spPr>
          <a:xfrm>
            <a:off x="342900" y="2316622"/>
            <a:ext cx="8455914" cy="329184"/>
          </a:xfrm>
          <a:prstGeom prst="roundRect">
            <a:avLst>
              <a:gd name="adj" fmla="val 12500"/>
            </a:avLst>
          </a:prstGeom>
          <a:solidFill>
            <a:srgbClr val="F5F5F5"/>
          </a:solidFill>
          <a:ln w="19050">
            <a:noFill/>
            <a:prstDash val="solid"/>
          </a:ln>
        </p:spPr>
        <p:txBody>
          <a:bodyPr/>
          <a:lstStyle/>
          <a:p>
            <a:endParaRPr lang="en-US" sz="11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08D63E46-DDD7-B1D8-89AA-77911C442599}"/>
              </a:ext>
            </a:extLst>
          </p:cNvPr>
          <p:cNvSpPr/>
          <p:nvPr/>
        </p:nvSpPr>
        <p:spPr>
          <a:xfrm>
            <a:off x="493776" y="2378344"/>
            <a:ext cx="205740" cy="205740"/>
          </a:xfrm>
          <a:prstGeom prst="ellipse">
            <a:avLst/>
          </a:prstGeom>
          <a:solidFill>
            <a:srgbClr val="C4CBD6"/>
          </a:solidFill>
          <a:ln>
            <a:noFill/>
          </a:ln>
        </p:spPr>
        <p:txBody>
          <a:bodyPr/>
          <a:lstStyle/>
          <a:p>
            <a:endParaRPr lang="en-US" sz="1100">
              <a:solidFill>
                <a:schemeClr val="tx1">
                  <a:lumMod val="75000"/>
                </a:schemeClr>
              </a:solidFill>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A923FACA-0B79-6AE8-DA85-504A5152D3ED}"/>
              </a:ext>
            </a:extLst>
          </p:cNvPr>
          <p:cNvSpPr/>
          <p:nvPr/>
        </p:nvSpPr>
        <p:spPr>
          <a:xfrm>
            <a:off x="809244" y="2316622"/>
            <a:ext cx="7886700" cy="329184"/>
          </a:xfrm>
          <a:prstGeom prst="rect">
            <a:avLst/>
          </a:prstGeom>
          <a:solidFill>
            <a:srgbClr val="F5F5F5"/>
          </a:solidFill>
          <a:ln>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C.</a:t>
            </a:r>
            <a:r>
              <a:rPr lang="en-US" sz="1100" dirty="0">
                <a:solidFill>
                  <a:schemeClr val="tx2"/>
                </a:solidFill>
                <a:latin typeface="Open Sans" pitchFamily="2" charset="0"/>
                <a:ea typeface="Open Sans" pitchFamily="2" charset="0"/>
                <a:cs typeface="Open Sans" pitchFamily="2" charset="0"/>
              </a:rPr>
              <a:t>  Insecure data exposure in errors or logs</a:t>
            </a:r>
          </a:p>
        </p:txBody>
      </p:sp>
      <p:sp>
        <p:nvSpPr>
          <p:cNvPr id="21" name="Shape 18">
            <a:extLst>
              <a:ext uri="{FF2B5EF4-FFF2-40B4-BE49-F238E27FC236}">
                <a16:creationId xmlns:a16="http://schemas.microsoft.com/office/drawing/2014/main" id="{ADFAA636-4C17-4230-B323-E46EE62FF115}"/>
              </a:ext>
            </a:extLst>
          </p:cNvPr>
          <p:cNvSpPr/>
          <p:nvPr/>
        </p:nvSpPr>
        <p:spPr>
          <a:xfrm>
            <a:off x="342900" y="2728102"/>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3FFBA5F7-CEDC-1288-09D5-42A03C027615}"/>
              </a:ext>
            </a:extLst>
          </p:cNvPr>
          <p:cNvSpPr/>
          <p:nvPr/>
        </p:nvSpPr>
        <p:spPr>
          <a:xfrm>
            <a:off x="493776" y="2789824"/>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0B68A68F-A281-E358-805D-F33C6B0A37CD}"/>
              </a:ext>
            </a:extLst>
          </p:cNvPr>
          <p:cNvSpPr/>
          <p:nvPr/>
        </p:nvSpPr>
        <p:spPr>
          <a:xfrm>
            <a:off x="493776" y="2789824"/>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D</a:t>
            </a:r>
            <a:endParaRPr lang="en-US" sz="1100" dirty="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F61A2E2-88D7-FCC9-7942-C2A931864423}"/>
              </a:ext>
            </a:extLst>
          </p:cNvPr>
          <p:cNvSpPr/>
          <p:nvPr/>
        </p:nvSpPr>
        <p:spPr>
          <a:xfrm>
            <a:off x="809244" y="2728102"/>
            <a:ext cx="7886700" cy="329184"/>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D.  </a:t>
            </a:r>
            <a:r>
              <a:rPr lang="en-US" sz="1100" dirty="0">
                <a:solidFill>
                  <a:schemeClr val="tx2"/>
                </a:solidFill>
                <a:latin typeface="Open Sans" pitchFamily="2" charset="0"/>
                <a:ea typeface="Open Sans" pitchFamily="2" charset="0"/>
                <a:cs typeface="Open Sans" pitchFamily="2" charset="0"/>
              </a:rPr>
              <a:t>Code that is too well documented</a:t>
            </a:r>
          </a:p>
        </p:txBody>
      </p:sp>
      <p:sp>
        <p:nvSpPr>
          <p:cNvPr id="2" name="Text 20">
            <a:extLst>
              <a:ext uri="{FF2B5EF4-FFF2-40B4-BE49-F238E27FC236}">
                <a16:creationId xmlns:a16="http://schemas.microsoft.com/office/drawing/2014/main" id="{6CDCF730-C850-DB44-8606-B092529714F4}"/>
              </a:ext>
            </a:extLst>
          </p:cNvPr>
          <p:cNvSpPr/>
          <p:nvPr/>
        </p:nvSpPr>
        <p:spPr>
          <a:xfrm>
            <a:off x="493776" y="2385359"/>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C</a:t>
            </a:r>
            <a:endParaRPr lang="en-US" sz="1100" dirty="0">
              <a:latin typeface="Open Sans" pitchFamily="2" charset="0"/>
              <a:ea typeface="Open Sans" pitchFamily="2" charset="0"/>
              <a:cs typeface="Open Sans" pitchFamily="2" charset="0"/>
            </a:endParaRPr>
          </a:p>
        </p:txBody>
      </p:sp>
      <p:sp>
        <p:nvSpPr>
          <p:cNvPr id="3" name="Text 20">
            <a:extLst>
              <a:ext uri="{FF2B5EF4-FFF2-40B4-BE49-F238E27FC236}">
                <a16:creationId xmlns:a16="http://schemas.microsoft.com/office/drawing/2014/main" id="{55253593-4B92-9D39-C16F-BC73EB4DEA4F}"/>
              </a:ext>
            </a:extLst>
          </p:cNvPr>
          <p:cNvSpPr/>
          <p:nvPr/>
        </p:nvSpPr>
        <p:spPr>
          <a:xfrm>
            <a:off x="493776" y="1970720"/>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B</a:t>
            </a:r>
            <a:endParaRPr lang="en-US" sz="1100" dirty="0">
              <a:latin typeface="Open Sans" pitchFamily="2" charset="0"/>
              <a:ea typeface="Open Sans" pitchFamily="2" charset="0"/>
              <a:cs typeface="Open Sans" pitchFamily="2" charset="0"/>
            </a:endParaRPr>
          </a:p>
        </p:txBody>
      </p:sp>
      <p:sp>
        <p:nvSpPr>
          <p:cNvPr id="4" name="Text 20">
            <a:extLst>
              <a:ext uri="{FF2B5EF4-FFF2-40B4-BE49-F238E27FC236}">
                <a16:creationId xmlns:a16="http://schemas.microsoft.com/office/drawing/2014/main" id="{146E74F4-88E2-EE6F-A0F9-E933BB613EDE}"/>
              </a:ext>
            </a:extLst>
          </p:cNvPr>
          <p:cNvSpPr/>
          <p:nvPr/>
        </p:nvSpPr>
        <p:spPr>
          <a:xfrm>
            <a:off x="493776" y="1566255"/>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A</a:t>
            </a:r>
            <a:endParaRPr lang="en-US" sz="11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397187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866B-417F-5242-675C-D3AB23185AFD}"/>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92AE4268-D692-4B08-1268-4BA4659F8C3C}"/>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Which are predictable security gaps in AI-generated code? Select all.</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309C1331-2089-8D0D-EA14-4EE40567D97F}"/>
              </a:ext>
            </a:extLst>
          </p:cNvPr>
          <p:cNvSpPr/>
          <p:nvPr/>
        </p:nvSpPr>
        <p:spPr>
          <a:xfrm>
            <a:off x="342900" y="1493662"/>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D278C7EE-4EFC-32E8-AEE8-5F877AB27C53}"/>
              </a:ext>
            </a:extLst>
          </p:cNvPr>
          <p:cNvSpPr/>
          <p:nvPr/>
        </p:nvSpPr>
        <p:spPr>
          <a:xfrm>
            <a:off x="493776" y="1555384"/>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62116B18-E0F9-8668-C63F-223FA38BC1FA}"/>
              </a:ext>
            </a:extLst>
          </p:cNvPr>
          <p:cNvSpPr/>
          <p:nvPr/>
        </p:nvSpPr>
        <p:spPr>
          <a:xfrm>
            <a:off x="493776" y="155538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1F26CE7E-334E-175B-829D-42FDF2322098}"/>
              </a:ext>
            </a:extLst>
          </p:cNvPr>
          <p:cNvSpPr/>
          <p:nvPr/>
        </p:nvSpPr>
        <p:spPr>
          <a:xfrm>
            <a:off x="809244" y="1493662"/>
            <a:ext cx="7886700" cy="329184"/>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A.  </a:t>
            </a:r>
            <a:r>
              <a:rPr lang="en-US" sz="1100" b="1" dirty="0">
                <a:latin typeface="Open Sans" pitchFamily="2" charset="0"/>
                <a:ea typeface="Open Sans" pitchFamily="2" charset="0"/>
                <a:cs typeface="Open Sans" pitchFamily="2" charset="0"/>
              </a:rPr>
              <a:t>Injection from </a:t>
            </a:r>
            <a:r>
              <a:rPr lang="en-US" sz="1100" b="1" dirty="0" err="1">
                <a:latin typeface="Open Sans" pitchFamily="2" charset="0"/>
                <a:ea typeface="Open Sans" pitchFamily="2" charset="0"/>
                <a:cs typeface="Open Sans" pitchFamily="2" charset="0"/>
              </a:rPr>
              <a:t>unsanitized</a:t>
            </a:r>
            <a:r>
              <a:rPr lang="en-US" sz="1100" b="1" dirty="0">
                <a:latin typeface="Open Sans" pitchFamily="2" charset="0"/>
                <a:ea typeface="Open Sans" pitchFamily="2" charset="0"/>
                <a:cs typeface="Open Sans" pitchFamily="2" charset="0"/>
              </a:rPr>
              <a:t> user input</a:t>
            </a:r>
            <a:endParaRPr lang="en-US" sz="1100" dirty="0">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56CCABB5-4D43-5434-0E6D-19306F8A26ED}"/>
              </a:ext>
            </a:extLst>
          </p:cNvPr>
          <p:cNvSpPr/>
          <p:nvPr/>
        </p:nvSpPr>
        <p:spPr>
          <a:xfrm>
            <a:off x="342900" y="1905142"/>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1E0F7FBB-8FEF-4144-A9DF-2C9541BC459F}"/>
              </a:ext>
            </a:extLst>
          </p:cNvPr>
          <p:cNvSpPr/>
          <p:nvPr/>
        </p:nvSpPr>
        <p:spPr>
          <a:xfrm>
            <a:off x="493776" y="1966864"/>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51C33A11-574A-F56E-9899-3BF30E1AA79A}"/>
              </a:ext>
            </a:extLst>
          </p:cNvPr>
          <p:cNvSpPr/>
          <p:nvPr/>
        </p:nvSpPr>
        <p:spPr>
          <a:xfrm>
            <a:off x="493776" y="196686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8033FA7B-4E3A-8CAA-CEF4-C078A518AE1B}"/>
              </a:ext>
            </a:extLst>
          </p:cNvPr>
          <p:cNvSpPr/>
          <p:nvPr/>
        </p:nvSpPr>
        <p:spPr>
          <a:xfrm>
            <a:off x="809244" y="1905142"/>
            <a:ext cx="7886700" cy="329184"/>
          </a:xfrm>
          <a:prstGeom prst="rect">
            <a:avLst/>
          </a:prstGeom>
          <a:noFill/>
          <a:ln/>
        </p:spPr>
        <p:txBody>
          <a:bodyPr wrap="square" lIns="0" tIns="0" rIns="0" bIns="0" rtlCol="0" anchor="ctr"/>
          <a:lstStyle/>
          <a:p>
            <a:r>
              <a:rPr lang="en-US" sz="1100" b="1">
                <a:solidFill>
                  <a:srgbClr val="00B050"/>
                </a:solidFill>
                <a:latin typeface="Open Sans" pitchFamily="2" charset="0"/>
                <a:ea typeface="Open Sans" pitchFamily="2" charset="0"/>
                <a:cs typeface="Open Sans" pitchFamily="2" charset="0"/>
              </a:rPr>
              <a:t>B.  </a:t>
            </a:r>
            <a:r>
              <a:rPr lang="en-US" sz="1100" b="1">
                <a:latin typeface="Open Sans" pitchFamily="2" charset="0"/>
                <a:ea typeface="Open Sans" pitchFamily="2" charset="0"/>
                <a:cs typeface="Open Sans" pitchFamily="2" charset="0"/>
              </a:rPr>
              <a:t>Broken authentication: hardcoded creds, no rate limiting</a:t>
            </a:r>
            <a:endParaRPr lang="en-US" sz="110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772D79F7-26FF-979F-9B3B-EE0EFA123AEC}"/>
              </a:ext>
            </a:extLst>
          </p:cNvPr>
          <p:cNvSpPr/>
          <p:nvPr/>
        </p:nvSpPr>
        <p:spPr>
          <a:xfrm>
            <a:off x="342900" y="2316622"/>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36405410-EF50-4EA3-4499-15685F449C8C}"/>
              </a:ext>
            </a:extLst>
          </p:cNvPr>
          <p:cNvSpPr/>
          <p:nvPr/>
        </p:nvSpPr>
        <p:spPr>
          <a:xfrm>
            <a:off x="493776" y="2378344"/>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C3FC7707-9D61-7CEB-5F95-DE67EEBE760D}"/>
              </a:ext>
            </a:extLst>
          </p:cNvPr>
          <p:cNvSpPr/>
          <p:nvPr/>
        </p:nvSpPr>
        <p:spPr>
          <a:xfrm>
            <a:off x="493776" y="237834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27DB3967-C695-914F-04DF-0C61D1F63D41}"/>
              </a:ext>
            </a:extLst>
          </p:cNvPr>
          <p:cNvSpPr/>
          <p:nvPr/>
        </p:nvSpPr>
        <p:spPr>
          <a:xfrm>
            <a:off x="809244" y="2316622"/>
            <a:ext cx="7886700" cy="329184"/>
          </a:xfrm>
          <a:prstGeom prst="rect">
            <a:avLst/>
          </a:prstGeom>
          <a:noFill/>
          <a:ln/>
        </p:spPr>
        <p:txBody>
          <a:bodyPr wrap="square" lIns="0" tIns="0" rIns="0" bIns="0" rtlCol="0" anchor="ctr"/>
          <a:lstStyle/>
          <a:p>
            <a:r>
              <a:rPr lang="en-US" sz="1100" b="1">
                <a:solidFill>
                  <a:srgbClr val="00B050"/>
                </a:solidFill>
                <a:latin typeface="Open Sans" pitchFamily="2" charset="0"/>
                <a:ea typeface="Open Sans" pitchFamily="2" charset="0"/>
                <a:cs typeface="Open Sans" pitchFamily="2" charset="0"/>
              </a:rPr>
              <a:t>C.  </a:t>
            </a:r>
            <a:r>
              <a:rPr lang="en-US" sz="1100" b="1">
                <a:latin typeface="Open Sans" pitchFamily="2" charset="0"/>
                <a:ea typeface="Open Sans" pitchFamily="2" charset="0"/>
                <a:cs typeface="Open Sans" pitchFamily="2" charset="0"/>
              </a:rPr>
              <a:t>Insecure data exposure in errors or logs</a:t>
            </a:r>
            <a:endParaRPr lang="en-US" sz="1100">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F795B943-CF5B-7322-D7A9-6DBE83D36BC2}"/>
              </a:ext>
            </a:extLst>
          </p:cNvPr>
          <p:cNvSpPr/>
          <p:nvPr/>
        </p:nvSpPr>
        <p:spPr>
          <a:xfrm>
            <a:off x="342900" y="2728102"/>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FE38E058-C037-9F65-2BC0-2AF717B06C76}"/>
              </a:ext>
            </a:extLst>
          </p:cNvPr>
          <p:cNvSpPr/>
          <p:nvPr/>
        </p:nvSpPr>
        <p:spPr>
          <a:xfrm>
            <a:off x="493776" y="2789824"/>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D2C6EB05-3C50-279D-5315-B867D88DD02C}"/>
              </a:ext>
            </a:extLst>
          </p:cNvPr>
          <p:cNvSpPr/>
          <p:nvPr/>
        </p:nvSpPr>
        <p:spPr>
          <a:xfrm>
            <a:off x="493776" y="278982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A58CDA27-341D-3178-E7EF-E06830CE4A88}"/>
              </a:ext>
            </a:extLst>
          </p:cNvPr>
          <p:cNvSpPr/>
          <p:nvPr/>
        </p:nvSpPr>
        <p:spPr>
          <a:xfrm>
            <a:off x="809244" y="2728102"/>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Code that is too well documented</a:t>
            </a:r>
          </a:p>
        </p:txBody>
      </p:sp>
      <p:sp>
        <p:nvSpPr>
          <p:cNvPr id="25" name="Shape 22">
            <a:extLst>
              <a:ext uri="{FF2B5EF4-FFF2-40B4-BE49-F238E27FC236}">
                <a16:creationId xmlns:a16="http://schemas.microsoft.com/office/drawing/2014/main" id="{9C3E03B6-1B21-CFDA-479E-374E47249FC1}"/>
              </a:ext>
            </a:extLst>
          </p:cNvPr>
          <p:cNvSpPr/>
          <p:nvPr/>
        </p:nvSpPr>
        <p:spPr>
          <a:xfrm>
            <a:off x="342900" y="3429000"/>
            <a:ext cx="8455914" cy="925517"/>
          </a:xfrm>
          <a:prstGeom prst="roundRect">
            <a:avLst>
              <a:gd name="adj" fmla="val 5161"/>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FD84725C-C0E6-206F-80BD-CCBB3DDBAA22}"/>
              </a:ext>
            </a:extLst>
          </p:cNvPr>
          <p:cNvSpPr/>
          <p:nvPr/>
        </p:nvSpPr>
        <p:spPr>
          <a:xfrm>
            <a:off x="534924" y="3600137"/>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Text 26">
            <a:extLst>
              <a:ext uri="{FF2B5EF4-FFF2-40B4-BE49-F238E27FC236}">
                <a16:creationId xmlns:a16="http://schemas.microsoft.com/office/drawing/2014/main" id="{52F3DBD1-71BC-DEEC-E111-443A7253D66C}"/>
              </a:ext>
            </a:extLst>
          </p:cNvPr>
          <p:cNvSpPr/>
          <p:nvPr/>
        </p:nvSpPr>
        <p:spPr>
          <a:xfrm>
            <a:off x="534924" y="3703007"/>
            <a:ext cx="7296912"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Injection, broken auth, insecure exposure, hardcoded secrets: predictable patterns. Claude builds auth for the demo, not for the attacker.</a:t>
            </a:r>
          </a:p>
        </p:txBody>
      </p:sp>
    </p:spTree>
    <p:extLst>
      <p:ext uri="{BB962C8B-B14F-4D97-AF65-F5344CB8AC3E}">
        <p14:creationId xmlns:p14="http://schemas.microsoft.com/office/powerpoint/2010/main" val="2311859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B9DD5E1D-6E9C-A7FC-E98A-7EFBD2EDD3DC}"/>
              </a:ext>
            </a:extLst>
          </p:cNvPr>
          <p:cNvSpPr/>
          <p:nvPr/>
        </p:nvSpPr>
        <p:spPr>
          <a:xfrm>
            <a:off x="342900" y="716210"/>
            <a:ext cx="8455914" cy="515252"/>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Engineering sees a working demo as 10-20% of what production needs. Why is the gap structurally large?</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5241C211-6D4C-8C68-B3E4-094C1219F317}"/>
              </a:ext>
            </a:extLst>
          </p:cNvPr>
          <p:cNvSpPr/>
          <p:nvPr/>
        </p:nvSpPr>
        <p:spPr>
          <a:xfrm>
            <a:off x="342900" y="147308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5ABF7324-62E9-6E90-FA07-4655CE0D8F61}"/>
              </a:ext>
            </a:extLst>
          </p:cNvPr>
          <p:cNvSpPr/>
          <p:nvPr/>
        </p:nvSpPr>
        <p:spPr>
          <a:xfrm>
            <a:off x="493776" y="153481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0E0D9C94-DC84-F141-B12D-5812EC1F752B}"/>
              </a:ext>
            </a:extLst>
          </p:cNvPr>
          <p:cNvSpPr/>
          <p:nvPr/>
        </p:nvSpPr>
        <p:spPr>
          <a:xfrm>
            <a:off x="493776" y="153481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7B69D4D1-BEBA-3C74-9E60-4DC33E61CC1B}"/>
              </a:ext>
            </a:extLst>
          </p:cNvPr>
          <p:cNvSpPr/>
          <p:nvPr/>
        </p:nvSpPr>
        <p:spPr>
          <a:xfrm>
            <a:off x="809244" y="1473088"/>
            <a:ext cx="5931798"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The PoC was built badly</a:t>
            </a:r>
          </a:p>
        </p:txBody>
      </p:sp>
      <p:sp>
        <p:nvSpPr>
          <p:cNvPr id="17" name="Shape 14">
            <a:extLst>
              <a:ext uri="{FF2B5EF4-FFF2-40B4-BE49-F238E27FC236}">
                <a16:creationId xmlns:a16="http://schemas.microsoft.com/office/drawing/2014/main" id="{1381FD04-EFA6-D848-1BAB-374576D44EDA}"/>
              </a:ext>
            </a:extLst>
          </p:cNvPr>
          <p:cNvSpPr/>
          <p:nvPr/>
        </p:nvSpPr>
        <p:spPr>
          <a:xfrm>
            <a:off x="342900" y="229604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2CCBC03E-6585-8C7E-3673-118CCB4183E5}"/>
              </a:ext>
            </a:extLst>
          </p:cNvPr>
          <p:cNvSpPr/>
          <p:nvPr/>
        </p:nvSpPr>
        <p:spPr>
          <a:xfrm>
            <a:off x="493776" y="235777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98E9FA8A-8441-16DB-6413-E588788D9C34}"/>
              </a:ext>
            </a:extLst>
          </p:cNvPr>
          <p:cNvSpPr/>
          <p:nvPr/>
        </p:nvSpPr>
        <p:spPr>
          <a:xfrm>
            <a:off x="493776" y="235777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44316AED-7CC0-D296-4BC0-DF15FEC826B2}"/>
              </a:ext>
            </a:extLst>
          </p:cNvPr>
          <p:cNvSpPr/>
          <p:nvPr/>
        </p:nvSpPr>
        <p:spPr>
          <a:xfrm>
            <a:off x="809244" y="229604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Claude wrote poor code</a:t>
            </a:r>
          </a:p>
        </p:txBody>
      </p:sp>
      <p:sp>
        <p:nvSpPr>
          <p:cNvPr id="21" name="Shape 18">
            <a:extLst>
              <a:ext uri="{FF2B5EF4-FFF2-40B4-BE49-F238E27FC236}">
                <a16:creationId xmlns:a16="http://schemas.microsoft.com/office/drawing/2014/main" id="{B513FDB1-9F57-F6B8-84D7-84FCAB6D3E34}"/>
              </a:ext>
            </a:extLst>
          </p:cNvPr>
          <p:cNvSpPr/>
          <p:nvPr/>
        </p:nvSpPr>
        <p:spPr>
          <a:xfrm>
            <a:off x="342900" y="270752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E56D1D1E-B70F-04E3-B3D6-7BBF9B943A18}"/>
              </a:ext>
            </a:extLst>
          </p:cNvPr>
          <p:cNvSpPr/>
          <p:nvPr/>
        </p:nvSpPr>
        <p:spPr>
          <a:xfrm>
            <a:off x="493776" y="276925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F1C3453F-EBCE-7566-8FE7-F5F7FD6A0CF6}"/>
              </a:ext>
            </a:extLst>
          </p:cNvPr>
          <p:cNvSpPr/>
          <p:nvPr/>
        </p:nvSpPr>
        <p:spPr>
          <a:xfrm>
            <a:off x="493776" y="276925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48369C2-9556-8E7C-465B-F1F97F3AC710}"/>
              </a:ext>
            </a:extLst>
          </p:cNvPr>
          <p:cNvSpPr/>
          <p:nvPr/>
        </p:nvSpPr>
        <p:spPr>
          <a:xfrm>
            <a:off x="809244" y="270752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demo was faked</a:t>
            </a:r>
          </a:p>
        </p:txBody>
      </p:sp>
      <p:sp>
        <p:nvSpPr>
          <p:cNvPr id="2" name="Shape 6">
            <a:extLst>
              <a:ext uri="{FF2B5EF4-FFF2-40B4-BE49-F238E27FC236}">
                <a16:creationId xmlns:a16="http://schemas.microsoft.com/office/drawing/2014/main" id="{3B2AAC6E-C865-F0F9-EF42-648389EB9602}"/>
              </a:ext>
            </a:extLst>
          </p:cNvPr>
          <p:cNvSpPr/>
          <p:nvPr/>
        </p:nvSpPr>
        <p:spPr>
          <a:xfrm>
            <a:off x="342900" y="188456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A047D4F5-2BBB-CE7B-D1C4-CCF72C9AEAEF}"/>
              </a:ext>
            </a:extLst>
          </p:cNvPr>
          <p:cNvSpPr/>
          <p:nvPr/>
        </p:nvSpPr>
        <p:spPr>
          <a:xfrm>
            <a:off x="493776" y="194629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9429CB8C-9D93-03D8-A400-606001CECF97}"/>
              </a:ext>
            </a:extLst>
          </p:cNvPr>
          <p:cNvSpPr/>
          <p:nvPr/>
        </p:nvSpPr>
        <p:spPr>
          <a:xfrm>
            <a:off x="493776" y="1946290"/>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B</a:t>
            </a:r>
            <a:endParaRPr lang="en-US" sz="1100" dirty="0">
              <a:latin typeface="Open Sans" pitchFamily="2" charset="0"/>
              <a:ea typeface="Open Sans" pitchFamily="2" charset="0"/>
              <a:cs typeface="Open Sans" pitchFamily="2" charset="0"/>
            </a:endParaRPr>
          </a:p>
        </p:txBody>
      </p:sp>
      <p:sp>
        <p:nvSpPr>
          <p:cNvPr id="5" name="Text 9">
            <a:extLst>
              <a:ext uri="{FF2B5EF4-FFF2-40B4-BE49-F238E27FC236}">
                <a16:creationId xmlns:a16="http://schemas.microsoft.com/office/drawing/2014/main" id="{825B0DCC-3AC9-01E2-4E90-224F196D6EEB}"/>
              </a:ext>
            </a:extLst>
          </p:cNvPr>
          <p:cNvSpPr/>
          <p:nvPr/>
        </p:nvSpPr>
        <p:spPr>
          <a:xfrm>
            <a:off x="809244" y="1884568"/>
            <a:ext cx="5931798" cy="329184"/>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  </a:t>
            </a:r>
            <a:r>
              <a:rPr lang="en-US" sz="1100" dirty="0">
                <a:solidFill>
                  <a:schemeClr val="tx2"/>
                </a:solidFill>
                <a:latin typeface="Open Sans" pitchFamily="2" charset="0"/>
                <a:ea typeface="Open Sans" pitchFamily="2" charset="0"/>
                <a:cs typeface="Open Sans" pitchFamily="2" charset="0"/>
              </a:rPr>
              <a:t>Auth, error recovery, logging, monitoring, and scale were deliberately out of scope</a:t>
            </a:r>
          </a:p>
        </p:txBody>
      </p:sp>
    </p:spTree>
    <p:extLst>
      <p:ext uri="{BB962C8B-B14F-4D97-AF65-F5344CB8AC3E}">
        <p14:creationId xmlns:p14="http://schemas.microsoft.com/office/powerpoint/2010/main" val="3097218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9D88-7948-0387-3438-C7CC6DDEBEB5}"/>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A8548BD1-5875-BB40-2393-DF00B3AF08C5}"/>
              </a:ext>
            </a:extLst>
          </p:cNvPr>
          <p:cNvSpPr/>
          <p:nvPr/>
        </p:nvSpPr>
        <p:spPr>
          <a:xfrm>
            <a:off x="342900" y="716210"/>
            <a:ext cx="8455914" cy="515252"/>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Engineering sees a working demo as 10-20% of what production needs. Why is the gap structurally large?</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5087A1F9-74B5-D555-5752-23A8B9AC5A5B}"/>
              </a:ext>
            </a:extLst>
          </p:cNvPr>
          <p:cNvSpPr/>
          <p:nvPr/>
        </p:nvSpPr>
        <p:spPr>
          <a:xfrm>
            <a:off x="342900" y="147308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AE1F6E3F-7D6E-1C39-15F9-A25A8957C484}"/>
              </a:ext>
            </a:extLst>
          </p:cNvPr>
          <p:cNvSpPr/>
          <p:nvPr/>
        </p:nvSpPr>
        <p:spPr>
          <a:xfrm>
            <a:off x="493776" y="153481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DC1B916E-679C-86E2-1CDB-77A2601D0087}"/>
              </a:ext>
            </a:extLst>
          </p:cNvPr>
          <p:cNvSpPr/>
          <p:nvPr/>
        </p:nvSpPr>
        <p:spPr>
          <a:xfrm>
            <a:off x="493776" y="153481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42FE597B-389A-BD2D-BEF8-E43147EEC3AE}"/>
              </a:ext>
            </a:extLst>
          </p:cNvPr>
          <p:cNvSpPr/>
          <p:nvPr/>
        </p:nvSpPr>
        <p:spPr>
          <a:xfrm>
            <a:off x="809244" y="1473088"/>
            <a:ext cx="5931798"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The PoC was built badly</a:t>
            </a:r>
          </a:p>
        </p:txBody>
      </p:sp>
      <p:sp>
        <p:nvSpPr>
          <p:cNvPr id="13" name="Shape 10">
            <a:extLst>
              <a:ext uri="{FF2B5EF4-FFF2-40B4-BE49-F238E27FC236}">
                <a16:creationId xmlns:a16="http://schemas.microsoft.com/office/drawing/2014/main" id="{3165D1DA-F4A4-00E6-E2F4-F95BEA0DA44F}"/>
              </a:ext>
            </a:extLst>
          </p:cNvPr>
          <p:cNvSpPr/>
          <p:nvPr/>
        </p:nvSpPr>
        <p:spPr>
          <a:xfrm>
            <a:off x="342900" y="1884568"/>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F1EC3300-6A25-8170-9ABB-C1BEEC4A5B4B}"/>
              </a:ext>
            </a:extLst>
          </p:cNvPr>
          <p:cNvSpPr/>
          <p:nvPr/>
        </p:nvSpPr>
        <p:spPr>
          <a:xfrm>
            <a:off x="493776" y="1946290"/>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EF7BAB16-35B1-5BD3-F716-A7B508A1EF89}"/>
              </a:ext>
            </a:extLst>
          </p:cNvPr>
          <p:cNvSpPr/>
          <p:nvPr/>
        </p:nvSpPr>
        <p:spPr>
          <a:xfrm>
            <a:off x="493776" y="194629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1EE810B9-D038-1973-7A2F-F10D37C83CE2}"/>
              </a:ext>
            </a:extLst>
          </p:cNvPr>
          <p:cNvSpPr/>
          <p:nvPr/>
        </p:nvSpPr>
        <p:spPr>
          <a:xfrm>
            <a:off x="809244" y="1884568"/>
            <a:ext cx="7886700" cy="329184"/>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B.  </a:t>
            </a:r>
            <a:r>
              <a:rPr lang="en-US" sz="1100" b="1" dirty="0">
                <a:latin typeface="Open Sans" pitchFamily="2" charset="0"/>
                <a:ea typeface="Open Sans" pitchFamily="2" charset="0"/>
                <a:cs typeface="Open Sans" pitchFamily="2" charset="0"/>
              </a:rPr>
              <a:t>Auth, error recovery, logging, monitoring, and scale were deliberately out of scope</a:t>
            </a:r>
            <a:endParaRPr lang="en-US" sz="1100" dirty="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51B8A635-F49D-9772-2B35-561398520A39}"/>
              </a:ext>
            </a:extLst>
          </p:cNvPr>
          <p:cNvSpPr/>
          <p:nvPr/>
        </p:nvSpPr>
        <p:spPr>
          <a:xfrm>
            <a:off x="342900" y="229604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97395C3D-05FA-8AAE-B1D5-56DB4BE986E1}"/>
              </a:ext>
            </a:extLst>
          </p:cNvPr>
          <p:cNvSpPr/>
          <p:nvPr/>
        </p:nvSpPr>
        <p:spPr>
          <a:xfrm>
            <a:off x="493776" y="235777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8F0656CD-9877-AD0E-EFCD-570D7D5A380B}"/>
              </a:ext>
            </a:extLst>
          </p:cNvPr>
          <p:cNvSpPr/>
          <p:nvPr/>
        </p:nvSpPr>
        <p:spPr>
          <a:xfrm>
            <a:off x="493776" y="235777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EECDF9C1-A069-E4A4-A7A9-2CEA63E731D1}"/>
              </a:ext>
            </a:extLst>
          </p:cNvPr>
          <p:cNvSpPr/>
          <p:nvPr/>
        </p:nvSpPr>
        <p:spPr>
          <a:xfrm>
            <a:off x="809244" y="229604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Claude wrote poor code</a:t>
            </a:r>
          </a:p>
        </p:txBody>
      </p:sp>
      <p:sp>
        <p:nvSpPr>
          <p:cNvPr id="21" name="Shape 18">
            <a:extLst>
              <a:ext uri="{FF2B5EF4-FFF2-40B4-BE49-F238E27FC236}">
                <a16:creationId xmlns:a16="http://schemas.microsoft.com/office/drawing/2014/main" id="{31A64BE4-6948-89DB-FC50-D2774B54B592}"/>
              </a:ext>
            </a:extLst>
          </p:cNvPr>
          <p:cNvSpPr/>
          <p:nvPr/>
        </p:nvSpPr>
        <p:spPr>
          <a:xfrm>
            <a:off x="342900" y="270752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627C5485-5AF8-0710-19D3-ED90F206012A}"/>
              </a:ext>
            </a:extLst>
          </p:cNvPr>
          <p:cNvSpPr/>
          <p:nvPr/>
        </p:nvSpPr>
        <p:spPr>
          <a:xfrm>
            <a:off x="493776" y="276925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9960E26F-9F8F-FD72-851C-00F5195A2485}"/>
              </a:ext>
            </a:extLst>
          </p:cNvPr>
          <p:cNvSpPr/>
          <p:nvPr/>
        </p:nvSpPr>
        <p:spPr>
          <a:xfrm>
            <a:off x="493776" y="276925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254BD5FF-253B-52C1-B793-4ED4B3E9BC21}"/>
              </a:ext>
            </a:extLst>
          </p:cNvPr>
          <p:cNvSpPr/>
          <p:nvPr/>
        </p:nvSpPr>
        <p:spPr>
          <a:xfrm>
            <a:off x="809244" y="270752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demo was faked</a:t>
            </a:r>
          </a:p>
        </p:txBody>
      </p:sp>
      <p:sp>
        <p:nvSpPr>
          <p:cNvPr id="25" name="Shape 22">
            <a:extLst>
              <a:ext uri="{FF2B5EF4-FFF2-40B4-BE49-F238E27FC236}">
                <a16:creationId xmlns:a16="http://schemas.microsoft.com/office/drawing/2014/main" id="{CAD83882-7BF0-4DA2-97A0-92285DD5D10A}"/>
              </a:ext>
            </a:extLst>
          </p:cNvPr>
          <p:cNvSpPr/>
          <p:nvPr/>
        </p:nvSpPr>
        <p:spPr>
          <a:xfrm>
            <a:off x="342900" y="3429000"/>
            <a:ext cx="8455914" cy="853901"/>
          </a:xfrm>
          <a:prstGeom prst="roundRect">
            <a:avLst>
              <a:gd name="adj" fmla="val 5161"/>
            </a:avLst>
          </a:prstGeom>
          <a:solidFill>
            <a:srgbClr val="F5F5F5"/>
          </a:solidFill>
          <a:ln>
            <a:noFill/>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97F28383-E362-19BD-2342-42D2742403BA}"/>
              </a:ext>
            </a:extLst>
          </p:cNvPr>
          <p:cNvSpPr/>
          <p:nvPr/>
        </p:nvSpPr>
        <p:spPr>
          <a:xfrm>
            <a:off x="534924" y="3538728"/>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Shape 24">
            <a:extLst>
              <a:ext uri="{FF2B5EF4-FFF2-40B4-BE49-F238E27FC236}">
                <a16:creationId xmlns:a16="http://schemas.microsoft.com/office/drawing/2014/main" id="{367581CF-6924-526D-0331-F31FB114CAF9}"/>
              </a:ext>
            </a:extLst>
          </p:cNvPr>
          <p:cNvSpPr/>
          <p:nvPr/>
        </p:nvSpPr>
        <p:spPr>
          <a:xfrm>
            <a:off x="534924" y="3785616"/>
            <a:ext cx="795528" cy="274320"/>
          </a:xfrm>
          <a:prstGeom prst="roundRect">
            <a:avLst>
              <a:gd name="adj" fmla="val 15000"/>
            </a:avLst>
          </a:prstGeom>
          <a:solidFill>
            <a:srgbClr val="00B050"/>
          </a:solidFill>
          <a:ln/>
        </p:spPr>
        <p:txBody>
          <a:bodyPr/>
          <a:lstStyle/>
          <a:p>
            <a:endParaRPr lang="en-US" sz="10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B1323C5F-5026-4302-FB65-342C54C1ED80}"/>
              </a:ext>
            </a:extLst>
          </p:cNvPr>
          <p:cNvSpPr/>
          <p:nvPr/>
        </p:nvSpPr>
        <p:spPr>
          <a:xfrm>
            <a:off x="534924" y="3785616"/>
            <a:ext cx="795528" cy="274320"/>
          </a:xfrm>
          <a:prstGeom prst="rect">
            <a:avLst/>
          </a:prstGeom>
          <a:no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STARED</a:t>
            </a:r>
            <a:endParaRPr lang="en-US" sz="1050">
              <a:solidFill>
                <a:schemeClr val="bg1"/>
              </a:solidFill>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DB310C8C-7975-9F21-82B0-392124EC156E}"/>
              </a:ext>
            </a:extLst>
          </p:cNvPr>
          <p:cNvSpPr/>
          <p:nvPr/>
        </p:nvSpPr>
        <p:spPr>
          <a:xfrm>
            <a:off x="1501902" y="3617641"/>
            <a:ext cx="7296912"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None of the production column is a criticism of the PoC. It is the honest cost of production: the features deliberately left out, put back.</a:t>
            </a:r>
          </a:p>
        </p:txBody>
      </p:sp>
    </p:spTree>
    <p:extLst>
      <p:ext uri="{BB962C8B-B14F-4D97-AF65-F5344CB8AC3E}">
        <p14:creationId xmlns:p14="http://schemas.microsoft.com/office/powerpoint/2010/main" val="2593239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5">
            <a:extLst>
              <a:ext uri="{FF2B5EF4-FFF2-40B4-BE49-F238E27FC236}">
                <a16:creationId xmlns:a16="http://schemas.microsoft.com/office/drawing/2014/main" id="{C3ACF5DD-EF52-FAE1-E393-8EF863FC2CA0}"/>
              </a:ext>
            </a:extLst>
          </p:cNvPr>
          <p:cNvSpPr/>
          <p:nvPr/>
        </p:nvSpPr>
        <p:spPr>
          <a:xfrm>
            <a:off x="342900" y="682437"/>
            <a:ext cx="8455914" cy="281046"/>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Running a production-gap audit on a returns-automation PoC. Mark each step Right or Wrong.</a:t>
            </a:r>
            <a:endParaRPr lang="en-US" sz="1400">
              <a:latin typeface="Open Sans" pitchFamily="2" charset="0"/>
              <a:ea typeface="Open Sans" pitchFamily="2" charset="0"/>
              <a:cs typeface="Open Sans" pitchFamily="2" charset="0"/>
            </a:endParaRPr>
          </a:p>
        </p:txBody>
      </p:sp>
      <p:sp>
        <p:nvSpPr>
          <p:cNvPr id="8" name="Text 10">
            <a:extLst>
              <a:ext uri="{FF2B5EF4-FFF2-40B4-BE49-F238E27FC236}">
                <a16:creationId xmlns:a16="http://schemas.microsoft.com/office/drawing/2014/main" id="{C3FEB3E9-C8BB-A6B5-48A6-67CF5BC195A0}"/>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1" name="Text 13">
            <a:extLst>
              <a:ext uri="{FF2B5EF4-FFF2-40B4-BE49-F238E27FC236}">
                <a16:creationId xmlns:a16="http://schemas.microsoft.com/office/drawing/2014/main" id="{C66928E3-80DB-4190-D319-F8D44C33BE6B}"/>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4" name="Text 16">
            <a:extLst>
              <a:ext uri="{FF2B5EF4-FFF2-40B4-BE49-F238E27FC236}">
                <a16:creationId xmlns:a16="http://schemas.microsoft.com/office/drawing/2014/main" id="{2C2AF12E-A4A6-7633-55DC-9C9C9E23AEFD}"/>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6" name="Text 19">
            <a:extLst>
              <a:ext uri="{FF2B5EF4-FFF2-40B4-BE49-F238E27FC236}">
                <a16:creationId xmlns:a16="http://schemas.microsoft.com/office/drawing/2014/main" id="{3DDE1E13-28D3-196C-F2F6-DA7411F5EADF}"/>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65" name="Shape 6">
            <a:extLst>
              <a:ext uri="{FF2B5EF4-FFF2-40B4-BE49-F238E27FC236}">
                <a16:creationId xmlns:a16="http://schemas.microsoft.com/office/drawing/2014/main" id="{38E55F90-52FB-3943-5DCA-706B5F83C444}"/>
              </a:ext>
            </a:extLst>
          </p:cNvPr>
          <p:cNvSpPr/>
          <p:nvPr/>
        </p:nvSpPr>
        <p:spPr>
          <a:xfrm>
            <a:off x="338981" y="2733894"/>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20">
            <a:extLst>
              <a:ext uri="{FF2B5EF4-FFF2-40B4-BE49-F238E27FC236}">
                <a16:creationId xmlns:a16="http://schemas.microsoft.com/office/drawing/2014/main" id="{F6D320C6-2737-3A5A-5CE0-E30EB810084B}"/>
              </a:ext>
            </a:extLst>
          </p:cNvPr>
          <p:cNvSpPr/>
          <p:nvPr/>
        </p:nvSpPr>
        <p:spPr>
          <a:xfrm>
            <a:off x="1110996" y="2651108"/>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Greenlight because it runs on the sample CSV.</a:t>
            </a:r>
            <a:endParaRPr lang="en-US" sz="1000">
              <a:latin typeface="Open Sans" pitchFamily="2" charset="0"/>
              <a:ea typeface="Open Sans" pitchFamily="2" charset="0"/>
              <a:cs typeface="Open Sans" pitchFamily="2" charset="0"/>
            </a:endParaRPr>
          </a:p>
        </p:txBody>
      </p:sp>
      <p:sp>
        <p:nvSpPr>
          <p:cNvPr id="18" name="Text 22">
            <a:extLst>
              <a:ext uri="{FF2B5EF4-FFF2-40B4-BE49-F238E27FC236}">
                <a16:creationId xmlns:a16="http://schemas.microsoft.com/office/drawing/2014/main" id="{039F8EDA-F43A-0EC0-7594-7BFDCFF1DB36}"/>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69" name="Shape 6">
            <a:extLst>
              <a:ext uri="{FF2B5EF4-FFF2-40B4-BE49-F238E27FC236}">
                <a16:creationId xmlns:a16="http://schemas.microsoft.com/office/drawing/2014/main" id="{D138956F-BDEE-C306-9FC6-32D3B51F1377}"/>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23">
            <a:extLst>
              <a:ext uri="{FF2B5EF4-FFF2-40B4-BE49-F238E27FC236}">
                <a16:creationId xmlns:a16="http://schemas.microsoft.com/office/drawing/2014/main" id="{43398B0B-25F1-17C8-5926-2FFCC09392E7}"/>
              </a:ext>
            </a:extLst>
          </p:cNvPr>
          <p:cNvSpPr/>
          <p:nvPr/>
        </p:nvSpPr>
        <p:spPr>
          <a:xfrm>
            <a:off x="1110996" y="303613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Hardcode the production credentials to ship faster.</a:t>
            </a:r>
            <a:endParaRPr lang="en-US" sz="1000">
              <a:latin typeface="Open Sans" pitchFamily="2" charset="0"/>
              <a:ea typeface="Open Sans" pitchFamily="2" charset="0"/>
              <a:cs typeface="Open Sans" pitchFamily="2" charset="0"/>
            </a:endParaRPr>
          </a:p>
        </p:txBody>
      </p:sp>
      <p:sp>
        <p:nvSpPr>
          <p:cNvPr id="21" name="Text 25">
            <a:extLst>
              <a:ext uri="{FF2B5EF4-FFF2-40B4-BE49-F238E27FC236}">
                <a16:creationId xmlns:a16="http://schemas.microsoft.com/office/drawing/2014/main" id="{A6A6D2F7-7E57-0809-8A9C-8E71AA39CE9B}"/>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72" name="Shape 6">
            <a:extLst>
              <a:ext uri="{FF2B5EF4-FFF2-40B4-BE49-F238E27FC236}">
                <a16:creationId xmlns:a16="http://schemas.microsoft.com/office/drawing/2014/main" id="{16ED4E37-37AE-5839-7144-83A4C2D7437C}"/>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6">
            <a:extLst>
              <a:ext uri="{FF2B5EF4-FFF2-40B4-BE49-F238E27FC236}">
                <a16:creationId xmlns:a16="http://schemas.microsoft.com/office/drawing/2014/main" id="{3FC495BD-370E-6799-40A4-41F8AC85B3CC}"/>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Name the most surprising gap, the one you did not expect.</a:t>
            </a:r>
            <a:endParaRPr lang="en-US" sz="1000">
              <a:latin typeface="Open Sans" pitchFamily="2" charset="0"/>
              <a:ea typeface="Open Sans" pitchFamily="2" charset="0"/>
              <a:cs typeface="Open Sans" pitchFamily="2" charset="0"/>
            </a:endParaRPr>
          </a:p>
        </p:txBody>
      </p:sp>
      <p:sp>
        <p:nvSpPr>
          <p:cNvPr id="31" name="Text 7">
            <a:extLst>
              <a:ext uri="{FF2B5EF4-FFF2-40B4-BE49-F238E27FC236}">
                <a16:creationId xmlns:a16="http://schemas.microsoft.com/office/drawing/2014/main" id="{437181A7-468F-E829-29B9-92BF181FB8E3}"/>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7">
            <a:extLst>
              <a:ext uri="{FF2B5EF4-FFF2-40B4-BE49-F238E27FC236}">
                <a16:creationId xmlns:a16="http://schemas.microsoft.com/office/drawing/2014/main" id="{4848B331-D092-7A3F-6A35-31C7A161267C}"/>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7" name="Text 8">
            <a:extLst>
              <a:ext uri="{FF2B5EF4-FFF2-40B4-BE49-F238E27FC236}">
                <a16:creationId xmlns:a16="http://schemas.microsoft.com/office/drawing/2014/main" id="{6B6CD4AE-6094-3D71-5535-E73E43526F20}"/>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gap-audit prompt against a production checklist (validation, secrets, retries, logging, tests, auth).</a:t>
            </a:r>
            <a:endParaRPr lang="en-US" sz="1000">
              <a:latin typeface="Open Sans" pitchFamily="2" charset="0"/>
              <a:ea typeface="Open Sans" pitchFamily="2" charset="0"/>
              <a:cs typeface="Open Sans" pitchFamily="2" charset="0"/>
            </a:endParaRPr>
          </a:p>
        </p:txBody>
      </p:sp>
      <p:sp>
        <p:nvSpPr>
          <p:cNvPr id="35" name="Shape 6">
            <a:extLst>
              <a:ext uri="{FF2B5EF4-FFF2-40B4-BE49-F238E27FC236}">
                <a16:creationId xmlns:a16="http://schemas.microsoft.com/office/drawing/2014/main" id="{C67B103D-886F-6CD8-B3EE-66BCEB9A5C7F}"/>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11">
            <a:extLst>
              <a:ext uri="{FF2B5EF4-FFF2-40B4-BE49-F238E27FC236}">
                <a16:creationId xmlns:a16="http://schemas.microsoft.com/office/drawing/2014/main" id="{27F4228E-3290-3737-95D2-E40DC18459A5}"/>
              </a:ext>
            </a:extLst>
          </p:cNvPr>
          <p:cNvSpPr/>
          <p:nvPr/>
        </p:nvSpPr>
        <p:spPr>
          <a:xfrm>
            <a:off x="1110996" y="149602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Assume the demo dataset represents production load.</a:t>
            </a:r>
            <a:endParaRPr lang="en-US" sz="1000">
              <a:latin typeface="Open Sans" pitchFamily="2" charset="0"/>
              <a:ea typeface="Open Sans" pitchFamily="2" charset="0"/>
              <a:cs typeface="Open Sans" pitchFamily="2" charset="0"/>
            </a:endParaRPr>
          </a:p>
        </p:txBody>
      </p:sp>
      <p:sp>
        <p:nvSpPr>
          <p:cNvPr id="41" name="Shape 6">
            <a:extLst>
              <a:ext uri="{FF2B5EF4-FFF2-40B4-BE49-F238E27FC236}">
                <a16:creationId xmlns:a16="http://schemas.microsoft.com/office/drawing/2014/main" id="{A4D34CAF-BFCF-1294-2D79-73B0A11A585C}"/>
              </a:ext>
            </a:extLst>
          </p:cNvPr>
          <p:cNvSpPr/>
          <p:nvPr/>
        </p:nvSpPr>
        <p:spPr>
          <a:xfrm>
            <a:off x="338981" y="1578810"/>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4">
            <a:extLst>
              <a:ext uri="{FF2B5EF4-FFF2-40B4-BE49-F238E27FC236}">
                <a16:creationId xmlns:a16="http://schemas.microsoft.com/office/drawing/2014/main" id="{B3FA424D-BA69-42C4-6E38-DFB1CF765504}"/>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Classify each gap as blocking or deferrable.</a:t>
            </a:r>
            <a:endParaRPr lang="en-US" sz="1000">
              <a:latin typeface="Open Sans" pitchFamily="2" charset="0"/>
              <a:ea typeface="Open Sans" pitchFamily="2" charset="0"/>
              <a:cs typeface="Open Sans" pitchFamily="2" charset="0"/>
            </a:endParaRPr>
          </a:p>
        </p:txBody>
      </p:sp>
      <p:sp>
        <p:nvSpPr>
          <p:cNvPr id="47" name="Shape 6">
            <a:extLst>
              <a:ext uri="{FF2B5EF4-FFF2-40B4-BE49-F238E27FC236}">
                <a16:creationId xmlns:a16="http://schemas.microsoft.com/office/drawing/2014/main" id="{DAD883D7-C596-306E-CDA0-366F17EF4C95}"/>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7">
            <a:extLst>
              <a:ext uri="{FF2B5EF4-FFF2-40B4-BE49-F238E27FC236}">
                <a16:creationId xmlns:a16="http://schemas.microsoft.com/office/drawing/2014/main" id="{EB89EC55-AFAA-4614-8F88-9252835E5C8F}"/>
              </a:ext>
            </a:extLst>
          </p:cNvPr>
          <p:cNvSpPr/>
          <p:nvPr/>
        </p:nvSpPr>
        <p:spPr>
          <a:xfrm>
            <a:off x="1110996" y="2266080"/>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Apply the 10x rule to the blocking gaps and name the total honestly.</a:t>
            </a:r>
            <a:endParaRPr lang="en-US" sz="1000">
              <a:latin typeface="Open Sans" pitchFamily="2" charset="0"/>
              <a:ea typeface="Open Sans" pitchFamily="2" charset="0"/>
              <a:cs typeface="Open Sans" pitchFamily="2" charset="0"/>
            </a:endParaRPr>
          </a:p>
        </p:txBody>
      </p:sp>
      <p:sp>
        <p:nvSpPr>
          <p:cNvPr id="62" name="Shape 6">
            <a:extLst>
              <a:ext uri="{FF2B5EF4-FFF2-40B4-BE49-F238E27FC236}">
                <a16:creationId xmlns:a16="http://schemas.microsoft.com/office/drawing/2014/main" id="{7B952A5E-528E-DEB6-FA80-A850607D4CA6}"/>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675420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22">
            <a:extLst>
              <a:ext uri="{FF2B5EF4-FFF2-40B4-BE49-F238E27FC236}">
                <a16:creationId xmlns:a16="http://schemas.microsoft.com/office/drawing/2014/main" id="{F6A35AB7-88C8-E35F-A21F-1F5873968E6A}"/>
              </a:ext>
            </a:extLst>
          </p:cNvPr>
          <p:cNvSpPr/>
          <p:nvPr/>
        </p:nvSpPr>
        <p:spPr>
          <a:xfrm>
            <a:off x="342900" y="3892473"/>
            <a:ext cx="8455914" cy="681392"/>
          </a:xfrm>
          <a:prstGeom prst="roundRect">
            <a:avLst>
              <a:gd name="adj" fmla="val 5161"/>
            </a:avLst>
          </a:prstGeom>
          <a:solidFill>
            <a:srgbClr val="F5F5F5"/>
          </a:solidFill>
          <a:ln>
            <a:noFill/>
          </a:ln>
        </p:spPr>
        <p:txBody>
          <a:bodyPr/>
          <a:lstStyle/>
          <a:p>
            <a:endParaRPr lang="en-US">
              <a:latin typeface="Open Sans" pitchFamily="2" charset="0"/>
              <a:ea typeface="Open Sans" pitchFamily="2" charset="0"/>
              <a:cs typeface="Open Sans" pitchFamily="2" charset="0"/>
            </a:endParaRPr>
          </a:p>
        </p:txBody>
      </p:sp>
      <p:sp>
        <p:nvSpPr>
          <p:cNvPr id="63" name="Shape 6">
            <a:extLst>
              <a:ext uri="{FF2B5EF4-FFF2-40B4-BE49-F238E27FC236}">
                <a16:creationId xmlns:a16="http://schemas.microsoft.com/office/drawing/2014/main" id="{3A02EB81-5FAD-9235-D169-B59506242ACA}"/>
              </a:ext>
            </a:extLst>
          </p:cNvPr>
          <p:cNvSpPr/>
          <p:nvPr/>
        </p:nvSpPr>
        <p:spPr>
          <a:xfrm>
            <a:off x="338981" y="3119743"/>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64" name="Text 7">
            <a:extLst>
              <a:ext uri="{FF2B5EF4-FFF2-40B4-BE49-F238E27FC236}">
                <a16:creationId xmlns:a16="http://schemas.microsoft.com/office/drawing/2014/main" id="{28336BAF-BF11-6AE2-09CF-0DE22F61F2E1}"/>
              </a:ext>
            </a:extLst>
          </p:cNvPr>
          <p:cNvSpPr/>
          <p:nvPr/>
        </p:nvSpPr>
        <p:spPr>
          <a:xfrm>
            <a:off x="338981" y="3119743"/>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65" name="Text 19">
            <a:extLst>
              <a:ext uri="{FF2B5EF4-FFF2-40B4-BE49-F238E27FC236}">
                <a16:creationId xmlns:a16="http://schemas.microsoft.com/office/drawing/2014/main" id="{F107E404-918A-283A-9BFF-CF53410A1FB2}"/>
              </a:ext>
            </a:extLst>
          </p:cNvPr>
          <p:cNvSpPr/>
          <p:nvPr/>
        </p:nvSpPr>
        <p:spPr>
          <a:xfrm>
            <a:off x="342900" y="3059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61" name="Shape 6">
            <a:extLst>
              <a:ext uri="{FF2B5EF4-FFF2-40B4-BE49-F238E27FC236}">
                <a16:creationId xmlns:a16="http://schemas.microsoft.com/office/drawing/2014/main" id="{830D81EB-9CDE-CC42-4719-FDC905A9A49D}"/>
              </a:ext>
            </a:extLst>
          </p:cNvPr>
          <p:cNvSpPr/>
          <p:nvPr/>
        </p:nvSpPr>
        <p:spPr>
          <a:xfrm>
            <a:off x="338981" y="2738743"/>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62" name="Text 7">
            <a:extLst>
              <a:ext uri="{FF2B5EF4-FFF2-40B4-BE49-F238E27FC236}">
                <a16:creationId xmlns:a16="http://schemas.microsoft.com/office/drawing/2014/main" id="{E1A49566-86AD-357B-8043-6518068E3CCA}"/>
              </a:ext>
            </a:extLst>
          </p:cNvPr>
          <p:cNvSpPr/>
          <p:nvPr/>
        </p:nvSpPr>
        <p:spPr>
          <a:xfrm>
            <a:off x="338981" y="2738743"/>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29" name="Text 28">
            <a:extLst>
              <a:ext uri="{FF2B5EF4-FFF2-40B4-BE49-F238E27FC236}">
                <a16:creationId xmlns:a16="http://schemas.microsoft.com/office/drawing/2014/main" id="{0EDFCA1C-86B2-67E0-47F7-38C08136D3BC}"/>
              </a:ext>
            </a:extLst>
          </p:cNvPr>
          <p:cNvSpPr/>
          <p:nvPr/>
        </p:nvSpPr>
        <p:spPr>
          <a:xfrm>
            <a:off x="534924" y="4010321"/>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31" name="Text 31">
            <a:extLst>
              <a:ext uri="{FF2B5EF4-FFF2-40B4-BE49-F238E27FC236}">
                <a16:creationId xmlns:a16="http://schemas.microsoft.com/office/drawing/2014/main" id="{DDF63DA2-FDE2-4134-7D17-6B540F0BCD5F}"/>
              </a:ext>
            </a:extLst>
          </p:cNvPr>
          <p:cNvSpPr/>
          <p:nvPr/>
        </p:nvSpPr>
        <p:spPr>
          <a:xfrm>
            <a:off x="534924" y="4054519"/>
            <a:ext cx="7296743"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Audit against a checklist, classify, estimate with the 10x rule, and never mistake a sympathetic demo for production. </a:t>
            </a:r>
          </a:p>
        </p:txBody>
      </p:sp>
      <p:sp>
        <p:nvSpPr>
          <p:cNvPr id="34" name="Text 5">
            <a:extLst>
              <a:ext uri="{FF2B5EF4-FFF2-40B4-BE49-F238E27FC236}">
                <a16:creationId xmlns:a16="http://schemas.microsoft.com/office/drawing/2014/main" id="{542A1BDE-F045-DC3B-0AF8-E3BAE0A0F04A}"/>
              </a:ext>
            </a:extLst>
          </p:cNvPr>
          <p:cNvSpPr/>
          <p:nvPr/>
        </p:nvSpPr>
        <p:spPr>
          <a:xfrm>
            <a:off x="342900" y="682437"/>
            <a:ext cx="8455914" cy="281046"/>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Running a production-gap audit on a returns-automation PoC. Mark each step Right or Wrong.</a:t>
            </a:r>
            <a:endParaRPr lang="en-US" sz="1400">
              <a:latin typeface="Open Sans" pitchFamily="2" charset="0"/>
              <a:ea typeface="Open Sans" pitchFamily="2" charset="0"/>
              <a:cs typeface="Open Sans" pitchFamily="2" charset="0"/>
            </a:endParaRPr>
          </a:p>
        </p:txBody>
      </p:sp>
      <p:sp>
        <p:nvSpPr>
          <p:cNvPr id="39" name="Text 10">
            <a:extLst>
              <a:ext uri="{FF2B5EF4-FFF2-40B4-BE49-F238E27FC236}">
                <a16:creationId xmlns:a16="http://schemas.microsoft.com/office/drawing/2014/main" id="{516F2253-98A4-AF52-BF7B-9666D9234D14}"/>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0" name="Text 13">
            <a:extLst>
              <a:ext uri="{FF2B5EF4-FFF2-40B4-BE49-F238E27FC236}">
                <a16:creationId xmlns:a16="http://schemas.microsoft.com/office/drawing/2014/main" id="{BC3DEF8B-25B0-6622-129C-46FBCA78AA58}"/>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1" name="Text 16">
            <a:extLst>
              <a:ext uri="{FF2B5EF4-FFF2-40B4-BE49-F238E27FC236}">
                <a16:creationId xmlns:a16="http://schemas.microsoft.com/office/drawing/2014/main" id="{653EE710-93BE-0A96-FB92-BA41D3522BD7}"/>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2" name="Text 19">
            <a:extLst>
              <a:ext uri="{FF2B5EF4-FFF2-40B4-BE49-F238E27FC236}">
                <a16:creationId xmlns:a16="http://schemas.microsoft.com/office/drawing/2014/main" id="{EF0CD714-0C5E-98CD-51AB-BDE8EB0C2FDD}"/>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5" name="Text 22">
            <a:extLst>
              <a:ext uri="{FF2B5EF4-FFF2-40B4-BE49-F238E27FC236}">
                <a16:creationId xmlns:a16="http://schemas.microsoft.com/office/drawing/2014/main" id="{263A1B1E-4FA5-B187-5F60-8EC10FBD89E9}"/>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8" name="Text 25">
            <a:extLst>
              <a:ext uri="{FF2B5EF4-FFF2-40B4-BE49-F238E27FC236}">
                <a16:creationId xmlns:a16="http://schemas.microsoft.com/office/drawing/2014/main" id="{C00A47AB-25A2-39B1-2E6C-EBCE5F470856}"/>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9" name="Shape 6">
            <a:extLst>
              <a:ext uri="{FF2B5EF4-FFF2-40B4-BE49-F238E27FC236}">
                <a16:creationId xmlns:a16="http://schemas.microsoft.com/office/drawing/2014/main" id="{7498DC0A-636B-7E33-8824-42F1AA48924E}"/>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50" name="Text 7">
            <a:extLst>
              <a:ext uri="{FF2B5EF4-FFF2-40B4-BE49-F238E27FC236}">
                <a16:creationId xmlns:a16="http://schemas.microsoft.com/office/drawing/2014/main" id="{7848EA16-83D0-A846-D8FF-5D08DF6FC183}"/>
              </a:ext>
            </a:extLst>
          </p:cNvPr>
          <p:cNvSpPr/>
          <p:nvPr/>
        </p:nvSpPr>
        <p:spPr>
          <a:xfrm>
            <a:off x="338981" y="350394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51" name="Text 7">
            <a:extLst>
              <a:ext uri="{FF2B5EF4-FFF2-40B4-BE49-F238E27FC236}">
                <a16:creationId xmlns:a16="http://schemas.microsoft.com/office/drawing/2014/main" id="{A3351B83-3334-EA25-2745-9280E3DE4AFF}"/>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52" name="Text 7">
            <a:extLst>
              <a:ext uri="{FF2B5EF4-FFF2-40B4-BE49-F238E27FC236}">
                <a16:creationId xmlns:a16="http://schemas.microsoft.com/office/drawing/2014/main" id="{B959731C-8B9B-F32E-1DC3-C4FB15902302}"/>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53" name="Shape 6">
            <a:extLst>
              <a:ext uri="{FF2B5EF4-FFF2-40B4-BE49-F238E27FC236}">
                <a16:creationId xmlns:a16="http://schemas.microsoft.com/office/drawing/2014/main" id="{A2B6B4FF-D6A5-DC0B-719A-26A3B9D7F49F}"/>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54" name="Text 7">
            <a:extLst>
              <a:ext uri="{FF2B5EF4-FFF2-40B4-BE49-F238E27FC236}">
                <a16:creationId xmlns:a16="http://schemas.microsoft.com/office/drawing/2014/main" id="{0036B1C4-57EB-837B-7664-2215A42CC429}"/>
              </a:ext>
            </a:extLst>
          </p:cNvPr>
          <p:cNvSpPr/>
          <p:nvPr/>
        </p:nvSpPr>
        <p:spPr>
          <a:xfrm>
            <a:off x="338981" y="119378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55" name="Shape 6">
            <a:extLst>
              <a:ext uri="{FF2B5EF4-FFF2-40B4-BE49-F238E27FC236}">
                <a16:creationId xmlns:a16="http://schemas.microsoft.com/office/drawing/2014/main" id="{68EDBA34-A194-AEAB-98DE-BEAA281F969B}"/>
              </a:ext>
            </a:extLst>
          </p:cNvPr>
          <p:cNvSpPr/>
          <p:nvPr/>
        </p:nvSpPr>
        <p:spPr>
          <a:xfrm>
            <a:off x="338981" y="1578810"/>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56" name="Text 7">
            <a:extLst>
              <a:ext uri="{FF2B5EF4-FFF2-40B4-BE49-F238E27FC236}">
                <a16:creationId xmlns:a16="http://schemas.microsoft.com/office/drawing/2014/main" id="{6052A8F6-5C72-8A82-0162-407E79878D8D}"/>
              </a:ext>
            </a:extLst>
          </p:cNvPr>
          <p:cNvSpPr/>
          <p:nvPr/>
        </p:nvSpPr>
        <p:spPr>
          <a:xfrm>
            <a:off x="338981" y="1578810"/>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57" name="Shape 6">
            <a:extLst>
              <a:ext uri="{FF2B5EF4-FFF2-40B4-BE49-F238E27FC236}">
                <a16:creationId xmlns:a16="http://schemas.microsoft.com/office/drawing/2014/main" id="{68EB586B-77BF-F306-2857-0EAA23205314}"/>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58" name="Text 7">
            <a:extLst>
              <a:ext uri="{FF2B5EF4-FFF2-40B4-BE49-F238E27FC236}">
                <a16:creationId xmlns:a16="http://schemas.microsoft.com/office/drawing/2014/main" id="{90B8364F-82B8-0434-E1B4-A3FDB99F9B9B}"/>
              </a:ext>
            </a:extLst>
          </p:cNvPr>
          <p:cNvSpPr/>
          <p:nvPr/>
        </p:nvSpPr>
        <p:spPr>
          <a:xfrm>
            <a:off x="338981" y="196383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59" name="Shape 6">
            <a:extLst>
              <a:ext uri="{FF2B5EF4-FFF2-40B4-BE49-F238E27FC236}">
                <a16:creationId xmlns:a16="http://schemas.microsoft.com/office/drawing/2014/main" id="{6CC9202D-0E7B-3975-06EC-D1460B2819B0}"/>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60" name="Text 7">
            <a:extLst>
              <a:ext uri="{FF2B5EF4-FFF2-40B4-BE49-F238E27FC236}">
                <a16:creationId xmlns:a16="http://schemas.microsoft.com/office/drawing/2014/main" id="{519CB6E6-49E4-9EFF-FAFF-8E27BB9CEE65}"/>
              </a:ext>
            </a:extLst>
          </p:cNvPr>
          <p:cNvSpPr/>
          <p:nvPr/>
        </p:nvSpPr>
        <p:spPr>
          <a:xfrm>
            <a:off x="338981" y="2348866"/>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66" name="Text 20">
            <a:extLst>
              <a:ext uri="{FF2B5EF4-FFF2-40B4-BE49-F238E27FC236}">
                <a16:creationId xmlns:a16="http://schemas.microsoft.com/office/drawing/2014/main" id="{97D178DF-3BA9-6543-A3DE-C89BF96437AB}"/>
              </a:ext>
            </a:extLst>
          </p:cNvPr>
          <p:cNvSpPr/>
          <p:nvPr/>
        </p:nvSpPr>
        <p:spPr>
          <a:xfrm>
            <a:off x="1110996" y="2651108"/>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Greenlight because it runs on the sample CSV.</a:t>
            </a:r>
            <a:endParaRPr lang="en-US" sz="1000">
              <a:solidFill>
                <a:schemeClr val="tx2"/>
              </a:solidFill>
              <a:latin typeface="Open Sans" pitchFamily="2" charset="0"/>
              <a:ea typeface="Open Sans" pitchFamily="2" charset="0"/>
              <a:cs typeface="Open Sans" pitchFamily="2" charset="0"/>
            </a:endParaRPr>
          </a:p>
        </p:txBody>
      </p:sp>
      <p:sp>
        <p:nvSpPr>
          <p:cNvPr id="67" name="Text 23">
            <a:extLst>
              <a:ext uri="{FF2B5EF4-FFF2-40B4-BE49-F238E27FC236}">
                <a16:creationId xmlns:a16="http://schemas.microsoft.com/office/drawing/2014/main" id="{8E1CEFB2-807F-E238-D2FA-32D86625AF7F}"/>
              </a:ext>
            </a:extLst>
          </p:cNvPr>
          <p:cNvSpPr/>
          <p:nvPr/>
        </p:nvSpPr>
        <p:spPr>
          <a:xfrm>
            <a:off x="1110996" y="3036136"/>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Hardcode the production credentials to ship faster.</a:t>
            </a:r>
            <a:endParaRPr lang="en-US" sz="1000">
              <a:solidFill>
                <a:schemeClr val="tx2"/>
              </a:solidFill>
              <a:latin typeface="Open Sans" pitchFamily="2" charset="0"/>
              <a:ea typeface="Open Sans" pitchFamily="2" charset="0"/>
              <a:cs typeface="Open Sans" pitchFamily="2" charset="0"/>
            </a:endParaRPr>
          </a:p>
        </p:txBody>
      </p:sp>
      <p:sp>
        <p:nvSpPr>
          <p:cNvPr id="68" name="Text 26">
            <a:extLst>
              <a:ext uri="{FF2B5EF4-FFF2-40B4-BE49-F238E27FC236}">
                <a16:creationId xmlns:a16="http://schemas.microsoft.com/office/drawing/2014/main" id="{18DA3C8D-944B-EDE5-DFB9-38F4FF3CD124}"/>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Name the most surprising gap, the one you did not expect.</a:t>
            </a:r>
            <a:endParaRPr lang="en-US" sz="1000">
              <a:latin typeface="Open Sans" pitchFamily="2" charset="0"/>
              <a:ea typeface="Open Sans" pitchFamily="2" charset="0"/>
              <a:cs typeface="Open Sans" pitchFamily="2" charset="0"/>
            </a:endParaRPr>
          </a:p>
        </p:txBody>
      </p:sp>
      <p:sp>
        <p:nvSpPr>
          <p:cNvPr id="69" name="Text 8">
            <a:extLst>
              <a:ext uri="{FF2B5EF4-FFF2-40B4-BE49-F238E27FC236}">
                <a16:creationId xmlns:a16="http://schemas.microsoft.com/office/drawing/2014/main" id="{D72E059A-C9F3-D07E-E7C2-562A98E9F877}"/>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gap-audit prompt against a production checklist (validation, secrets, retries, logging, tests, auth).</a:t>
            </a:r>
            <a:endParaRPr lang="en-US" sz="1000">
              <a:latin typeface="Open Sans" pitchFamily="2" charset="0"/>
              <a:ea typeface="Open Sans" pitchFamily="2" charset="0"/>
              <a:cs typeface="Open Sans" pitchFamily="2" charset="0"/>
            </a:endParaRPr>
          </a:p>
        </p:txBody>
      </p:sp>
      <p:sp>
        <p:nvSpPr>
          <p:cNvPr id="70" name="Text 11">
            <a:extLst>
              <a:ext uri="{FF2B5EF4-FFF2-40B4-BE49-F238E27FC236}">
                <a16:creationId xmlns:a16="http://schemas.microsoft.com/office/drawing/2014/main" id="{56536E5D-E690-D783-E91E-2A53FA5A1C64}"/>
              </a:ext>
            </a:extLst>
          </p:cNvPr>
          <p:cNvSpPr/>
          <p:nvPr/>
        </p:nvSpPr>
        <p:spPr>
          <a:xfrm>
            <a:off x="1110996" y="1496024"/>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Assume the demo dataset represents production load.</a:t>
            </a:r>
            <a:endParaRPr lang="en-US" sz="1000">
              <a:solidFill>
                <a:schemeClr val="tx2"/>
              </a:solidFill>
              <a:latin typeface="Open Sans" pitchFamily="2" charset="0"/>
              <a:ea typeface="Open Sans" pitchFamily="2" charset="0"/>
              <a:cs typeface="Open Sans" pitchFamily="2" charset="0"/>
            </a:endParaRPr>
          </a:p>
        </p:txBody>
      </p:sp>
      <p:sp>
        <p:nvSpPr>
          <p:cNvPr id="71" name="Text 14">
            <a:extLst>
              <a:ext uri="{FF2B5EF4-FFF2-40B4-BE49-F238E27FC236}">
                <a16:creationId xmlns:a16="http://schemas.microsoft.com/office/drawing/2014/main" id="{6DF34829-F3D2-540C-94AF-D09EBD35C157}"/>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Classify each gap as blocking or deferrable.</a:t>
            </a:r>
            <a:endParaRPr lang="en-US" sz="1000">
              <a:latin typeface="Open Sans" pitchFamily="2" charset="0"/>
              <a:ea typeface="Open Sans" pitchFamily="2" charset="0"/>
              <a:cs typeface="Open Sans" pitchFamily="2" charset="0"/>
            </a:endParaRPr>
          </a:p>
        </p:txBody>
      </p:sp>
      <p:sp>
        <p:nvSpPr>
          <p:cNvPr id="72" name="Text 17">
            <a:extLst>
              <a:ext uri="{FF2B5EF4-FFF2-40B4-BE49-F238E27FC236}">
                <a16:creationId xmlns:a16="http://schemas.microsoft.com/office/drawing/2014/main" id="{7AAB916E-5A7D-3044-2059-13A15B5E520F}"/>
              </a:ext>
            </a:extLst>
          </p:cNvPr>
          <p:cNvSpPr/>
          <p:nvPr/>
        </p:nvSpPr>
        <p:spPr>
          <a:xfrm>
            <a:off x="1110996" y="2266080"/>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Apply the 10x rule to the blocking gaps and name the total honestly.</a:t>
            </a:r>
            <a:endParaRPr lang="en-US" sz="10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81737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F049E364-A78E-C222-563E-0570DA99C851}"/>
              </a:ext>
            </a:extLst>
          </p:cNvPr>
          <p:cNvSpPr/>
          <p:nvPr/>
        </p:nvSpPr>
        <p:spPr>
          <a:xfrm>
            <a:off x="342900" y="617220"/>
            <a:ext cx="8455914" cy="411480"/>
          </a:xfrm>
          <a:prstGeom prst="rect">
            <a:avLst/>
          </a:prstGeom>
          <a:noFill/>
          <a:ln/>
        </p:spPr>
        <p:txBody>
          <a:bodyPr wrap="square" lIns="0" tIns="0" rIns="0" bIns="0" rtlCol="0" anchor="t"/>
          <a:lstStyle/>
          <a:p>
            <a:r>
              <a:rPr lang="en-US" sz="1400" b="1" dirty="0">
                <a:latin typeface="Open Sans" pitchFamily="2" charset="0"/>
                <a:ea typeface="Open Sans" pitchFamily="2" charset="0"/>
                <a:cs typeface="Open Sans" pitchFamily="2" charset="0"/>
              </a:rPr>
              <a:t>A risk assessment and responsible handoff for a PoC that touches customer data. Mark each step Right or Wrong.</a:t>
            </a:r>
            <a:endParaRPr lang="en-US" sz="1400" dirty="0">
              <a:latin typeface="Open Sans" pitchFamily="2" charset="0"/>
              <a:ea typeface="Open Sans" pitchFamily="2" charset="0"/>
              <a:cs typeface="Open Sans" pitchFamily="2" charset="0"/>
            </a:endParaRPr>
          </a:p>
        </p:txBody>
      </p:sp>
      <p:sp>
        <p:nvSpPr>
          <p:cNvPr id="9" name="Text 8">
            <a:extLst>
              <a:ext uri="{FF2B5EF4-FFF2-40B4-BE49-F238E27FC236}">
                <a16:creationId xmlns:a16="http://schemas.microsoft.com/office/drawing/2014/main" id="{F8D700CD-C683-0810-9E2B-07041DDEA3DC}"/>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risk-review prompt for privacy, security, and governance.</a:t>
            </a:r>
            <a:endParaRPr lang="en-US" sz="1000">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E9282CC4-A389-168F-7AE5-9986D072D518}"/>
              </a:ext>
            </a:extLst>
          </p:cNvPr>
          <p:cNvSpPr/>
          <p:nvPr/>
        </p:nvSpPr>
        <p:spPr>
          <a:xfrm>
            <a:off x="1110996" y="1496023"/>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Paste real customer records to test the risk review.</a:t>
            </a:r>
            <a:endParaRPr lang="en-US" sz="1000">
              <a:latin typeface="Open Sans" pitchFamily="2" charset="0"/>
              <a:ea typeface="Open Sans" pitchFamily="2" charset="0"/>
              <a:cs typeface="Open Sans" pitchFamily="2" charset="0"/>
            </a:endParaRPr>
          </a:p>
        </p:txBody>
      </p:sp>
      <p:sp>
        <p:nvSpPr>
          <p:cNvPr id="11" name="Text 14">
            <a:extLst>
              <a:ext uri="{FF2B5EF4-FFF2-40B4-BE49-F238E27FC236}">
                <a16:creationId xmlns:a16="http://schemas.microsoft.com/office/drawing/2014/main" id="{DBEBDFEA-354D-4CC2-A036-91247D0121AB}"/>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Supplement Claude's findings with what it cannot see (tools used, data pasted in testing).</a:t>
            </a:r>
            <a:endParaRPr lang="en-US" sz="1000">
              <a:latin typeface="Open Sans" pitchFamily="2" charset="0"/>
              <a:ea typeface="Open Sans" pitchFamily="2" charset="0"/>
              <a:cs typeface="Open Sans" pitchFamily="2" charset="0"/>
            </a:endParaRPr>
          </a:p>
        </p:txBody>
      </p:sp>
      <p:sp>
        <p:nvSpPr>
          <p:cNvPr id="12" name="Text 17">
            <a:extLst>
              <a:ext uri="{FF2B5EF4-FFF2-40B4-BE49-F238E27FC236}">
                <a16:creationId xmlns:a16="http://schemas.microsoft.com/office/drawing/2014/main" id="{A83A1224-5C0B-AE9E-FF8A-D3F8E37A68C4}"/>
              </a:ext>
            </a:extLst>
          </p:cNvPr>
          <p:cNvSpPr/>
          <p:nvPr/>
        </p:nvSpPr>
        <p:spPr>
          <a:xfrm>
            <a:off x="1110996" y="2266079"/>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Keep a named human reviewer who has actually read the diff.</a:t>
            </a:r>
            <a:endParaRPr lang="en-US" sz="1000">
              <a:latin typeface="Open Sans" pitchFamily="2" charset="0"/>
              <a:ea typeface="Open Sans" pitchFamily="2" charset="0"/>
              <a:cs typeface="Open Sans" pitchFamily="2" charset="0"/>
            </a:endParaRPr>
          </a:p>
        </p:txBody>
      </p:sp>
      <p:sp>
        <p:nvSpPr>
          <p:cNvPr id="13" name="Text 20">
            <a:extLst>
              <a:ext uri="{FF2B5EF4-FFF2-40B4-BE49-F238E27FC236}">
                <a16:creationId xmlns:a16="http://schemas.microsoft.com/office/drawing/2014/main" id="{889B26A1-A136-9780-C15F-2C505A526B60}"/>
              </a:ext>
            </a:extLst>
          </p:cNvPr>
          <p:cNvSpPr/>
          <p:nvPr/>
        </p:nvSpPr>
        <p:spPr>
          <a:xfrm>
            <a:off x="1110996" y="2651107"/>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Ship because all tests pass and the code looks right.</a:t>
            </a:r>
            <a:endParaRPr lang="en-US" sz="1000">
              <a:latin typeface="Open Sans" pitchFamily="2" charset="0"/>
              <a:ea typeface="Open Sans" pitchFamily="2" charset="0"/>
              <a:cs typeface="Open Sans" pitchFamily="2" charset="0"/>
            </a:endParaRPr>
          </a:p>
        </p:txBody>
      </p:sp>
      <p:sp>
        <p:nvSpPr>
          <p:cNvPr id="14" name="Text 23">
            <a:extLst>
              <a:ext uri="{FF2B5EF4-FFF2-40B4-BE49-F238E27FC236}">
                <a16:creationId xmlns:a16="http://schemas.microsoft.com/office/drawing/2014/main" id="{B2C347D0-EDD4-7E01-1256-ED257BED68BB}"/>
              </a:ext>
            </a:extLst>
          </p:cNvPr>
          <p:cNvSpPr/>
          <p:nvPr/>
        </p:nvSpPr>
        <p:spPr>
          <a:xfrm>
            <a:off x="1110996" y="303613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Add a Known Risks and Governance Notes section to HANDOFF.md.</a:t>
            </a:r>
            <a:endParaRPr lang="en-US" sz="1000">
              <a:latin typeface="Open Sans" pitchFamily="2" charset="0"/>
              <a:ea typeface="Open Sans" pitchFamily="2" charset="0"/>
              <a:cs typeface="Open Sans" pitchFamily="2" charset="0"/>
            </a:endParaRPr>
          </a:p>
        </p:txBody>
      </p:sp>
      <p:sp>
        <p:nvSpPr>
          <p:cNvPr id="15" name="Text 26">
            <a:extLst>
              <a:ext uri="{FF2B5EF4-FFF2-40B4-BE49-F238E27FC236}">
                <a16:creationId xmlns:a16="http://schemas.microsoft.com/office/drawing/2014/main" id="{ED65474F-A56D-A1DA-600C-AF42D765C1D1}"/>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Use /compact instead of restarting to keep context and control cost.</a:t>
            </a:r>
            <a:endParaRPr lang="en-US" sz="1000">
              <a:latin typeface="Open Sans" pitchFamily="2" charset="0"/>
              <a:ea typeface="Open Sans" pitchFamily="2" charset="0"/>
              <a:cs typeface="Open Sans" pitchFamily="2" charset="0"/>
            </a:endParaRPr>
          </a:p>
        </p:txBody>
      </p:sp>
      <p:sp>
        <p:nvSpPr>
          <p:cNvPr id="16" name="Text 10">
            <a:extLst>
              <a:ext uri="{FF2B5EF4-FFF2-40B4-BE49-F238E27FC236}">
                <a16:creationId xmlns:a16="http://schemas.microsoft.com/office/drawing/2014/main" id="{17A8A4B6-A054-8560-1A6D-2F2CC5730A88}"/>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7" name="Text 13">
            <a:extLst>
              <a:ext uri="{FF2B5EF4-FFF2-40B4-BE49-F238E27FC236}">
                <a16:creationId xmlns:a16="http://schemas.microsoft.com/office/drawing/2014/main" id="{148AC4F3-6029-E2C6-534C-F2D6FB6D109E}"/>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7C23AC1C-AC1E-9B60-60E0-FC3E1D3547D8}"/>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9" name="Text 19">
            <a:extLst>
              <a:ext uri="{FF2B5EF4-FFF2-40B4-BE49-F238E27FC236}">
                <a16:creationId xmlns:a16="http://schemas.microsoft.com/office/drawing/2014/main" id="{7FE63FB1-0845-0532-C0EE-D136391CD2E9}"/>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0" name="Shape 6">
            <a:extLst>
              <a:ext uri="{FF2B5EF4-FFF2-40B4-BE49-F238E27FC236}">
                <a16:creationId xmlns:a16="http://schemas.microsoft.com/office/drawing/2014/main" id="{0A23D63C-D5A7-29B3-1890-D0388F9D8D7D}"/>
              </a:ext>
            </a:extLst>
          </p:cNvPr>
          <p:cNvSpPr/>
          <p:nvPr/>
        </p:nvSpPr>
        <p:spPr>
          <a:xfrm>
            <a:off x="338981" y="2733894"/>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2" name="Text 22">
            <a:extLst>
              <a:ext uri="{FF2B5EF4-FFF2-40B4-BE49-F238E27FC236}">
                <a16:creationId xmlns:a16="http://schemas.microsoft.com/office/drawing/2014/main" id="{D151AD27-1379-F9B9-04AB-EB73A22526EA}"/>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3" name="Shape 6">
            <a:extLst>
              <a:ext uri="{FF2B5EF4-FFF2-40B4-BE49-F238E27FC236}">
                <a16:creationId xmlns:a16="http://schemas.microsoft.com/office/drawing/2014/main" id="{A83014C0-B9F0-E21A-0233-5103306D81EC}"/>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5" name="Text 25">
            <a:extLst>
              <a:ext uri="{FF2B5EF4-FFF2-40B4-BE49-F238E27FC236}">
                <a16:creationId xmlns:a16="http://schemas.microsoft.com/office/drawing/2014/main" id="{CAF43298-EDC0-B780-10C3-642264246878}"/>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6" name="Shape 6">
            <a:extLst>
              <a:ext uri="{FF2B5EF4-FFF2-40B4-BE49-F238E27FC236}">
                <a16:creationId xmlns:a16="http://schemas.microsoft.com/office/drawing/2014/main" id="{49609E0D-C1F2-5D98-2CD4-BADA3289E068}"/>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8" name="Text 7">
            <a:extLst>
              <a:ext uri="{FF2B5EF4-FFF2-40B4-BE49-F238E27FC236}">
                <a16:creationId xmlns:a16="http://schemas.microsoft.com/office/drawing/2014/main" id="{A32791BD-E420-2B39-5F7A-EE20399D5245}"/>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9" name="Text 7">
            <a:extLst>
              <a:ext uri="{FF2B5EF4-FFF2-40B4-BE49-F238E27FC236}">
                <a16:creationId xmlns:a16="http://schemas.microsoft.com/office/drawing/2014/main" id="{30C5EE92-E126-C930-1D87-A2F0E7DFB9ED}"/>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30" name="Shape 6">
            <a:extLst>
              <a:ext uri="{FF2B5EF4-FFF2-40B4-BE49-F238E27FC236}">
                <a16:creationId xmlns:a16="http://schemas.microsoft.com/office/drawing/2014/main" id="{38167901-DABA-E00C-38B3-6F1646D116CB}"/>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2" name="Shape 6">
            <a:extLst>
              <a:ext uri="{FF2B5EF4-FFF2-40B4-BE49-F238E27FC236}">
                <a16:creationId xmlns:a16="http://schemas.microsoft.com/office/drawing/2014/main" id="{8A7A1061-DE47-DD73-FBA5-9468B72A17CA}"/>
              </a:ext>
            </a:extLst>
          </p:cNvPr>
          <p:cNvSpPr/>
          <p:nvPr/>
        </p:nvSpPr>
        <p:spPr>
          <a:xfrm>
            <a:off x="338981" y="1578810"/>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4" name="Shape 6">
            <a:extLst>
              <a:ext uri="{FF2B5EF4-FFF2-40B4-BE49-F238E27FC236}">
                <a16:creationId xmlns:a16="http://schemas.microsoft.com/office/drawing/2014/main" id="{777D5DD6-2197-960B-CBCE-912B1539F6E6}"/>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6" name="Shape 6">
            <a:extLst>
              <a:ext uri="{FF2B5EF4-FFF2-40B4-BE49-F238E27FC236}">
                <a16:creationId xmlns:a16="http://schemas.microsoft.com/office/drawing/2014/main" id="{E839B5D4-05B9-5BD7-E6B7-C6C4B1413760}"/>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8938552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22">
            <a:extLst>
              <a:ext uri="{FF2B5EF4-FFF2-40B4-BE49-F238E27FC236}">
                <a16:creationId xmlns:a16="http://schemas.microsoft.com/office/drawing/2014/main" id="{9AE5C6DC-031F-8B1A-7188-958C9415ECA7}"/>
              </a:ext>
            </a:extLst>
          </p:cNvPr>
          <p:cNvSpPr/>
          <p:nvPr/>
        </p:nvSpPr>
        <p:spPr>
          <a:xfrm>
            <a:off x="342900" y="3884005"/>
            <a:ext cx="8455914" cy="798845"/>
          </a:xfrm>
          <a:prstGeom prst="roundRect">
            <a:avLst>
              <a:gd name="adj" fmla="val 5161"/>
            </a:avLst>
          </a:prstGeom>
          <a:solidFill>
            <a:srgbClr val="F5F5F5"/>
          </a:solidFill>
          <a:ln>
            <a:noFill/>
          </a:ln>
        </p:spPr>
        <p:txBody>
          <a:bodyPr/>
          <a:lstStyle/>
          <a:p>
            <a:endParaRPr lang="en-US">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3C89C37B-2318-2E7B-74C6-9D4D5706B441}"/>
              </a:ext>
            </a:extLst>
          </p:cNvPr>
          <p:cNvSpPr/>
          <p:nvPr/>
        </p:nvSpPr>
        <p:spPr>
          <a:xfrm>
            <a:off x="342900" y="617220"/>
            <a:ext cx="8455914" cy="411480"/>
          </a:xfrm>
          <a:prstGeom prst="rect">
            <a:avLst/>
          </a:prstGeom>
          <a:noFill/>
          <a:ln/>
        </p:spPr>
        <p:txBody>
          <a:bodyPr wrap="square" lIns="0" tIns="0" rIns="0" bIns="0" rtlCol="0" anchor="t"/>
          <a:lstStyle/>
          <a:p>
            <a:r>
              <a:rPr lang="en-US" sz="1400" b="1" dirty="0">
                <a:latin typeface="Open Sans" pitchFamily="2" charset="0"/>
                <a:ea typeface="Open Sans" pitchFamily="2" charset="0"/>
                <a:cs typeface="Open Sans" pitchFamily="2" charset="0"/>
              </a:rPr>
              <a:t>A risk assessment and responsible handoff for a PoC that touches customer data. Mark each step Right or Wrong.</a:t>
            </a:r>
            <a:endParaRPr lang="en-US" sz="1400" dirty="0">
              <a:latin typeface="Open Sans" pitchFamily="2" charset="0"/>
              <a:ea typeface="Open Sans" pitchFamily="2" charset="0"/>
              <a:cs typeface="Open Sans" pitchFamily="2" charset="0"/>
            </a:endParaRPr>
          </a:p>
        </p:txBody>
      </p:sp>
      <p:sp>
        <p:nvSpPr>
          <p:cNvPr id="9" name="Text 8">
            <a:extLst>
              <a:ext uri="{FF2B5EF4-FFF2-40B4-BE49-F238E27FC236}">
                <a16:creationId xmlns:a16="http://schemas.microsoft.com/office/drawing/2014/main" id="{325E74AA-1D77-1621-A9A1-1CF037AF448C}"/>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risk-review prompt for privacy, security, and governance.</a:t>
            </a:r>
            <a:endParaRPr lang="en-US" sz="1000">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777EC387-9AE6-3C96-F819-2FCFCFFFBB30}"/>
              </a:ext>
            </a:extLst>
          </p:cNvPr>
          <p:cNvSpPr/>
          <p:nvPr/>
        </p:nvSpPr>
        <p:spPr>
          <a:xfrm>
            <a:off x="1110996" y="1496023"/>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Paste real customer records to test the risk review.</a:t>
            </a:r>
            <a:endParaRPr lang="en-US" sz="1000">
              <a:solidFill>
                <a:schemeClr val="tx2"/>
              </a:solidFill>
              <a:latin typeface="Open Sans" pitchFamily="2" charset="0"/>
              <a:ea typeface="Open Sans" pitchFamily="2" charset="0"/>
              <a:cs typeface="Open Sans" pitchFamily="2" charset="0"/>
            </a:endParaRPr>
          </a:p>
        </p:txBody>
      </p:sp>
      <p:sp>
        <p:nvSpPr>
          <p:cNvPr id="11" name="Text 14">
            <a:extLst>
              <a:ext uri="{FF2B5EF4-FFF2-40B4-BE49-F238E27FC236}">
                <a16:creationId xmlns:a16="http://schemas.microsoft.com/office/drawing/2014/main" id="{7ED47C19-FAC2-246F-DB2D-04E39308A363}"/>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Supplement Claude's findings with what it cannot see (tools used, data pasted in testing).</a:t>
            </a:r>
            <a:endParaRPr lang="en-US" sz="1000">
              <a:latin typeface="Open Sans" pitchFamily="2" charset="0"/>
              <a:ea typeface="Open Sans" pitchFamily="2" charset="0"/>
              <a:cs typeface="Open Sans" pitchFamily="2" charset="0"/>
            </a:endParaRPr>
          </a:p>
        </p:txBody>
      </p:sp>
      <p:sp>
        <p:nvSpPr>
          <p:cNvPr id="12" name="Text 17">
            <a:extLst>
              <a:ext uri="{FF2B5EF4-FFF2-40B4-BE49-F238E27FC236}">
                <a16:creationId xmlns:a16="http://schemas.microsoft.com/office/drawing/2014/main" id="{4DFE19F7-33B7-EA8B-DC02-A34EDE012171}"/>
              </a:ext>
            </a:extLst>
          </p:cNvPr>
          <p:cNvSpPr/>
          <p:nvPr/>
        </p:nvSpPr>
        <p:spPr>
          <a:xfrm>
            <a:off x="1110996" y="2266079"/>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Keep a named human reviewer who has actually read the diff.</a:t>
            </a:r>
            <a:endParaRPr lang="en-US" sz="1000">
              <a:latin typeface="Open Sans" pitchFamily="2" charset="0"/>
              <a:ea typeface="Open Sans" pitchFamily="2" charset="0"/>
              <a:cs typeface="Open Sans" pitchFamily="2" charset="0"/>
            </a:endParaRPr>
          </a:p>
        </p:txBody>
      </p:sp>
      <p:sp>
        <p:nvSpPr>
          <p:cNvPr id="13" name="Text 20">
            <a:extLst>
              <a:ext uri="{FF2B5EF4-FFF2-40B4-BE49-F238E27FC236}">
                <a16:creationId xmlns:a16="http://schemas.microsoft.com/office/drawing/2014/main" id="{04F34A3A-732A-C1A2-75E4-6EAF71E7722A}"/>
              </a:ext>
            </a:extLst>
          </p:cNvPr>
          <p:cNvSpPr/>
          <p:nvPr/>
        </p:nvSpPr>
        <p:spPr>
          <a:xfrm>
            <a:off x="1110996" y="2651107"/>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Ship because all tests pass and the code looks right.</a:t>
            </a:r>
            <a:endParaRPr lang="en-US" sz="1000">
              <a:solidFill>
                <a:schemeClr val="tx2"/>
              </a:solidFill>
              <a:latin typeface="Open Sans" pitchFamily="2" charset="0"/>
              <a:ea typeface="Open Sans" pitchFamily="2" charset="0"/>
              <a:cs typeface="Open Sans" pitchFamily="2" charset="0"/>
            </a:endParaRPr>
          </a:p>
        </p:txBody>
      </p:sp>
      <p:sp>
        <p:nvSpPr>
          <p:cNvPr id="14" name="Text 23">
            <a:extLst>
              <a:ext uri="{FF2B5EF4-FFF2-40B4-BE49-F238E27FC236}">
                <a16:creationId xmlns:a16="http://schemas.microsoft.com/office/drawing/2014/main" id="{E374EAC4-109D-1FD5-7D99-FD2FDA682833}"/>
              </a:ext>
            </a:extLst>
          </p:cNvPr>
          <p:cNvSpPr/>
          <p:nvPr/>
        </p:nvSpPr>
        <p:spPr>
          <a:xfrm>
            <a:off x="1110996" y="303613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Add a Known Risks and Governance Notes section to HANDOFF.md.</a:t>
            </a:r>
            <a:endParaRPr lang="en-US" sz="1000">
              <a:latin typeface="Open Sans" pitchFamily="2" charset="0"/>
              <a:ea typeface="Open Sans" pitchFamily="2" charset="0"/>
              <a:cs typeface="Open Sans" pitchFamily="2" charset="0"/>
            </a:endParaRPr>
          </a:p>
        </p:txBody>
      </p:sp>
      <p:sp>
        <p:nvSpPr>
          <p:cNvPr id="15" name="Text 26">
            <a:extLst>
              <a:ext uri="{FF2B5EF4-FFF2-40B4-BE49-F238E27FC236}">
                <a16:creationId xmlns:a16="http://schemas.microsoft.com/office/drawing/2014/main" id="{AAB24D69-C577-1583-E2D1-0775399C1D23}"/>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Use /compact instead of restarting to keep context and control cost.</a:t>
            </a:r>
            <a:endParaRPr lang="en-US" sz="1000">
              <a:latin typeface="Open Sans" pitchFamily="2" charset="0"/>
              <a:ea typeface="Open Sans" pitchFamily="2" charset="0"/>
              <a:cs typeface="Open Sans" pitchFamily="2" charset="0"/>
            </a:endParaRPr>
          </a:p>
        </p:txBody>
      </p:sp>
      <p:sp>
        <p:nvSpPr>
          <p:cNvPr id="16" name="Text 10">
            <a:extLst>
              <a:ext uri="{FF2B5EF4-FFF2-40B4-BE49-F238E27FC236}">
                <a16:creationId xmlns:a16="http://schemas.microsoft.com/office/drawing/2014/main" id="{AADF5EDF-F1DB-34C8-FF7C-4BD752259EF8}"/>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7" name="Text 13">
            <a:extLst>
              <a:ext uri="{FF2B5EF4-FFF2-40B4-BE49-F238E27FC236}">
                <a16:creationId xmlns:a16="http://schemas.microsoft.com/office/drawing/2014/main" id="{5AAD9B53-24E4-64DD-28F0-4DD77905BD00}"/>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1AF65638-85A5-C7B7-6722-DA7D26B75C2A}"/>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9" name="Text 19">
            <a:extLst>
              <a:ext uri="{FF2B5EF4-FFF2-40B4-BE49-F238E27FC236}">
                <a16:creationId xmlns:a16="http://schemas.microsoft.com/office/drawing/2014/main" id="{15DBC33D-1BC0-7A83-B579-D6B02C4711E1}"/>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2" name="Text 22">
            <a:extLst>
              <a:ext uri="{FF2B5EF4-FFF2-40B4-BE49-F238E27FC236}">
                <a16:creationId xmlns:a16="http://schemas.microsoft.com/office/drawing/2014/main" id="{04B6778F-254B-649A-40DF-98C460350F96}"/>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3" name="Shape 6">
            <a:extLst>
              <a:ext uri="{FF2B5EF4-FFF2-40B4-BE49-F238E27FC236}">
                <a16:creationId xmlns:a16="http://schemas.microsoft.com/office/drawing/2014/main" id="{584303F3-75C8-482F-3991-EA13CD815392}"/>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4" name="Text 7">
            <a:extLst>
              <a:ext uri="{FF2B5EF4-FFF2-40B4-BE49-F238E27FC236}">
                <a16:creationId xmlns:a16="http://schemas.microsoft.com/office/drawing/2014/main" id="{F3D39906-785A-9870-2846-1D683C907AEA}"/>
              </a:ext>
            </a:extLst>
          </p:cNvPr>
          <p:cNvSpPr/>
          <p:nvPr/>
        </p:nvSpPr>
        <p:spPr>
          <a:xfrm>
            <a:off x="338981" y="311892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25" name="Text 25">
            <a:extLst>
              <a:ext uri="{FF2B5EF4-FFF2-40B4-BE49-F238E27FC236}">
                <a16:creationId xmlns:a16="http://schemas.microsoft.com/office/drawing/2014/main" id="{D51BDDEF-0566-3C0A-6F94-20974E172F29}"/>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6" name="Shape 6">
            <a:extLst>
              <a:ext uri="{FF2B5EF4-FFF2-40B4-BE49-F238E27FC236}">
                <a16:creationId xmlns:a16="http://schemas.microsoft.com/office/drawing/2014/main" id="{574F61BD-9F37-B23A-7B26-BCFB5E044B50}"/>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7" name="Text 7">
            <a:extLst>
              <a:ext uri="{FF2B5EF4-FFF2-40B4-BE49-F238E27FC236}">
                <a16:creationId xmlns:a16="http://schemas.microsoft.com/office/drawing/2014/main" id="{681B8F22-0D15-ACFB-A624-7EB79FFC8668}"/>
              </a:ext>
            </a:extLst>
          </p:cNvPr>
          <p:cNvSpPr/>
          <p:nvPr/>
        </p:nvSpPr>
        <p:spPr>
          <a:xfrm>
            <a:off x="338981" y="350394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28" name="Text 7">
            <a:extLst>
              <a:ext uri="{FF2B5EF4-FFF2-40B4-BE49-F238E27FC236}">
                <a16:creationId xmlns:a16="http://schemas.microsoft.com/office/drawing/2014/main" id="{F8F5CDBF-C31F-FE76-0FD2-868B41D14CF6}"/>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9" name="Text 7">
            <a:extLst>
              <a:ext uri="{FF2B5EF4-FFF2-40B4-BE49-F238E27FC236}">
                <a16:creationId xmlns:a16="http://schemas.microsoft.com/office/drawing/2014/main" id="{DD5C13C6-41A0-6439-CC5F-BB1DE47609AE}"/>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30" name="Shape 6">
            <a:extLst>
              <a:ext uri="{FF2B5EF4-FFF2-40B4-BE49-F238E27FC236}">
                <a16:creationId xmlns:a16="http://schemas.microsoft.com/office/drawing/2014/main" id="{2C4781BF-608B-1282-8B64-07BE01C23F89}"/>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1" name="Text 7">
            <a:extLst>
              <a:ext uri="{FF2B5EF4-FFF2-40B4-BE49-F238E27FC236}">
                <a16:creationId xmlns:a16="http://schemas.microsoft.com/office/drawing/2014/main" id="{211705FE-763B-1A8F-1187-DE94D86F20AE}"/>
              </a:ext>
            </a:extLst>
          </p:cNvPr>
          <p:cNvSpPr/>
          <p:nvPr/>
        </p:nvSpPr>
        <p:spPr>
          <a:xfrm>
            <a:off x="338981" y="119378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34" name="Shape 6">
            <a:extLst>
              <a:ext uri="{FF2B5EF4-FFF2-40B4-BE49-F238E27FC236}">
                <a16:creationId xmlns:a16="http://schemas.microsoft.com/office/drawing/2014/main" id="{91EE95FA-2D1F-DB5D-4D05-67181BB14193}"/>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5" name="Text 7">
            <a:extLst>
              <a:ext uri="{FF2B5EF4-FFF2-40B4-BE49-F238E27FC236}">
                <a16:creationId xmlns:a16="http://schemas.microsoft.com/office/drawing/2014/main" id="{1C75D77D-B614-E6E9-16B7-6FA510DE62AD}"/>
              </a:ext>
            </a:extLst>
          </p:cNvPr>
          <p:cNvSpPr/>
          <p:nvPr/>
        </p:nvSpPr>
        <p:spPr>
          <a:xfrm>
            <a:off x="338981" y="196383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36" name="Shape 6">
            <a:extLst>
              <a:ext uri="{FF2B5EF4-FFF2-40B4-BE49-F238E27FC236}">
                <a16:creationId xmlns:a16="http://schemas.microsoft.com/office/drawing/2014/main" id="{11DFE62F-176C-5092-FD73-DA68DAE185D0}"/>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7" name="Text 7">
            <a:extLst>
              <a:ext uri="{FF2B5EF4-FFF2-40B4-BE49-F238E27FC236}">
                <a16:creationId xmlns:a16="http://schemas.microsoft.com/office/drawing/2014/main" id="{0A58A729-2789-5424-73E4-0D6959D5AD95}"/>
              </a:ext>
            </a:extLst>
          </p:cNvPr>
          <p:cNvSpPr/>
          <p:nvPr/>
        </p:nvSpPr>
        <p:spPr>
          <a:xfrm>
            <a:off x="338981" y="2348866"/>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38" name="Shape 6">
            <a:extLst>
              <a:ext uri="{FF2B5EF4-FFF2-40B4-BE49-F238E27FC236}">
                <a16:creationId xmlns:a16="http://schemas.microsoft.com/office/drawing/2014/main" id="{D21EDEFE-08F4-A143-C595-F6DE3C07D5C3}"/>
              </a:ext>
            </a:extLst>
          </p:cNvPr>
          <p:cNvSpPr/>
          <p:nvPr/>
        </p:nvSpPr>
        <p:spPr>
          <a:xfrm>
            <a:off x="342900" y="2738742"/>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39" name="Text 7">
            <a:extLst>
              <a:ext uri="{FF2B5EF4-FFF2-40B4-BE49-F238E27FC236}">
                <a16:creationId xmlns:a16="http://schemas.microsoft.com/office/drawing/2014/main" id="{D69AF608-AB34-877E-DA04-D54510B6EA64}"/>
              </a:ext>
            </a:extLst>
          </p:cNvPr>
          <p:cNvSpPr/>
          <p:nvPr/>
        </p:nvSpPr>
        <p:spPr>
          <a:xfrm>
            <a:off x="342900" y="273874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40" name="Text 10">
            <a:extLst>
              <a:ext uri="{FF2B5EF4-FFF2-40B4-BE49-F238E27FC236}">
                <a16:creationId xmlns:a16="http://schemas.microsoft.com/office/drawing/2014/main" id="{6D57CF4F-DE2C-706B-BCFB-353E7B6A8837}"/>
              </a:ext>
            </a:extLst>
          </p:cNvPr>
          <p:cNvSpPr/>
          <p:nvPr/>
        </p:nvSpPr>
        <p:spPr>
          <a:xfrm>
            <a:off x="346819" y="152345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1" name="Text 19">
            <a:extLst>
              <a:ext uri="{FF2B5EF4-FFF2-40B4-BE49-F238E27FC236}">
                <a16:creationId xmlns:a16="http://schemas.microsoft.com/office/drawing/2014/main" id="{A1A2AB84-A8C0-0CE2-0049-A2332230C5FF}"/>
              </a:ext>
            </a:extLst>
          </p:cNvPr>
          <p:cNvSpPr/>
          <p:nvPr/>
        </p:nvSpPr>
        <p:spPr>
          <a:xfrm>
            <a:off x="346819" y="267853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2" name="Shape 6">
            <a:extLst>
              <a:ext uri="{FF2B5EF4-FFF2-40B4-BE49-F238E27FC236}">
                <a16:creationId xmlns:a16="http://schemas.microsoft.com/office/drawing/2014/main" id="{0E5EC770-4C2B-902F-E906-B670FAF37307}"/>
              </a:ext>
            </a:extLst>
          </p:cNvPr>
          <p:cNvSpPr/>
          <p:nvPr/>
        </p:nvSpPr>
        <p:spPr>
          <a:xfrm>
            <a:off x="342900" y="1578809"/>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43" name="Text 7">
            <a:extLst>
              <a:ext uri="{FF2B5EF4-FFF2-40B4-BE49-F238E27FC236}">
                <a16:creationId xmlns:a16="http://schemas.microsoft.com/office/drawing/2014/main" id="{45D9A25C-52FC-6AB2-F37F-E7B8EACAFCDC}"/>
              </a:ext>
            </a:extLst>
          </p:cNvPr>
          <p:cNvSpPr/>
          <p:nvPr/>
        </p:nvSpPr>
        <p:spPr>
          <a:xfrm>
            <a:off x="342900" y="1578809"/>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44" name="Text 28">
            <a:extLst>
              <a:ext uri="{FF2B5EF4-FFF2-40B4-BE49-F238E27FC236}">
                <a16:creationId xmlns:a16="http://schemas.microsoft.com/office/drawing/2014/main" id="{EAEDCB4F-7CB2-FBE9-7792-39C9F6C082C5}"/>
              </a:ext>
            </a:extLst>
          </p:cNvPr>
          <p:cNvSpPr/>
          <p:nvPr/>
        </p:nvSpPr>
        <p:spPr>
          <a:xfrm>
            <a:off x="534924" y="3957500"/>
            <a:ext cx="5486400" cy="205740"/>
          </a:xfrm>
          <a:prstGeom prst="rect">
            <a:avLst/>
          </a:prstGeom>
          <a:noFill/>
          <a:ln/>
        </p:spPr>
        <p:txBody>
          <a:bodyPr wrap="square" lIns="0" tIns="0" rIns="0" bIns="0" rtlCol="0" anchor="ctr"/>
          <a:lstStyle/>
          <a:p>
            <a:r>
              <a:rPr lang="en-US" sz="1050" b="1" kern="0" spc="113">
                <a:solidFill>
                  <a:srgbClr val="F2A900"/>
                </a:solidFill>
                <a:latin typeface="Open Sans" pitchFamily="2" charset="0"/>
                <a:ea typeface="Open Sans" pitchFamily="2" charset="0"/>
                <a:cs typeface="Open Sans" pitchFamily="2" charset="0"/>
              </a:rPr>
              <a:t>THROUGH THE LENS</a:t>
            </a:r>
            <a:endParaRPr lang="en-US" sz="1050">
              <a:latin typeface="Open Sans" pitchFamily="2" charset="0"/>
              <a:ea typeface="Open Sans" pitchFamily="2" charset="0"/>
              <a:cs typeface="Open Sans" pitchFamily="2" charset="0"/>
            </a:endParaRPr>
          </a:p>
        </p:txBody>
      </p:sp>
      <p:sp>
        <p:nvSpPr>
          <p:cNvPr id="45" name="Text 31">
            <a:extLst>
              <a:ext uri="{FF2B5EF4-FFF2-40B4-BE49-F238E27FC236}">
                <a16:creationId xmlns:a16="http://schemas.microsoft.com/office/drawing/2014/main" id="{B2B99E7D-85DF-D5F6-56A8-6F46C1724B98}"/>
              </a:ext>
            </a:extLst>
          </p:cNvPr>
          <p:cNvSpPr/>
          <p:nvPr/>
        </p:nvSpPr>
        <p:spPr>
          <a:xfrm>
            <a:off x="534924" y="4039808"/>
            <a:ext cx="6467094"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Review for privacy, security, governance; supplement what Claude cannot see; keep a human who read the diff. 'Looks right' is how confident-and-wrong ships at scale.</a:t>
            </a:r>
          </a:p>
        </p:txBody>
      </p:sp>
    </p:spTree>
    <p:extLst>
      <p:ext uri="{BB962C8B-B14F-4D97-AF65-F5344CB8AC3E}">
        <p14:creationId xmlns:p14="http://schemas.microsoft.com/office/powerpoint/2010/main" val="5521056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 5">
            <a:extLst>
              <a:ext uri="{FF2B5EF4-FFF2-40B4-BE49-F238E27FC236}">
                <a16:creationId xmlns:a16="http://schemas.microsoft.com/office/drawing/2014/main" id="{FB661D55-42C8-FC07-32E5-A18611959BBF}"/>
              </a:ext>
            </a:extLst>
          </p:cNvPr>
          <p:cNvSpPr/>
          <p:nvPr/>
        </p:nvSpPr>
        <p:spPr>
          <a:xfrm>
            <a:off x="342900" y="617220"/>
            <a:ext cx="8455914" cy="411480"/>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Wiring a payments API into a PoC.</a:t>
            </a:r>
            <a:endParaRPr lang="en-US" sz="1400">
              <a:latin typeface="Open Sans" pitchFamily="2" charset="0"/>
              <a:ea typeface="Open Sans" pitchFamily="2" charset="0"/>
              <a:cs typeface="Open Sans" pitchFamily="2" charset="0"/>
            </a:endParaRPr>
          </a:p>
        </p:txBody>
      </p:sp>
      <p:sp>
        <p:nvSpPr>
          <p:cNvPr id="75" name="Text 8">
            <a:extLst>
              <a:ext uri="{FF2B5EF4-FFF2-40B4-BE49-F238E27FC236}">
                <a16:creationId xmlns:a16="http://schemas.microsoft.com/office/drawing/2014/main" id="{CAE5EAD1-4E9F-82DD-C124-1210A577B5AE}"/>
              </a:ext>
            </a:extLst>
          </p:cNvPr>
          <p:cNvSpPr/>
          <p:nvPr/>
        </p:nvSpPr>
        <p:spPr>
          <a:xfrm>
            <a:off x="1110996" y="1110996"/>
            <a:ext cx="7680960" cy="385028"/>
          </a:xfrm>
          <a:prstGeom prst="rect">
            <a:avLst/>
          </a:prstGeom>
          <a:noFill/>
          <a:ln/>
        </p:spPr>
        <p:txBody>
          <a:bodyPr wrap="square" lIns="0" tIns="0" rIns="0" bIns="0" rtlCol="0" anchor="ctr"/>
          <a:lstStyle/>
          <a:p>
            <a:r>
              <a:rPr lang="en-US" sz="1000" b="1" dirty="0">
                <a:solidFill>
                  <a:schemeClr val="tx1">
                    <a:lumMod val="75000"/>
                  </a:schemeClr>
                </a:solidFill>
                <a:latin typeface="Open Sans" pitchFamily="2" charset="0"/>
                <a:ea typeface="Open Sans" pitchFamily="2" charset="0"/>
                <a:cs typeface="Open Sans" pitchFamily="2" charset="0"/>
              </a:rPr>
              <a:t>Store the API key in an env var, not the code.</a:t>
            </a:r>
            <a:endParaRPr lang="en-US" sz="1000" dirty="0">
              <a:solidFill>
                <a:schemeClr val="tx1">
                  <a:lumMod val="75000"/>
                </a:schemeClr>
              </a:solidFill>
              <a:latin typeface="Open Sans" pitchFamily="2" charset="0"/>
              <a:ea typeface="Open Sans" pitchFamily="2" charset="0"/>
              <a:cs typeface="Open Sans" pitchFamily="2" charset="0"/>
            </a:endParaRPr>
          </a:p>
        </p:txBody>
      </p:sp>
      <p:sp>
        <p:nvSpPr>
          <p:cNvPr id="76" name="Text 11">
            <a:extLst>
              <a:ext uri="{FF2B5EF4-FFF2-40B4-BE49-F238E27FC236}">
                <a16:creationId xmlns:a16="http://schemas.microsoft.com/office/drawing/2014/main" id="{6F94E527-B1CA-5171-A332-B0EB8154446D}"/>
              </a:ext>
            </a:extLst>
          </p:cNvPr>
          <p:cNvSpPr/>
          <p:nvPr/>
        </p:nvSpPr>
        <p:spPr>
          <a:xfrm>
            <a:off x="1110996" y="1496023"/>
            <a:ext cx="7680960" cy="385028"/>
          </a:xfrm>
          <a:prstGeom prst="rect">
            <a:avLst/>
          </a:prstGeom>
          <a:noFill/>
          <a:ln/>
        </p:spPr>
        <p:txBody>
          <a:bodyPr wrap="square" lIns="0" tIns="0" rIns="0" bIns="0" rtlCol="0" anchor="ctr"/>
          <a:lstStyle/>
          <a:p>
            <a:r>
              <a:rPr lang="en-US" sz="1000" b="1" dirty="0">
                <a:solidFill>
                  <a:schemeClr val="tx1">
                    <a:lumMod val="75000"/>
                  </a:schemeClr>
                </a:solidFill>
                <a:latin typeface="Open Sans" pitchFamily="2" charset="0"/>
                <a:ea typeface="Open Sans" pitchFamily="2" charset="0"/>
                <a:cs typeface="Open Sans" pitchFamily="2" charset="0"/>
              </a:rPr>
              <a:t>Hardcode the key so the demo runs.</a:t>
            </a:r>
            <a:endParaRPr lang="en-US" sz="1000" dirty="0">
              <a:solidFill>
                <a:schemeClr val="tx1">
                  <a:lumMod val="75000"/>
                </a:schemeClr>
              </a:solidFill>
              <a:latin typeface="Open Sans" pitchFamily="2" charset="0"/>
              <a:ea typeface="Open Sans" pitchFamily="2" charset="0"/>
              <a:cs typeface="Open Sans" pitchFamily="2" charset="0"/>
            </a:endParaRPr>
          </a:p>
        </p:txBody>
      </p:sp>
      <p:sp>
        <p:nvSpPr>
          <p:cNvPr id="77" name="Text 14">
            <a:extLst>
              <a:ext uri="{FF2B5EF4-FFF2-40B4-BE49-F238E27FC236}">
                <a16:creationId xmlns:a16="http://schemas.microsoft.com/office/drawing/2014/main" id="{74FC8D25-030C-855A-2AA7-55B8230AA997}"/>
              </a:ext>
            </a:extLst>
          </p:cNvPr>
          <p:cNvSpPr/>
          <p:nvPr/>
        </p:nvSpPr>
        <p:spPr>
          <a:xfrm>
            <a:off x="1110996" y="1881052"/>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Handle the documented failure modes and timeouts.</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78" name="Text 17">
            <a:extLst>
              <a:ext uri="{FF2B5EF4-FFF2-40B4-BE49-F238E27FC236}">
                <a16:creationId xmlns:a16="http://schemas.microsoft.com/office/drawing/2014/main" id="{A3383356-4FA8-D30D-B479-3183BF463261}"/>
              </a:ext>
            </a:extLst>
          </p:cNvPr>
          <p:cNvSpPr/>
          <p:nvPr/>
        </p:nvSpPr>
        <p:spPr>
          <a:xfrm>
            <a:off x="1110996" y="2266079"/>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Add a retry with backoff on transient errors.</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79" name="Text 20">
            <a:extLst>
              <a:ext uri="{FF2B5EF4-FFF2-40B4-BE49-F238E27FC236}">
                <a16:creationId xmlns:a16="http://schemas.microsoft.com/office/drawing/2014/main" id="{8784A2E7-B389-F58E-563D-1B1CFB02CBD0}"/>
              </a:ext>
            </a:extLst>
          </p:cNvPr>
          <p:cNvSpPr/>
          <p:nvPr/>
        </p:nvSpPr>
        <p:spPr>
          <a:xfrm>
            <a:off x="1110996" y="2651107"/>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Paste the live secret into the prompt to test.</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80" name="Text 23">
            <a:extLst>
              <a:ext uri="{FF2B5EF4-FFF2-40B4-BE49-F238E27FC236}">
                <a16:creationId xmlns:a16="http://schemas.microsoft.com/office/drawing/2014/main" id="{66770E6E-F141-ECCC-0A62-C999569EADA6}"/>
              </a:ext>
            </a:extLst>
          </p:cNvPr>
          <p:cNvSpPr/>
          <p:nvPr/>
        </p:nvSpPr>
        <p:spPr>
          <a:xfrm>
            <a:off x="1110996" y="3036134"/>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Log the calls without logging the secret.</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82" name="Text 10">
            <a:extLst>
              <a:ext uri="{FF2B5EF4-FFF2-40B4-BE49-F238E27FC236}">
                <a16:creationId xmlns:a16="http://schemas.microsoft.com/office/drawing/2014/main" id="{A65F5B72-5AD4-BCAB-967D-86B99C2A2761}"/>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3" name="Text 13">
            <a:extLst>
              <a:ext uri="{FF2B5EF4-FFF2-40B4-BE49-F238E27FC236}">
                <a16:creationId xmlns:a16="http://schemas.microsoft.com/office/drawing/2014/main" id="{5B072F2B-C569-35F7-E3BF-7AFB9D62B0C8}"/>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4" name="Text 16">
            <a:extLst>
              <a:ext uri="{FF2B5EF4-FFF2-40B4-BE49-F238E27FC236}">
                <a16:creationId xmlns:a16="http://schemas.microsoft.com/office/drawing/2014/main" id="{0C638C56-6333-54E1-FB32-471792FD7920}"/>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5" name="Text 19">
            <a:extLst>
              <a:ext uri="{FF2B5EF4-FFF2-40B4-BE49-F238E27FC236}">
                <a16:creationId xmlns:a16="http://schemas.microsoft.com/office/drawing/2014/main" id="{D1514F04-45C1-561E-5AD7-C3747561EFC3}"/>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6" name="Text 22">
            <a:extLst>
              <a:ext uri="{FF2B5EF4-FFF2-40B4-BE49-F238E27FC236}">
                <a16:creationId xmlns:a16="http://schemas.microsoft.com/office/drawing/2014/main" id="{CEBBC235-E68F-31DA-774D-2109FA84F0A7}"/>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7" name="Shape 6">
            <a:extLst>
              <a:ext uri="{FF2B5EF4-FFF2-40B4-BE49-F238E27FC236}">
                <a16:creationId xmlns:a16="http://schemas.microsoft.com/office/drawing/2014/main" id="{5DC5D7C0-0D6C-FCB2-538A-80A73DB3BE7F}"/>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2" name="Text 7">
            <a:extLst>
              <a:ext uri="{FF2B5EF4-FFF2-40B4-BE49-F238E27FC236}">
                <a16:creationId xmlns:a16="http://schemas.microsoft.com/office/drawing/2014/main" id="{4BA07EFD-4920-B861-13E4-A9077F85ADF9}"/>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3" name="Text 7">
            <a:extLst>
              <a:ext uri="{FF2B5EF4-FFF2-40B4-BE49-F238E27FC236}">
                <a16:creationId xmlns:a16="http://schemas.microsoft.com/office/drawing/2014/main" id="{BD6CC264-97B8-F3D8-8673-431C69CA4417}"/>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4" name="Shape 6">
            <a:extLst>
              <a:ext uri="{FF2B5EF4-FFF2-40B4-BE49-F238E27FC236}">
                <a16:creationId xmlns:a16="http://schemas.microsoft.com/office/drawing/2014/main" id="{2DD8DB98-F2A0-8430-5C10-D7713F573471}"/>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6" name="Shape 6">
            <a:extLst>
              <a:ext uri="{FF2B5EF4-FFF2-40B4-BE49-F238E27FC236}">
                <a16:creationId xmlns:a16="http://schemas.microsoft.com/office/drawing/2014/main" id="{D03381C3-B517-EDF0-BAE3-7FA32FE14687}"/>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8" name="Shape 6">
            <a:extLst>
              <a:ext uri="{FF2B5EF4-FFF2-40B4-BE49-F238E27FC236}">
                <a16:creationId xmlns:a16="http://schemas.microsoft.com/office/drawing/2014/main" id="{154A0BB6-2F34-A757-9C47-970AFE516026}"/>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100" name="Shape 6">
            <a:extLst>
              <a:ext uri="{FF2B5EF4-FFF2-40B4-BE49-F238E27FC236}">
                <a16:creationId xmlns:a16="http://schemas.microsoft.com/office/drawing/2014/main" id="{378C0B59-5C0A-16C7-5C32-10B9710FABA4}"/>
              </a:ext>
            </a:extLst>
          </p:cNvPr>
          <p:cNvSpPr/>
          <p:nvPr/>
        </p:nvSpPr>
        <p:spPr>
          <a:xfrm>
            <a:off x="342900" y="273874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102" name="Text 10">
            <a:extLst>
              <a:ext uri="{FF2B5EF4-FFF2-40B4-BE49-F238E27FC236}">
                <a16:creationId xmlns:a16="http://schemas.microsoft.com/office/drawing/2014/main" id="{3454054C-E0F9-5ED6-2CA6-EC4436F523FD}"/>
              </a:ext>
            </a:extLst>
          </p:cNvPr>
          <p:cNvSpPr/>
          <p:nvPr/>
        </p:nvSpPr>
        <p:spPr>
          <a:xfrm>
            <a:off x="346819" y="152345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3" name="Text 19">
            <a:extLst>
              <a:ext uri="{FF2B5EF4-FFF2-40B4-BE49-F238E27FC236}">
                <a16:creationId xmlns:a16="http://schemas.microsoft.com/office/drawing/2014/main" id="{0B135B55-5583-4232-4AA6-C0580FEF6594}"/>
              </a:ext>
            </a:extLst>
          </p:cNvPr>
          <p:cNvSpPr/>
          <p:nvPr/>
        </p:nvSpPr>
        <p:spPr>
          <a:xfrm>
            <a:off x="346819" y="267853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4" name="Shape 6">
            <a:extLst>
              <a:ext uri="{FF2B5EF4-FFF2-40B4-BE49-F238E27FC236}">
                <a16:creationId xmlns:a16="http://schemas.microsoft.com/office/drawing/2014/main" id="{EF3E8E10-B698-0F5D-8385-24E79BF846DB}"/>
              </a:ext>
            </a:extLst>
          </p:cNvPr>
          <p:cNvSpPr/>
          <p:nvPr/>
        </p:nvSpPr>
        <p:spPr>
          <a:xfrm>
            <a:off x="342900" y="1578809"/>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4080429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29E5-7CCC-FF8F-BDE0-A2DBD463C9D1}"/>
            </a:ext>
          </a:extLst>
        </p:cNvPr>
        <p:cNvGrpSpPr/>
        <p:nvPr/>
      </p:nvGrpSpPr>
      <p:grpSpPr>
        <a:xfrm>
          <a:off x="0" y="0"/>
          <a:ext cx="0" cy="0"/>
          <a:chOff x="0" y="0"/>
          <a:chExt cx="0" cy="0"/>
        </a:xfrm>
      </p:grpSpPr>
      <p:sp>
        <p:nvSpPr>
          <p:cNvPr id="27" name="Shape 24">
            <a:extLst>
              <a:ext uri="{FF2B5EF4-FFF2-40B4-BE49-F238E27FC236}">
                <a16:creationId xmlns:a16="http://schemas.microsoft.com/office/drawing/2014/main" id="{EC9759AB-3465-B68D-3AAB-0E93507406B8}"/>
              </a:ext>
            </a:extLst>
          </p:cNvPr>
          <p:cNvSpPr/>
          <p:nvPr/>
        </p:nvSpPr>
        <p:spPr>
          <a:xfrm>
            <a:off x="342900" y="3737327"/>
            <a:ext cx="8455914" cy="788953"/>
          </a:xfrm>
          <a:prstGeom prst="roundRect">
            <a:avLst>
              <a:gd name="adj" fmla="val 5333"/>
            </a:avLst>
          </a:prstGeom>
          <a:solidFill>
            <a:srgbClr val="EEF2F8"/>
          </a:solidFill>
          <a:ln/>
          <a:effectLst>
            <a:outerShdw blurRad="76200" dist="38100" dir="5400000" algn="bl" rotWithShape="0">
              <a:srgbClr val="9AA3B0">
                <a:alpha val="30000"/>
              </a:srgbClr>
            </a:outerShdw>
          </a:effectLst>
        </p:spPr>
        <p:txBody>
          <a:bodyPr/>
          <a:lstStyle/>
          <a:p>
            <a:endParaRPr lang="en-US" sz="10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FC2DEAE1-4218-9140-978D-997F7545CE11}"/>
              </a:ext>
            </a:extLst>
          </p:cNvPr>
          <p:cNvSpPr/>
          <p:nvPr/>
        </p:nvSpPr>
        <p:spPr>
          <a:xfrm>
            <a:off x="534924" y="3833339"/>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9" name="Shape 26">
            <a:extLst>
              <a:ext uri="{FF2B5EF4-FFF2-40B4-BE49-F238E27FC236}">
                <a16:creationId xmlns:a16="http://schemas.microsoft.com/office/drawing/2014/main" id="{F4A924A5-AC36-D1E9-9861-71AE5F87B0FB}"/>
              </a:ext>
            </a:extLst>
          </p:cNvPr>
          <p:cNvSpPr/>
          <p:nvPr/>
        </p:nvSpPr>
        <p:spPr>
          <a:xfrm>
            <a:off x="534924" y="4080227"/>
            <a:ext cx="1717929" cy="274320"/>
          </a:xfrm>
          <a:prstGeom prst="roundRect">
            <a:avLst>
              <a:gd name="adj" fmla="val 15000"/>
            </a:avLst>
          </a:prstGeom>
          <a:solidFill>
            <a:srgbClr val="00B050"/>
          </a:solidFill>
          <a:ln/>
        </p:spPr>
        <p:txBody>
          <a:bodyPr/>
          <a:lstStyle/>
          <a:p>
            <a:endParaRPr lang="en-US" sz="1050">
              <a:latin typeface="Open Sans" pitchFamily="2" charset="0"/>
              <a:ea typeface="Open Sans" pitchFamily="2" charset="0"/>
              <a:cs typeface="Open Sans" pitchFamily="2" charset="0"/>
            </a:endParaRPr>
          </a:p>
        </p:txBody>
      </p:sp>
      <p:sp>
        <p:nvSpPr>
          <p:cNvPr id="30" name="Text 27">
            <a:extLst>
              <a:ext uri="{FF2B5EF4-FFF2-40B4-BE49-F238E27FC236}">
                <a16:creationId xmlns:a16="http://schemas.microsoft.com/office/drawing/2014/main" id="{F14B68F3-3754-74D5-356D-E41C198D4956}"/>
              </a:ext>
            </a:extLst>
          </p:cNvPr>
          <p:cNvSpPr/>
          <p:nvPr/>
        </p:nvSpPr>
        <p:spPr>
          <a:xfrm>
            <a:off x="534924" y="4080227"/>
            <a:ext cx="1717929" cy="274320"/>
          </a:xfrm>
          <a:prstGeom prst="rect">
            <a:avLst/>
          </a:prstGeom>
          <a:no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Security</a:t>
            </a:r>
            <a:endParaRPr lang="en-US" sz="1050">
              <a:solidFill>
                <a:schemeClr val="bg1"/>
              </a:solidFill>
              <a:latin typeface="Open Sans" pitchFamily="2" charset="0"/>
              <a:ea typeface="Open Sans" pitchFamily="2" charset="0"/>
              <a:cs typeface="Open Sans" pitchFamily="2" charset="0"/>
            </a:endParaRPr>
          </a:p>
        </p:txBody>
      </p:sp>
      <p:sp>
        <p:nvSpPr>
          <p:cNvPr id="31" name="Text 28">
            <a:extLst>
              <a:ext uri="{FF2B5EF4-FFF2-40B4-BE49-F238E27FC236}">
                <a16:creationId xmlns:a16="http://schemas.microsoft.com/office/drawing/2014/main" id="{C41DBFD4-688B-EDE0-A777-1B1AAC06D0AE}"/>
              </a:ext>
            </a:extLst>
          </p:cNvPr>
          <p:cNvSpPr/>
          <p:nvPr/>
        </p:nvSpPr>
        <p:spPr>
          <a:xfrm>
            <a:off x="2338578" y="3874770"/>
            <a:ext cx="6374511"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Secrets via env, failures handled, secret never in the prompt or the logs.</a:t>
            </a:r>
          </a:p>
        </p:txBody>
      </p:sp>
      <p:sp>
        <p:nvSpPr>
          <p:cNvPr id="74" name="Text 5">
            <a:extLst>
              <a:ext uri="{FF2B5EF4-FFF2-40B4-BE49-F238E27FC236}">
                <a16:creationId xmlns:a16="http://schemas.microsoft.com/office/drawing/2014/main" id="{A6938A73-E84E-0E0D-69D8-EAF91DE287F1}"/>
              </a:ext>
            </a:extLst>
          </p:cNvPr>
          <p:cNvSpPr/>
          <p:nvPr/>
        </p:nvSpPr>
        <p:spPr>
          <a:xfrm>
            <a:off x="342900" y="617220"/>
            <a:ext cx="8455914" cy="411480"/>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Wiring a payments API into a PoC.</a:t>
            </a:r>
            <a:endParaRPr lang="en-US" sz="1400">
              <a:latin typeface="Open Sans" pitchFamily="2" charset="0"/>
              <a:ea typeface="Open Sans" pitchFamily="2" charset="0"/>
              <a:cs typeface="Open Sans" pitchFamily="2" charset="0"/>
            </a:endParaRPr>
          </a:p>
        </p:txBody>
      </p:sp>
      <p:sp>
        <p:nvSpPr>
          <p:cNvPr id="75" name="Text 8">
            <a:extLst>
              <a:ext uri="{FF2B5EF4-FFF2-40B4-BE49-F238E27FC236}">
                <a16:creationId xmlns:a16="http://schemas.microsoft.com/office/drawing/2014/main" id="{59CB4127-74AA-C73C-EAA4-3F5168F2287B}"/>
              </a:ext>
            </a:extLst>
          </p:cNvPr>
          <p:cNvSpPr/>
          <p:nvPr/>
        </p:nvSpPr>
        <p:spPr>
          <a:xfrm>
            <a:off x="1110996" y="1110996"/>
            <a:ext cx="7680960" cy="385028"/>
          </a:xfrm>
          <a:prstGeom prst="rect">
            <a:avLst/>
          </a:prstGeom>
          <a:noFill/>
          <a:ln/>
        </p:spPr>
        <p:txBody>
          <a:bodyPr wrap="square" lIns="0" tIns="0" rIns="0" bIns="0" rtlCol="0" anchor="ctr"/>
          <a:lstStyle/>
          <a:p>
            <a:r>
              <a:rPr lang="en-US" sz="1000" b="1" dirty="0">
                <a:latin typeface="Open Sans" pitchFamily="2" charset="0"/>
                <a:ea typeface="Open Sans" pitchFamily="2" charset="0"/>
                <a:cs typeface="Open Sans" pitchFamily="2" charset="0"/>
              </a:rPr>
              <a:t>Store the API key in an env var, not the code.</a:t>
            </a:r>
            <a:endParaRPr lang="en-US" sz="1000" dirty="0">
              <a:latin typeface="Open Sans" pitchFamily="2" charset="0"/>
              <a:ea typeface="Open Sans" pitchFamily="2" charset="0"/>
              <a:cs typeface="Open Sans" pitchFamily="2" charset="0"/>
            </a:endParaRPr>
          </a:p>
        </p:txBody>
      </p:sp>
      <p:sp>
        <p:nvSpPr>
          <p:cNvPr id="76" name="Text 11">
            <a:extLst>
              <a:ext uri="{FF2B5EF4-FFF2-40B4-BE49-F238E27FC236}">
                <a16:creationId xmlns:a16="http://schemas.microsoft.com/office/drawing/2014/main" id="{7B4A17B4-148D-3E94-5873-374336E28422}"/>
              </a:ext>
            </a:extLst>
          </p:cNvPr>
          <p:cNvSpPr/>
          <p:nvPr/>
        </p:nvSpPr>
        <p:spPr>
          <a:xfrm>
            <a:off x="1110996" y="1496023"/>
            <a:ext cx="7680960" cy="385028"/>
          </a:xfrm>
          <a:prstGeom prst="rect">
            <a:avLst/>
          </a:prstGeom>
          <a:noFill/>
          <a:ln/>
        </p:spPr>
        <p:txBody>
          <a:bodyPr wrap="square" lIns="0" tIns="0" rIns="0" bIns="0" rtlCol="0" anchor="ctr"/>
          <a:lstStyle/>
          <a:p>
            <a:r>
              <a:rPr lang="en-US" sz="1000" b="1" dirty="0">
                <a:latin typeface="Open Sans" pitchFamily="2" charset="0"/>
                <a:ea typeface="Open Sans" pitchFamily="2" charset="0"/>
                <a:cs typeface="Open Sans" pitchFamily="2" charset="0"/>
              </a:rPr>
              <a:t>Hardcode the key so the demo runs.</a:t>
            </a:r>
            <a:endParaRPr lang="en-US" sz="1000" dirty="0">
              <a:latin typeface="Open Sans" pitchFamily="2" charset="0"/>
              <a:ea typeface="Open Sans" pitchFamily="2" charset="0"/>
              <a:cs typeface="Open Sans" pitchFamily="2" charset="0"/>
            </a:endParaRPr>
          </a:p>
        </p:txBody>
      </p:sp>
      <p:sp>
        <p:nvSpPr>
          <p:cNvPr id="77" name="Text 14">
            <a:extLst>
              <a:ext uri="{FF2B5EF4-FFF2-40B4-BE49-F238E27FC236}">
                <a16:creationId xmlns:a16="http://schemas.microsoft.com/office/drawing/2014/main" id="{88C23F33-07D5-B218-E77E-35CB75A8BE8B}"/>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Handle the documented failure modes and timeouts.</a:t>
            </a:r>
            <a:endParaRPr lang="en-US" sz="1000">
              <a:latin typeface="Open Sans" pitchFamily="2" charset="0"/>
              <a:ea typeface="Open Sans" pitchFamily="2" charset="0"/>
              <a:cs typeface="Open Sans" pitchFamily="2" charset="0"/>
            </a:endParaRPr>
          </a:p>
        </p:txBody>
      </p:sp>
      <p:sp>
        <p:nvSpPr>
          <p:cNvPr id="78" name="Text 17">
            <a:extLst>
              <a:ext uri="{FF2B5EF4-FFF2-40B4-BE49-F238E27FC236}">
                <a16:creationId xmlns:a16="http://schemas.microsoft.com/office/drawing/2014/main" id="{4D638D14-E25A-D489-A42A-74E54B525C8F}"/>
              </a:ext>
            </a:extLst>
          </p:cNvPr>
          <p:cNvSpPr/>
          <p:nvPr/>
        </p:nvSpPr>
        <p:spPr>
          <a:xfrm>
            <a:off x="1110996" y="2266079"/>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Add a retry with backoff on transient errors.</a:t>
            </a:r>
            <a:endParaRPr lang="en-US" sz="1000">
              <a:latin typeface="Open Sans" pitchFamily="2" charset="0"/>
              <a:ea typeface="Open Sans" pitchFamily="2" charset="0"/>
              <a:cs typeface="Open Sans" pitchFamily="2" charset="0"/>
            </a:endParaRPr>
          </a:p>
        </p:txBody>
      </p:sp>
      <p:sp>
        <p:nvSpPr>
          <p:cNvPr id="79" name="Text 20">
            <a:extLst>
              <a:ext uri="{FF2B5EF4-FFF2-40B4-BE49-F238E27FC236}">
                <a16:creationId xmlns:a16="http://schemas.microsoft.com/office/drawing/2014/main" id="{C6E01ADB-AC21-72D9-8B71-A48EBB595A7B}"/>
              </a:ext>
            </a:extLst>
          </p:cNvPr>
          <p:cNvSpPr/>
          <p:nvPr/>
        </p:nvSpPr>
        <p:spPr>
          <a:xfrm>
            <a:off x="1110996" y="2651107"/>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Paste the live secret into the prompt to test.</a:t>
            </a:r>
            <a:endParaRPr lang="en-US" sz="1000">
              <a:latin typeface="Open Sans" pitchFamily="2" charset="0"/>
              <a:ea typeface="Open Sans" pitchFamily="2" charset="0"/>
              <a:cs typeface="Open Sans" pitchFamily="2" charset="0"/>
            </a:endParaRPr>
          </a:p>
        </p:txBody>
      </p:sp>
      <p:sp>
        <p:nvSpPr>
          <p:cNvPr id="80" name="Text 23">
            <a:extLst>
              <a:ext uri="{FF2B5EF4-FFF2-40B4-BE49-F238E27FC236}">
                <a16:creationId xmlns:a16="http://schemas.microsoft.com/office/drawing/2014/main" id="{D541642D-368A-D4FF-B681-3CAE4A863E0C}"/>
              </a:ext>
            </a:extLst>
          </p:cNvPr>
          <p:cNvSpPr/>
          <p:nvPr/>
        </p:nvSpPr>
        <p:spPr>
          <a:xfrm>
            <a:off x="1110996" y="303613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Log the calls without logging the secret.</a:t>
            </a:r>
            <a:endParaRPr lang="en-US" sz="1000">
              <a:latin typeface="Open Sans" pitchFamily="2" charset="0"/>
              <a:ea typeface="Open Sans" pitchFamily="2" charset="0"/>
              <a:cs typeface="Open Sans" pitchFamily="2" charset="0"/>
            </a:endParaRPr>
          </a:p>
        </p:txBody>
      </p:sp>
      <p:sp>
        <p:nvSpPr>
          <p:cNvPr id="82" name="Text 10">
            <a:extLst>
              <a:ext uri="{FF2B5EF4-FFF2-40B4-BE49-F238E27FC236}">
                <a16:creationId xmlns:a16="http://schemas.microsoft.com/office/drawing/2014/main" id="{9B54FFBB-8B5F-C17C-B3CA-07A63CA068AE}"/>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3" name="Text 13">
            <a:extLst>
              <a:ext uri="{FF2B5EF4-FFF2-40B4-BE49-F238E27FC236}">
                <a16:creationId xmlns:a16="http://schemas.microsoft.com/office/drawing/2014/main" id="{EB321A67-E35A-DBE3-8E8F-6F5ADA293AFB}"/>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4" name="Text 16">
            <a:extLst>
              <a:ext uri="{FF2B5EF4-FFF2-40B4-BE49-F238E27FC236}">
                <a16:creationId xmlns:a16="http://schemas.microsoft.com/office/drawing/2014/main" id="{874A3317-8CBA-1937-9BFC-CAE78D38CCBB}"/>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5" name="Text 19">
            <a:extLst>
              <a:ext uri="{FF2B5EF4-FFF2-40B4-BE49-F238E27FC236}">
                <a16:creationId xmlns:a16="http://schemas.microsoft.com/office/drawing/2014/main" id="{410254DF-D8F9-68B7-BE0C-84B2452CAEAF}"/>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6" name="Text 22">
            <a:extLst>
              <a:ext uri="{FF2B5EF4-FFF2-40B4-BE49-F238E27FC236}">
                <a16:creationId xmlns:a16="http://schemas.microsoft.com/office/drawing/2014/main" id="{8A408A84-5A18-06D5-D0FE-8C3DF0DE0312}"/>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7" name="Shape 6">
            <a:extLst>
              <a:ext uri="{FF2B5EF4-FFF2-40B4-BE49-F238E27FC236}">
                <a16:creationId xmlns:a16="http://schemas.microsoft.com/office/drawing/2014/main" id="{ABCE8A36-979D-47AB-F00B-F53E110D161E}"/>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88" name="Text 7">
            <a:extLst>
              <a:ext uri="{FF2B5EF4-FFF2-40B4-BE49-F238E27FC236}">
                <a16:creationId xmlns:a16="http://schemas.microsoft.com/office/drawing/2014/main" id="{416DBA0C-B74A-284F-EF8E-73A81144CC09}"/>
              </a:ext>
            </a:extLst>
          </p:cNvPr>
          <p:cNvSpPr/>
          <p:nvPr/>
        </p:nvSpPr>
        <p:spPr>
          <a:xfrm>
            <a:off x="338981" y="311892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92" name="Text 7">
            <a:extLst>
              <a:ext uri="{FF2B5EF4-FFF2-40B4-BE49-F238E27FC236}">
                <a16:creationId xmlns:a16="http://schemas.microsoft.com/office/drawing/2014/main" id="{AAA1B75E-50D7-B7B2-2EEF-6E15F87F4E09}"/>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3" name="Text 7">
            <a:extLst>
              <a:ext uri="{FF2B5EF4-FFF2-40B4-BE49-F238E27FC236}">
                <a16:creationId xmlns:a16="http://schemas.microsoft.com/office/drawing/2014/main" id="{15957DEC-5098-6284-DF62-C2C742840F22}"/>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4" name="Shape 6">
            <a:extLst>
              <a:ext uri="{FF2B5EF4-FFF2-40B4-BE49-F238E27FC236}">
                <a16:creationId xmlns:a16="http://schemas.microsoft.com/office/drawing/2014/main" id="{1B113225-1A81-2441-2E45-7036D9AD6928}"/>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5" name="Text 7">
            <a:extLst>
              <a:ext uri="{FF2B5EF4-FFF2-40B4-BE49-F238E27FC236}">
                <a16:creationId xmlns:a16="http://schemas.microsoft.com/office/drawing/2014/main" id="{59E45023-33F3-3A5C-07E1-F0EC477B4872}"/>
              </a:ext>
            </a:extLst>
          </p:cNvPr>
          <p:cNvSpPr/>
          <p:nvPr/>
        </p:nvSpPr>
        <p:spPr>
          <a:xfrm>
            <a:off x="338981" y="119378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96" name="Shape 6">
            <a:extLst>
              <a:ext uri="{FF2B5EF4-FFF2-40B4-BE49-F238E27FC236}">
                <a16:creationId xmlns:a16="http://schemas.microsoft.com/office/drawing/2014/main" id="{586148A2-81BC-3B41-B069-F8DD90F9599B}"/>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7" name="Text 7">
            <a:extLst>
              <a:ext uri="{FF2B5EF4-FFF2-40B4-BE49-F238E27FC236}">
                <a16:creationId xmlns:a16="http://schemas.microsoft.com/office/drawing/2014/main" id="{0744F714-106D-6B3C-2688-923F3355924B}"/>
              </a:ext>
            </a:extLst>
          </p:cNvPr>
          <p:cNvSpPr/>
          <p:nvPr/>
        </p:nvSpPr>
        <p:spPr>
          <a:xfrm>
            <a:off x="338981" y="196383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98" name="Shape 6">
            <a:extLst>
              <a:ext uri="{FF2B5EF4-FFF2-40B4-BE49-F238E27FC236}">
                <a16:creationId xmlns:a16="http://schemas.microsoft.com/office/drawing/2014/main" id="{9AFA286C-C161-3638-CA96-AEB1C25372B8}"/>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9" name="Text 7">
            <a:extLst>
              <a:ext uri="{FF2B5EF4-FFF2-40B4-BE49-F238E27FC236}">
                <a16:creationId xmlns:a16="http://schemas.microsoft.com/office/drawing/2014/main" id="{DA016D1F-065D-BDFA-EF90-F721EA3DF7D0}"/>
              </a:ext>
            </a:extLst>
          </p:cNvPr>
          <p:cNvSpPr/>
          <p:nvPr/>
        </p:nvSpPr>
        <p:spPr>
          <a:xfrm>
            <a:off x="338981" y="2348866"/>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100" name="Shape 6">
            <a:extLst>
              <a:ext uri="{FF2B5EF4-FFF2-40B4-BE49-F238E27FC236}">
                <a16:creationId xmlns:a16="http://schemas.microsoft.com/office/drawing/2014/main" id="{BEBB597E-A32B-A6A7-D849-6DA6632CADDD}"/>
              </a:ext>
            </a:extLst>
          </p:cNvPr>
          <p:cNvSpPr/>
          <p:nvPr/>
        </p:nvSpPr>
        <p:spPr>
          <a:xfrm>
            <a:off x="342900" y="2738742"/>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101" name="Text 7">
            <a:extLst>
              <a:ext uri="{FF2B5EF4-FFF2-40B4-BE49-F238E27FC236}">
                <a16:creationId xmlns:a16="http://schemas.microsoft.com/office/drawing/2014/main" id="{6E9C6680-CCE7-1CC0-AF7B-B4A8E1E02EB1}"/>
              </a:ext>
            </a:extLst>
          </p:cNvPr>
          <p:cNvSpPr/>
          <p:nvPr/>
        </p:nvSpPr>
        <p:spPr>
          <a:xfrm>
            <a:off x="342900" y="273874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102" name="Text 10">
            <a:extLst>
              <a:ext uri="{FF2B5EF4-FFF2-40B4-BE49-F238E27FC236}">
                <a16:creationId xmlns:a16="http://schemas.microsoft.com/office/drawing/2014/main" id="{D0BFF94F-509F-EA4A-4C7D-F5F75091E777}"/>
              </a:ext>
            </a:extLst>
          </p:cNvPr>
          <p:cNvSpPr/>
          <p:nvPr/>
        </p:nvSpPr>
        <p:spPr>
          <a:xfrm>
            <a:off x="346819" y="152345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3" name="Text 19">
            <a:extLst>
              <a:ext uri="{FF2B5EF4-FFF2-40B4-BE49-F238E27FC236}">
                <a16:creationId xmlns:a16="http://schemas.microsoft.com/office/drawing/2014/main" id="{B3635DA7-B808-9501-6AA1-BF882652485B}"/>
              </a:ext>
            </a:extLst>
          </p:cNvPr>
          <p:cNvSpPr/>
          <p:nvPr/>
        </p:nvSpPr>
        <p:spPr>
          <a:xfrm>
            <a:off x="346819" y="267853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4" name="Shape 6">
            <a:extLst>
              <a:ext uri="{FF2B5EF4-FFF2-40B4-BE49-F238E27FC236}">
                <a16:creationId xmlns:a16="http://schemas.microsoft.com/office/drawing/2014/main" id="{27CA73ED-3F3C-1D2E-B6B6-F5CB355D1644}"/>
              </a:ext>
            </a:extLst>
          </p:cNvPr>
          <p:cNvSpPr/>
          <p:nvPr/>
        </p:nvSpPr>
        <p:spPr>
          <a:xfrm>
            <a:off x="342900" y="1578809"/>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105" name="Text 7">
            <a:extLst>
              <a:ext uri="{FF2B5EF4-FFF2-40B4-BE49-F238E27FC236}">
                <a16:creationId xmlns:a16="http://schemas.microsoft.com/office/drawing/2014/main" id="{6636A3A8-19D4-9A0B-C003-7BDDB7E9D4A3}"/>
              </a:ext>
            </a:extLst>
          </p:cNvPr>
          <p:cNvSpPr/>
          <p:nvPr/>
        </p:nvSpPr>
        <p:spPr>
          <a:xfrm>
            <a:off x="342900" y="1578809"/>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9679213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A8362FEE-4D8B-FA3F-1B62-4B05BB465C7C}"/>
              </a:ext>
            </a:extLst>
          </p:cNvPr>
          <p:cNvSpPr/>
          <p:nvPr/>
        </p:nvSpPr>
        <p:spPr>
          <a:xfrm>
            <a:off x="342900" y="630936"/>
            <a:ext cx="8455914" cy="29660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After an AI-built change causes an incident, governance must be able to answer:</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E1851B6B-9B1A-8267-FF64-772681F25D3D}"/>
              </a:ext>
            </a:extLst>
          </p:cNvPr>
          <p:cNvSpPr/>
          <p:nvPr/>
        </p:nvSpPr>
        <p:spPr>
          <a:xfrm>
            <a:off x="342900" y="1234440"/>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172DBBFC-3151-DCD9-BC44-9FC67F78CCBD}"/>
              </a:ext>
            </a:extLst>
          </p:cNvPr>
          <p:cNvSpPr/>
          <p:nvPr/>
        </p:nvSpPr>
        <p:spPr>
          <a:xfrm>
            <a:off x="493776" y="1300448"/>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5300EAD2-E2CA-23D0-AF10-A8F23B4DBF25}"/>
              </a:ext>
            </a:extLst>
          </p:cNvPr>
          <p:cNvSpPr/>
          <p:nvPr/>
        </p:nvSpPr>
        <p:spPr>
          <a:xfrm>
            <a:off x="493776" y="1300448"/>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A</a:t>
            </a:r>
            <a:endParaRPr lang="en-US" sz="975">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EDEFBC9A-B0E2-A9D6-3F57-45939DD56916}"/>
              </a:ext>
            </a:extLst>
          </p:cNvPr>
          <p:cNvSpPr/>
          <p:nvPr/>
        </p:nvSpPr>
        <p:spPr>
          <a:xfrm>
            <a:off x="809244" y="1234440"/>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Which model wrote it</a:t>
            </a:r>
          </a:p>
        </p:txBody>
      </p:sp>
      <p:sp>
        <p:nvSpPr>
          <p:cNvPr id="17" name="Shape 14">
            <a:extLst>
              <a:ext uri="{FF2B5EF4-FFF2-40B4-BE49-F238E27FC236}">
                <a16:creationId xmlns:a16="http://schemas.microsoft.com/office/drawing/2014/main" id="{B30FF622-7575-3381-89F7-ECCF1F316AF7}"/>
              </a:ext>
            </a:extLst>
          </p:cNvPr>
          <p:cNvSpPr/>
          <p:nvPr/>
        </p:nvSpPr>
        <p:spPr>
          <a:xfrm>
            <a:off x="342900" y="2074545"/>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90614BD3-B17C-9855-F197-FB2202C34E81}"/>
              </a:ext>
            </a:extLst>
          </p:cNvPr>
          <p:cNvSpPr/>
          <p:nvPr/>
        </p:nvSpPr>
        <p:spPr>
          <a:xfrm>
            <a:off x="493776" y="2140553"/>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440F56FB-DC53-F402-6222-935139262719}"/>
              </a:ext>
            </a:extLst>
          </p:cNvPr>
          <p:cNvSpPr/>
          <p:nvPr/>
        </p:nvSpPr>
        <p:spPr>
          <a:xfrm>
            <a:off x="493776" y="2140553"/>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C</a:t>
            </a:r>
            <a:endParaRPr lang="en-US" sz="975">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5F6EFC60-5663-931B-CDC5-327E90F5A24D}"/>
              </a:ext>
            </a:extLst>
          </p:cNvPr>
          <p:cNvSpPr/>
          <p:nvPr/>
        </p:nvSpPr>
        <p:spPr>
          <a:xfrm>
            <a:off x="809244" y="2074545"/>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How fast it was built</a:t>
            </a:r>
          </a:p>
        </p:txBody>
      </p:sp>
      <p:sp>
        <p:nvSpPr>
          <p:cNvPr id="21" name="Shape 18">
            <a:extLst>
              <a:ext uri="{FF2B5EF4-FFF2-40B4-BE49-F238E27FC236}">
                <a16:creationId xmlns:a16="http://schemas.microsoft.com/office/drawing/2014/main" id="{3E567C85-BF17-9BB5-4114-2CCA929860D0}"/>
              </a:ext>
            </a:extLst>
          </p:cNvPr>
          <p:cNvSpPr/>
          <p:nvPr/>
        </p:nvSpPr>
        <p:spPr>
          <a:xfrm>
            <a:off x="342900" y="2494597"/>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BC8F738F-738C-AA38-055E-C2199734AAD9}"/>
              </a:ext>
            </a:extLst>
          </p:cNvPr>
          <p:cNvSpPr/>
          <p:nvPr/>
        </p:nvSpPr>
        <p:spPr>
          <a:xfrm>
            <a:off x="493776" y="2560606"/>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BB8BB744-82EE-4A57-B5A7-26CA8CD9F7F1}"/>
              </a:ext>
            </a:extLst>
          </p:cNvPr>
          <p:cNvSpPr/>
          <p:nvPr/>
        </p:nvSpPr>
        <p:spPr>
          <a:xfrm>
            <a:off x="493776" y="2560606"/>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D</a:t>
            </a:r>
            <a:endParaRPr lang="en-US" sz="975">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A2BEC61D-9C11-05CA-F881-7AC7D0ED3781}"/>
              </a:ext>
            </a:extLst>
          </p:cNvPr>
          <p:cNvSpPr/>
          <p:nvPr/>
        </p:nvSpPr>
        <p:spPr>
          <a:xfrm>
            <a:off x="809244" y="2494597"/>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Nothing; the AI is accountable</a:t>
            </a:r>
          </a:p>
        </p:txBody>
      </p:sp>
      <p:sp>
        <p:nvSpPr>
          <p:cNvPr id="2" name="Shape 6">
            <a:extLst>
              <a:ext uri="{FF2B5EF4-FFF2-40B4-BE49-F238E27FC236}">
                <a16:creationId xmlns:a16="http://schemas.microsoft.com/office/drawing/2014/main" id="{A2399D28-80B4-8B1E-7FD5-3445F59CBE6F}"/>
              </a:ext>
            </a:extLst>
          </p:cNvPr>
          <p:cNvSpPr/>
          <p:nvPr/>
        </p:nvSpPr>
        <p:spPr>
          <a:xfrm>
            <a:off x="342900" y="1654492"/>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16379F3C-C8D4-6120-90B5-C6D88CB99C16}"/>
              </a:ext>
            </a:extLst>
          </p:cNvPr>
          <p:cNvSpPr/>
          <p:nvPr/>
        </p:nvSpPr>
        <p:spPr>
          <a:xfrm>
            <a:off x="493776" y="1720500"/>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8CB45D23-0C0F-071A-807F-A3DA639FB0F4}"/>
              </a:ext>
            </a:extLst>
          </p:cNvPr>
          <p:cNvSpPr/>
          <p:nvPr/>
        </p:nvSpPr>
        <p:spPr>
          <a:xfrm>
            <a:off x="493776" y="1720500"/>
            <a:ext cx="205740" cy="205740"/>
          </a:xfrm>
          <a:prstGeom prst="rect">
            <a:avLst/>
          </a:prstGeom>
          <a:noFill/>
          <a:ln/>
        </p:spPr>
        <p:txBody>
          <a:bodyPr wrap="square" lIns="0" tIns="0" rIns="0" bIns="0" rtlCol="0" anchor="ctr"/>
          <a:lstStyle/>
          <a:p>
            <a:pPr algn="ctr"/>
            <a:r>
              <a:rPr lang="en-US" sz="975" b="1" dirty="0">
                <a:solidFill>
                  <a:srgbClr val="FFFFFF"/>
                </a:solidFill>
                <a:latin typeface="Open Sans" pitchFamily="2" charset="0"/>
                <a:ea typeface="Open Sans" pitchFamily="2" charset="0"/>
                <a:cs typeface="Open Sans" pitchFamily="2" charset="0"/>
              </a:rPr>
              <a:t>B</a:t>
            </a:r>
            <a:endParaRPr lang="en-US" sz="975" dirty="0">
              <a:latin typeface="Open Sans" pitchFamily="2" charset="0"/>
              <a:ea typeface="Open Sans" pitchFamily="2" charset="0"/>
              <a:cs typeface="Open Sans" pitchFamily="2" charset="0"/>
            </a:endParaRPr>
          </a:p>
        </p:txBody>
      </p:sp>
      <p:sp>
        <p:nvSpPr>
          <p:cNvPr id="5" name="Text 9">
            <a:extLst>
              <a:ext uri="{FF2B5EF4-FFF2-40B4-BE49-F238E27FC236}">
                <a16:creationId xmlns:a16="http://schemas.microsoft.com/office/drawing/2014/main" id="{E2286824-163D-7BB7-569A-80221059F792}"/>
              </a:ext>
            </a:extLst>
          </p:cNvPr>
          <p:cNvSpPr/>
          <p:nvPr/>
        </p:nvSpPr>
        <p:spPr>
          <a:xfrm>
            <a:off x="809244" y="1654492"/>
            <a:ext cx="7886700" cy="337757"/>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  </a:t>
            </a:r>
            <a:r>
              <a:rPr lang="en-US" sz="1100" dirty="0">
                <a:solidFill>
                  <a:schemeClr val="tx2"/>
                </a:solidFill>
                <a:latin typeface="Open Sans" pitchFamily="2" charset="0"/>
                <a:ea typeface="Open Sans" pitchFamily="2" charset="0"/>
                <a:cs typeface="Open Sans" pitchFamily="2" charset="0"/>
              </a:rPr>
              <a:t>Who reviewed it, who read the diff, and what was checked, from the audit trail</a:t>
            </a:r>
          </a:p>
        </p:txBody>
      </p:sp>
    </p:spTree>
    <p:extLst>
      <p:ext uri="{BB962C8B-B14F-4D97-AF65-F5344CB8AC3E}">
        <p14:creationId xmlns:p14="http://schemas.microsoft.com/office/powerpoint/2010/main" val="30372550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BEF7-7AEC-CB48-A222-4978FA84D60E}"/>
            </a:ext>
          </a:extLst>
        </p:cNvPr>
        <p:cNvGrpSpPr/>
        <p:nvPr/>
      </p:nvGrpSpPr>
      <p:grpSpPr>
        <a:xfrm>
          <a:off x="0" y="0"/>
          <a:ext cx="0" cy="0"/>
          <a:chOff x="0" y="0"/>
          <a:chExt cx="0" cy="0"/>
        </a:xfrm>
      </p:grpSpPr>
      <p:sp>
        <p:nvSpPr>
          <p:cNvPr id="32" name="Shape 24">
            <a:extLst>
              <a:ext uri="{FF2B5EF4-FFF2-40B4-BE49-F238E27FC236}">
                <a16:creationId xmlns:a16="http://schemas.microsoft.com/office/drawing/2014/main" id="{DB9D9F85-8907-347D-F187-48F59FE78BC7}"/>
              </a:ext>
            </a:extLst>
          </p:cNvPr>
          <p:cNvSpPr/>
          <p:nvPr/>
        </p:nvSpPr>
        <p:spPr>
          <a:xfrm>
            <a:off x="342900" y="3411713"/>
            <a:ext cx="8455914" cy="823102"/>
          </a:xfrm>
          <a:prstGeom prst="roundRect">
            <a:avLst>
              <a:gd name="adj" fmla="val 5333"/>
            </a:avLst>
          </a:prstGeom>
          <a:solidFill>
            <a:srgbClr val="EEF2F8"/>
          </a:solidFill>
          <a:ln/>
          <a:effectLst>
            <a:outerShdw blurRad="76200" dist="38100" dir="5400000" algn="bl" rotWithShape="0">
              <a:srgbClr val="9AA3B0">
                <a:alpha val="30000"/>
              </a:srgbClr>
            </a:outerShdw>
          </a:effectLst>
        </p:spPr>
        <p:txBody>
          <a:bodyPr/>
          <a:lstStyle/>
          <a:p>
            <a:endParaRPr lang="en-US" sz="1050">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E29AFC09-4EBE-4AD5-4346-E8CB5168009D}"/>
              </a:ext>
            </a:extLst>
          </p:cNvPr>
          <p:cNvSpPr/>
          <p:nvPr/>
        </p:nvSpPr>
        <p:spPr>
          <a:xfrm>
            <a:off x="342900" y="630936"/>
            <a:ext cx="8455914" cy="29660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After an AI-built change causes an incident, governance must be able to answer:</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D0DB22D7-5CCB-161B-F287-042E9B890D55}"/>
              </a:ext>
            </a:extLst>
          </p:cNvPr>
          <p:cNvSpPr/>
          <p:nvPr/>
        </p:nvSpPr>
        <p:spPr>
          <a:xfrm>
            <a:off x="342900" y="1234440"/>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3A7CB2F0-6EB1-A8A7-A17D-D710E3FCE7A9}"/>
              </a:ext>
            </a:extLst>
          </p:cNvPr>
          <p:cNvSpPr/>
          <p:nvPr/>
        </p:nvSpPr>
        <p:spPr>
          <a:xfrm>
            <a:off x="493776" y="1300448"/>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2FDDDD93-659D-7D00-8B5E-1E51C8BADB34}"/>
              </a:ext>
            </a:extLst>
          </p:cNvPr>
          <p:cNvSpPr/>
          <p:nvPr/>
        </p:nvSpPr>
        <p:spPr>
          <a:xfrm>
            <a:off x="493776" y="1300448"/>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A</a:t>
            </a:r>
            <a:endParaRPr lang="en-US" sz="975">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F0F18827-A61F-EF97-5E6B-2D2FB3E94736}"/>
              </a:ext>
            </a:extLst>
          </p:cNvPr>
          <p:cNvSpPr/>
          <p:nvPr/>
        </p:nvSpPr>
        <p:spPr>
          <a:xfrm>
            <a:off x="809244" y="1234440"/>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Which model wrote it</a:t>
            </a:r>
          </a:p>
        </p:txBody>
      </p:sp>
      <p:sp>
        <p:nvSpPr>
          <p:cNvPr id="13" name="Shape 10">
            <a:extLst>
              <a:ext uri="{FF2B5EF4-FFF2-40B4-BE49-F238E27FC236}">
                <a16:creationId xmlns:a16="http://schemas.microsoft.com/office/drawing/2014/main" id="{7D19E572-B006-2F39-A6C7-DE9A8F3C6401}"/>
              </a:ext>
            </a:extLst>
          </p:cNvPr>
          <p:cNvSpPr/>
          <p:nvPr/>
        </p:nvSpPr>
        <p:spPr>
          <a:xfrm>
            <a:off x="342900" y="1654492"/>
            <a:ext cx="8455914" cy="337757"/>
          </a:xfrm>
          <a:prstGeom prst="roundRect">
            <a:avLst>
              <a:gd name="adj" fmla="val 12183"/>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95B176F5-AF6A-0A3D-F4DF-8AD9BC7714B3}"/>
              </a:ext>
            </a:extLst>
          </p:cNvPr>
          <p:cNvSpPr/>
          <p:nvPr/>
        </p:nvSpPr>
        <p:spPr>
          <a:xfrm>
            <a:off x="493776" y="1720501"/>
            <a:ext cx="205740" cy="205740"/>
          </a:xfrm>
          <a:prstGeom prst="ellipse">
            <a:avLst/>
          </a:prstGeom>
          <a:solidFill>
            <a:srgbClr val="00B050"/>
          </a:solidFill>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1ED714DB-31FF-3609-A006-037181357FE0}"/>
              </a:ext>
            </a:extLst>
          </p:cNvPr>
          <p:cNvSpPr/>
          <p:nvPr/>
        </p:nvSpPr>
        <p:spPr>
          <a:xfrm>
            <a:off x="493776" y="1720501"/>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a:t>
            </a:r>
            <a:endParaRPr lang="en-US" sz="975">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51035147-1AA1-3D93-572D-E090AB4310BB}"/>
              </a:ext>
            </a:extLst>
          </p:cNvPr>
          <p:cNvSpPr/>
          <p:nvPr/>
        </p:nvSpPr>
        <p:spPr>
          <a:xfrm>
            <a:off x="809244" y="1654492"/>
            <a:ext cx="7886700" cy="337757"/>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B.  </a:t>
            </a:r>
            <a:r>
              <a:rPr lang="en-US" sz="1100" b="1" dirty="0">
                <a:latin typeface="Open Sans" pitchFamily="2" charset="0"/>
                <a:ea typeface="Open Sans" pitchFamily="2" charset="0"/>
                <a:cs typeface="Open Sans" pitchFamily="2" charset="0"/>
              </a:rPr>
              <a:t>Who reviewed it, who read the diff, and what was checked, from the audit trail</a:t>
            </a:r>
            <a:endParaRPr lang="en-US" sz="1100" dirty="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DCD3DFF8-24E5-130E-10FC-BFCF266A4F7C}"/>
              </a:ext>
            </a:extLst>
          </p:cNvPr>
          <p:cNvSpPr/>
          <p:nvPr/>
        </p:nvSpPr>
        <p:spPr>
          <a:xfrm>
            <a:off x="342900" y="2074545"/>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0308501F-4613-C8A0-0B36-430891C8FF4A}"/>
              </a:ext>
            </a:extLst>
          </p:cNvPr>
          <p:cNvSpPr/>
          <p:nvPr/>
        </p:nvSpPr>
        <p:spPr>
          <a:xfrm>
            <a:off x="493776" y="2140553"/>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DD350BC8-4154-81E3-5C4B-608A635F46A1}"/>
              </a:ext>
            </a:extLst>
          </p:cNvPr>
          <p:cNvSpPr/>
          <p:nvPr/>
        </p:nvSpPr>
        <p:spPr>
          <a:xfrm>
            <a:off x="493776" y="2140553"/>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C</a:t>
            </a:r>
            <a:endParaRPr lang="en-US" sz="975">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8388E50C-AAA0-1BBD-5D69-45312F5090EA}"/>
              </a:ext>
            </a:extLst>
          </p:cNvPr>
          <p:cNvSpPr/>
          <p:nvPr/>
        </p:nvSpPr>
        <p:spPr>
          <a:xfrm>
            <a:off x="809244" y="2074545"/>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How fast it was built</a:t>
            </a:r>
          </a:p>
        </p:txBody>
      </p:sp>
      <p:sp>
        <p:nvSpPr>
          <p:cNvPr id="21" name="Shape 18">
            <a:extLst>
              <a:ext uri="{FF2B5EF4-FFF2-40B4-BE49-F238E27FC236}">
                <a16:creationId xmlns:a16="http://schemas.microsoft.com/office/drawing/2014/main" id="{34267BE9-02DD-14A4-23B6-5737C240816F}"/>
              </a:ext>
            </a:extLst>
          </p:cNvPr>
          <p:cNvSpPr/>
          <p:nvPr/>
        </p:nvSpPr>
        <p:spPr>
          <a:xfrm>
            <a:off x="342900" y="2494597"/>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4048A6BA-C596-E574-C53A-EC514EAC5E54}"/>
              </a:ext>
            </a:extLst>
          </p:cNvPr>
          <p:cNvSpPr/>
          <p:nvPr/>
        </p:nvSpPr>
        <p:spPr>
          <a:xfrm>
            <a:off x="493776" y="2560606"/>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F743FCCD-9802-F234-8925-42B913514E12}"/>
              </a:ext>
            </a:extLst>
          </p:cNvPr>
          <p:cNvSpPr/>
          <p:nvPr/>
        </p:nvSpPr>
        <p:spPr>
          <a:xfrm>
            <a:off x="493776" y="2560606"/>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D</a:t>
            </a:r>
            <a:endParaRPr lang="en-US" sz="975">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981F3500-4F2E-A35D-4A2A-A38A8DFBEDA7}"/>
              </a:ext>
            </a:extLst>
          </p:cNvPr>
          <p:cNvSpPr/>
          <p:nvPr/>
        </p:nvSpPr>
        <p:spPr>
          <a:xfrm>
            <a:off x="809244" y="2494597"/>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Nothing; the AI is accountable</a:t>
            </a:r>
          </a:p>
        </p:txBody>
      </p:sp>
      <p:sp>
        <p:nvSpPr>
          <p:cNvPr id="26" name="Text 23">
            <a:extLst>
              <a:ext uri="{FF2B5EF4-FFF2-40B4-BE49-F238E27FC236}">
                <a16:creationId xmlns:a16="http://schemas.microsoft.com/office/drawing/2014/main" id="{B8066A9A-20CD-41E6-0927-E7E9F6EAABCE}"/>
              </a:ext>
            </a:extLst>
          </p:cNvPr>
          <p:cNvSpPr/>
          <p:nvPr/>
        </p:nvSpPr>
        <p:spPr>
          <a:xfrm>
            <a:off x="534924" y="3525012"/>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Shape 24">
            <a:extLst>
              <a:ext uri="{FF2B5EF4-FFF2-40B4-BE49-F238E27FC236}">
                <a16:creationId xmlns:a16="http://schemas.microsoft.com/office/drawing/2014/main" id="{1315F071-DD50-1691-7790-B02596F17C8C}"/>
              </a:ext>
            </a:extLst>
          </p:cNvPr>
          <p:cNvSpPr/>
          <p:nvPr/>
        </p:nvSpPr>
        <p:spPr>
          <a:xfrm>
            <a:off x="534924" y="3771900"/>
            <a:ext cx="1481328" cy="274320"/>
          </a:xfrm>
          <a:prstGeom prst="roundRect">
            <a:avLst>
              <a:gd name="adj" fmla="val 15000"/>
            </a:avLst>
          </a:prstGeom>
          <a:solidFill>
            <a:srgbClr val="2BAE9E"/>
          </a:solidFill>
          <a:ln/>
        </p:spPr>
        <p:txBody>
          <a:bodyPr/>
          <a:lstStyle/>
          <a:p>
            <a:endParaRPr lang="en-US" sz="10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20CAC617-6D5A-C8AF-A8C7-7DE6DCBC7C94}"/>
              </a:ext>
            </a:extLst>
          </p:cNvPr>
          <p:cNvSpPr/>
          <p:nvPr/>
        </p:nvSpPr>
        <p:spPr>
          <a:xfrm>
            <a:off x="534924" y="3771900"/>
            <a:ext cx="1481328" cy="274320"/>
          </a:xfrm>
          <a:prstGeom prst="rect">
            <a:avLst/>
          </a:prstGeom>
          <a:solidFill>
            <a:srgbClr val="00B050"/>
          </a:solid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Accountability</a:t>
            </a:r>
            <a:endParaRPr lang="en-US" sz="1050">
              <a:solidFill>
                <a:schemeClr val="bg1"/>
              </a:solidFill>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AE6C847B-0B8C-C4D4-3BD0-5F693947D71F}"/>
              </a:ext>
            </a:extLst>
          </p:cNvPr>
          <p:cNvSpPr/>
          <p:nvPr/>
        </p:nvSpPr>
        <p:spPr>
          <a:xfrm>
            <a:off x="2101977" y="3583305"/>
            <a:ext cx="6611112"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A named reviewer and an audit trail are what make AI-assisted work accountable rather than anonymous.</a:t>
            </a:r>
          </a:p>
        </p:txBody>
      </p:sp>
    </p:spTree>
    <p:extLst>
      <p:ext uri="{BB962C8B-B14F-4D97-AF65-F5344CB8AC3E}">
        <p14:creationId xmlns:p14="http://schemas.microsoft.com/office/powerpoint/2010/main" val="24361774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628802"/>
      </p:ext>
    </p:extLst>
  </p:cSld>
  <p:clrMapOvr>
    <a:masterClrMapping/>
  </p:clrMapOvr>
</p:sld>
</file>

<file path=ppt/theme/theme1.xml><?xml version="1.0" encoding="utf-8"?>
<a:theme xmlns:a="http://schemas.openxmlformats.org/drawingml/2006/main" name="Fractal October 2020">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l">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6F8A97F61E63A45AE2A7731D2CE03A6" ma:contentTypeVersion="15" ma:contentTypeDescription="Create a new document." ma:contentTypeScope="" ma:versionID="2d183f988e9de65a851065d8cef2e3f5">
  <xsd:schema xmlns:xsd="http://www.w3.org/2001/XMLSchema" xmlns:xs="http://www.w3.org/2001/XMLSchema" xmlns:p="http://schemas.microsoft.com/office/2006/metadata/properties" xmlns:ns2="d14fa768-42a5-4ca7-9b39-e602fdb9df20" xmlns:ns3="fac2cec8-a5ef-43a6-8de4-592ef7a79c66" targetNamespace="http://schemas.microsoft.com/office/2006/metadata/properties" ma:root="true" ma:fieldsID="faaa769505e20172bf2f259c59761f44" ns2:_="" ns3:_="">
    <xsd:import namespace="d14fa768-42a5-4ca7-9b39-e602fdb9df20"/>
    <xsd:import namespace="fac2cec8-a5ef-43a6-8de4-592ef7a79c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TaxCatchAll"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4fa768-42a5-4ca7-9b39-e602fdb9df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201fa94-015b-426e-a9fe-4029e90b738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c2cec8-a5ef-43a6-8de4-592ef7a79c66"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d616206-a2bd-465a-ba11-2ab34e89329a}" ma:internalName="TaxCatchAll" ma:showField="CatchAllData" ma:web="fac2cec8-a5ef-43a6-8de4-592ef7a79c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ac2cec8-a5ef-43a6-8de4-592ef7a79c66" xsi:nil="true"/>
    <lcf76f155ced4ddcb4097134ff3c332f xmlns="d14fa768-42a5-4ca7-9b39-e602fdb9df2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3931C88-C5A0-44C1-9B98-11C4916022DA}">
  <ds:schemaRefs>
    <ds:schemaRef ds:uri="http://schemas.microsoft.com/sharepoint/v3/contenttype/forms"/>
  </ds:schemaRefs>
</ds:datastoreItem>
</file>

<file path=customXml/itemProps2.xml><?xml version="1.0" encoding="utf-8"?>
<ds:datastoreItem xmlns:ds="http://schemas.openxmlformats.org/officeDocument/2006/customXml" ds:itemID="{ACCB8ED0-5195-4A17-932D-08A62DF4397F}">
  <ds:schemaRefs>
    <ds:schemaRef ds:uri="d14fa768-42a5-4ca7-9b39-e602fdb9df20"/>
    <ds:schemaRef ds:uri="fac2cec8-a5ef-43a6-8de4-592ef7a79c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73848D3-0484-40CD-AE9D-2CA978109A8E}">
  <ds:schemaRefs>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purl.org/dc/dcmitype/"/>
    <ds:schemaRef ds:uri="http://schemas.microsoft.com/office/2006/metadata/properties"/>
    <ds:schemaRef ds:uri="http://purl.org/dc/elements/1.1/"/>
    <ds:schemaRef ds:uri="http://purl.org/dc/terms/"/>
    <ds:schemaRef ds:uri="d14fa768-42a5-4ca7-9b39-e602fdb9df20"/>
    <ds:schemaRef ds:uri="fac2cec8-a5ef-43a6-8de4-592ef7a79c66"/>
  </ds:schemaRefs>
</ds:datastoreItem>
</file>

<file path=docProps/app.xml><?xml version="1.0" encoding="utf-8"?>
<Properties xmlns="http://schemas.openxmlformats.org/officeDocument/2006/extended-properties" xmlns:vt="http://schemas.openxmlformats.org/officeDocument/2006/docPropsVTypes">
  <Template>Fractal Template_2026 3 (1)</Template>
  <TotalTime>10</TotalTime>
  <Words>6004</Words>
  <Application>Microsoft Macintosh PowerPoint</Application>
  <PresentationFormat>On-screen Show (16:9)</PresentationFormat>
  <Paragraphs>681</Paragraphs>
  <Slides>54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Consolas</vt:lpstr>
      <vt:lpstr>Open Sans</vt:lpstr>
      <vt:lpstr>Open Sans Semibold</vt:lpstr>
      <vt:lpstr>Wingdings</vt:lpstr>
      <vt:lpstr>Fractal October 2020</vt:lpstr>
      <vt:lpstr>Ship Your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4: From PoC to Production</dc:title>
  <dc:subject>PptxGenJS Presentation</dc:subject>
  <dc:creator>Analytics Vidhya</dc:creator>
  <cp:lastModifiedBy>Ashish Jangid</cp:lastModifiedBy>
  <cp:revision>26</cp:revision>
  <dcterms:created xsi:type="dcterms:W3CDTF">2026-06-20T20:06:01Z</dcterms:created>
  <dcterms:modified xsi:type="dcterms:W3CDTF">2026-06-26T07:24:40Z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